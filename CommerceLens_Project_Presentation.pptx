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39d7b477c44a4a" /><Relationship Type="http://schemas.openxmlformats.org/officeDocument/2006/relationships/extended-properties" Target="/docProps/app.xml" Id="R063831a38e964c0a" /><Relationship Type="http://schemas.openxmlformats.org/officeDocument/2006/relationships/officeDocument" Target="/ppt/presentation.xml" Id="Rea02fefdea884da1" /></Relationships>
</file>

<file path=ppt/presentation.xml><?xml version="1.0" encoding="utf-8"?>
<p:presentation xmlns:p="http://schemas.openxmlformats.org/presentationml/2006/main">
  <p:sldMasterIdLst>
    <p:sldMasterId xmlns:r="http://schemas.openxmlformats.org/officeDocument/2006/relationships" id="2147483648" r:id="R9d05722e38ac4c33"/>
  </p:sldMasterIdLst>
  <p:notesMasterIdLst>
    <p:notesMasterId xmlns:r="http://schemas.openxmlformats.org/officeDocument/2006/relationships" r:id="R032fd89a861b4f96"/>
  </p:notesMasterIdLst>
  <p:sldIdLst>
    <p:sldId xmlns:r="http://schemas.openxmlformats.org/officeDocument/2006/relationships" id="256" r:id="R1e4fd1a2b19749c0"/>
    <p:sldId xmlns:r="http://schemas.openxmlformats.org/officeDocument/2006/relationships" id="257" r:id="R57243ffc9dbe4666"/>
    <p:sldId xmlns:r="http://schemas.openxmlformats.org/officeDocument/2006/relationships" id="258" r:id="R9476908bc6c0456e"/>
    <p:sldId xmlns:r="http://schemas.openxmlformats.org/officeDocument/2006/relationships" id="259" r:id="Rce04eb3421e74050"/>
    <p:sldId xmlns:r="http://schemas.openxmlformats.org/officeDocument/2006/relationships" id="260" r:id="Re790d876b98a4a52"/>
    <p:sldId xmlns:r="http://schemas.openxmlformats.org/officeDocument/2006/relationships" id="261" r:id="Ree39ceace69c4228"/>
    <p:sldId xmlns:r="http://schemas.openxmlformats.org/officeDocument/2006/relationships" id="262" r:id="Ra99261e890514a3d"/>
    <p:sldId xmlns:r="http://schemas.openxmlformats.org/officeDocument/2006/relationships" id="263" r:id="Rca695f41271d49f3"/>
    <p:sldId xmlns:r="http://schemas.openxmlformats.org/officeDocument/2006/relationships" id="264" r:id="R99b7b77dd8b341eb"/>
    <p:sldId xmlns:r="http://schemas.openxmlformats.org/officeDocument/2006/relationships" id="265" r:id="Rca8f2b1037a34eb6"/>
    <p:sldId xmlns:r="http://schemas.openxmlformats.org/officeDocument/2006/relationships" id="266" r:id="R829ca53ea7fb49a9"/>
    <p:sldId xmlns:r="http://schemas.openxmlformats.org/officeDocument/2006/relationships" id="267" r:id="R7d509982776f43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6827f07a0740c4" /><Relationship Type="http://schemas.openxmlformats.org/officeDocument/2006/relationships/slideMaster" Target="/ppt/slideMasters/slideMaster1.xml" Id="R9d05722e38ac4c33" /><Relationship Type="http://schemas.openxmlformats.org/officeDocument/2006/relationships/notesMaster" Target="/ppt/notesMasters/notesMaster1.xml" Id="R032fd89a861b4f96" /><Relationship Type="http://schemas.openxmlformats.org/officeDocument/2006/relationships/presProps" Target="/ppt/presProps.xml" Id="Rb7257a1c96724b17" /><Relationship Type="http://schemas.openxmlformats.org/officeDocument/2006/relationships/tableStyles" Target="/ppt/tableStyles.xml" Id="Re6a102a3cf864cbd" /><Relationship Type="http://schemas.openxmlformats.org/officeDocument/2006/relationships/slide" Target="/ppt/slides/slide1.xml" Id="R1e4fd1a2b19749c0" /><Relationship Type="http://schemas.openxmlformats.org/officeDocument/2006/relationships/slide" Target="/ppt/slides/slide2.xml" Id="R57243ffc9dbe4666" /><Relationship Type="http://schemas.openxmlformats.org/officeDocument/2006/relationships/slide" Target="/ppt/slides/slide3.xml" Id="R9476908bc6c0456e" /><Relationship Type="http://schemas.openxmlformats.org/officeDocument/2006/relationships/slide" Target="/ppt/slides/slide4.xml" Id="Rce04eb3421e74050" /><Relationship Type="http://schemas.openxmlformats.org/officeDocument/2006/relationships/slide" Target="/ppt/slides/slide5.xml" Id="Re790d876b98a4a52" /><Relationship Type="http://schemas.openxmlformats.org/officeDocument/2006/relationships/slide" Target="/ppt/slides/slide6.xml" Id="Ree39ceace69c4228" /><Relationship Type="http://schemas.openxmlformats.org/officeDocument/2006/relationships/slide" Target="/ppt/slides/slide7.xml" Id="Ra99261e890514a3d" /><Relationship Type="http://schemas.openxmlformats.org/officeDocument/2006/relationships/slide" Target="/ppt/slides/slide8.xml" Id="Rca695f41271d49f3" /><Relationship Type="http://schemas.openxmlformats.org/officeDocument/2006/relationships/slide" Target="/ppt/slides/slide9.xml" Id="R99b7b77dd8b341eb" /><Relationship Type="http://schemas.openxmlformats.org/officeDocument/2006/relationships/slide" Target="/ppt/slides/slide10.xml" Id="Rca8f2b1037a34eb6" /><Relationship Type="http://schemas.openxmlformats.org/officeDocument/2006/relationships/slide" Target="/ppt/slides/slide11.xml" Id="R829ca53ea7fb49a9" /><Relationship Type="http://schemas.openxmlformats.org/officeDocument/2006/relationships/slide" Target="/ppt/slides/slide12.xml" Id="R7d509982776f43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1e7858bd3a4c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ommerceLens">
      <a:dk1>
        <a:srgbClr val="000000"/>
      </a:dk1>
      <a:lt1>
        <a:srgbClr val="FFFFFF"/>
      </a:lt1>
      <a:dk2>
        <a:srgbClr val="153E39"/>
      </a:dk2>
      <a:lt2>
        <a:srgbClr val="E8EEEA"/>
      </a:lt2>
      <a:accent1>
        <a:srgbClr val="177F69"/>
      </a:accent1>
      <a:accent2>
        <a:srgbClr val="D7EBA5"/>
      </a:accent2>
      <a:accent3>
        <a:srgbClr val="E29A68"/>
      </a:accent3>
      <a:accent4>
        <a:srgbClr val="7295C6"/>
      </a:accent4>
      <a:accent5>
        <a:srgbClr val="9B82C8"/>
      </a:accent5>
      <a:accent6>
        <a:srgbClr val="A8C982"/>
      </a:accent6>
      <a:hlink>
        <a:srgbClr val="177F69"/>
      </a:hlink>
      <a:folHlink>
        <a:srgbClr val="6C7194"/>
      </a:folHlink>
    </a:clrScheme>
    <a:fontScheme name="">
      <a:majorFont>
        <a:latin typeface="Aptos"/>
        <a:ea typeface=""/>
        <a:cs typeface=""/>
      </a:majorFont>
      <a:minorFont>
        <a:latin typeface="Aptos"/>
        <a:ea typeface=""/>
        <a:cs typeface=""/>
      </a:minorFont>
    </a:fontScheme>
    <a:fmtScheme name="CommerceLen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cb037eafb341ef" /><Relationship Type="http://schemas.openxmlformats.org/officeDocument/2006/relationships/notesMaster" Target="/ppt/notesMasters/notesMaster1.xml" Id="Rb137ea7296a94b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2c58b3f5a1418f" /><Relationship Type="http://schemas.openxmlformats.org/officeDocument/2006/relationships/notesMaster" Target="/ppt/notesMasters/notesMaster1.xml" Id="R96d90ce5ddcf41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189b5b298d4c30" /><Relationship Type="http://schemas.openxmlformats.org/officeDocument/2006/relationships/notesMaster" Target="/ppt/notesMasters/notesMaster1.xml" Id="Rc27f824f7c274b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c856c969664403" /><Relationship Type="http://schemas.openxmlformats.org/officeDocument/2006/relationships/notesMaster" Target="/ppt/notesMasters/notesMaster1.xml" Id="R26abd69c5a5643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232c190e624f24" /><Relationship Type="http://schemas.openxmlformats.org/officeDocument/2006/relationships/notesMaster" Target="/ppt/notesMasters/notesMaster1.xml" Id="R3a4d83f52acc40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ae4f7d80724eff" /><Relationship Type="http://schemas.openxmlformats.org/officeDocument/2006/relationships/notesMaster" Target="/ppt/notesMasters/notesMaster1.xml" Id="Reaff313f30f24b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2228d954bc4e81" /><Relationship Type="http://schemas.openxmlformats.org/officeDocument/2006/relationships/notesMaster" Target="/ppt/notesMasters/notesMaster1.xml" Id="Rb5638e39bd3f46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258f5218104ab4" /><Relationship Type="http://schemas.openxmlformats.org/officeDocument/2006/relationships/notesMaster" Target="/ppt/notesMasters/notesMaster1.xml" Id="R4b60a28fa11344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f8400fdf85462c" /><Relationship Type="http://schemas.openxmlformats.org/officeDocument/2006/relationships/notesMaster" Target="/ppt/notesMasters/notesMaster1.xml" Id="R77e5e49d1e8747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c7d9b2a0ad4fca" /><Relationship Type="http://schemas.openxmlformats.org/officeDocument/2006/relationships/notesMaster" Target="/ppt/notesMasters/notesMaster1.xml" Id="R3461d1fa91d449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33004e8aac4677" /><Relationship Type="http://schemas.openxmlformats.org/officeDocument/2006/relationships/notesMaster" Target="/ppt/notesMasters/notesMaster1.xml" Id="Rbeda3f83eb334b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e79114c32d444f8" /><Relationship Type="http://schemas.openxmlformats.org/officeDocument/2006/relationships/notesMaster" Target="/ppt/notesMasters/notesMaster1.xml" Id="R172799783cb34d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an academic prototype for Project 29, Online Shopping Data Analysis. Replace the student, guide, institution, and academic-year fields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motivating problem is fragmented analysis of item-level transaction data. The application brings related descriptive views into one browser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describe the implementation scope. The data is processed in the browser and all five views use the currently loaded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data journey from input to exported rows. Emphasise that the CSV is not sent to a project backend by this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dataset is deterministic and generated from a fixed seed as of 22 October 2026. It contains 4,661 item lines, 2,400 distinct orders, and 632 pseudonymous customer IDs. Do not describe these figures as live or observed retailer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source: project-generated illustrative CSV, generated 22 October 2026. Revenue is calculated as quantity × unit price × (1 − discount percent / 100). The sample has no taxes, shipping, refunds, or cost of goods.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generated sample data. The rolling date filter begins and ends inside calendar months, so the first and last monthly values are partial. The monthly pattern is descriptive and should not be presented as a seasonal forecast.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background: Fader, Hardie, and Lee (2005), RFM and CLV: Using Iso-Value Curves for Customer Base Analysis, Journal of Marketing Research, 42(4), 415–430. https://doi.org/10.1509/jmkr.2005.42.4.415. CommerceLens uses RFM features for descriptive fixed-rule groups only; it does not estimate CLV, purchase probability, or churn.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background: Agrawal, Imieliński, and Swami (1993), Mining Association Rules Between Sets of Items in Large Databases, Proceedings of ACM SIGMOD, pp. 207–216. https://doi.org/10.1145/170035.170072. CommerceLens reports unordered category pair counts and order share; it does not calculate formal support, confidence, or 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static architecture reduces setup and makes the demo easy to run. It also limits persistence, collaboration, access controls, and large-dataset capacity.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two RFM groups contain 200 + 270 = 470 generated customer identifiers. These observations are derived from the fixed sample and should be re-run on a representative, approved dataset before making a business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research sources: Agrawal, R., Imieliński, T., and Swami, A. (1993). Mining Association Rules Between Sets of Items in Large Databases. Proceedings of the 1993 ACM SIGMOD International Conference on Management of Data, 207–216. https://doi.org/10.1145/170035.170072</a:t>
            </a:r>
          </a:p>
          <a:p xmlns:a="http://schemas.openxmlformats.org/drawingml/2006/main">
            <a:r>
              <a:t/>
            </a:r>
          </a:p>
          <a:p xmlns:a="http://schemas.openxmlformats.org/drawingml/2006/main">
            <a:r>
              <a:t>Fader, P. S., Hardie, B. G. S., and Lee, K. L. (2005). RFM and CLV: Using Iso-Value Curves for Customer Base Analysis. Journal of Marketing Research, 42(4), 415–430. https://doi.org/10.1509/jmkr.2005.42.4.415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74d97fb87149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4d88948c99342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9b3dfa65777404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64c69e792fa43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112f0e2e66e4fa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a54b2499e0e4f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CD540F-2C2C-4A48-ABEF-0BBD11E678F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E6B525-B471-49DF-A39A-7CC618AF92A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08F0A9B-1600-488D-B929-216C1F635A3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1676F4-D693-4887-8582-909867F7B3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40B79E1-2AE1-4F1D-AF0F-753F8C60E5C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B47F0B9-3FD2-4826-95A4-DF55DD26B6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8C1F0A-C8D2-49B1-8BD3-EF89958A52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F40D006-7F28-4148-A025-8CC9F8D3F3B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AB8E53-D12E-4FD9-AD62-685212EFDC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1898756-C076-4B92-9B2D-4D7E9DDAD2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3b8e604ead4c9d" /><Relationship Type="http://schemas.openxmlformats.org/officeDocument/2006/relationships/slideLayout" Target="/ppt/slideLayouts/slideLayout1.xml" Id="Re028f99e9fd64ab2" /><Relationship Type="http://schemas.openxmlformats.org/officeDocument/2006/relationships/slideLayout" Target="/ppt/slideLayouts/slideLayout2.xml" Id="R19e0fac52dc84dc9" /><Relationship Type="http://schemas.openxmlformats.org/officeDocument/2006/relationships/slideLayout" Target="/ppt/slideLayouts/slideLayout3.xml" Id="R76350f13aca94798" /><Relationship Type="http://schemas.openxmlformats.org/officeDocument/2006/relationships/slideLayout" Target="/ppt/slideLayouts/slideLayout4.xml" Id="R3be24c07a3834866" /><Relationship Type="http://schemas.openxmlformats.org/officeDocument/2006/relationships/slideLayout" Target="/ppt/slideLayouts/slideLayout5.xml" Id="Rdf9e266d40244559" /><Relationship Type="http://schemas.openxmlformats.org/officeDocument/2006/relationships/slideLayout" Target="/ppt/slideLayouts/slideLayout6.xml" Id="R7d851d3f0d8944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28f99e9fd64ab2"/>
    <p:sldLayoutId xmlns:r="http://schemas.openxmlformats.org/officeDocument/2006/relationships" id="2147483650" r:id="R19e0fac52dc84dc9"/>
    <p:sldLayoutId xmlns:r="http://schemas.openxmlformats.org/officeDocument/2006/relationships" id="2147483651" r:id="R76350f13aca94798"/>
    <p:sldLayoutId xmlns:r="http://schemas.openxmlformats.org/officeDocument/2006/relationships" id="2147483652" r:id="R3be24c07a3834866"/>
    <p:sldLayoutId xmlns:r="http://schemas.openxmlformats.org/officeDocument/2006/relationships" id="2147483653" r:id="Rdf9e266d40244559"/>
    <p:sldLayoutId xmlns:r="http://schemas.openxmlformats.org/officeDocument/2006/relationships" id="2147483654" r:id="R7d851d3f0d8944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ommerceLens">
      <a:dk1>
        <a:srgbClr val="000000"/>
      </a:dk1>
      <a:lt1>
        <a:srgbClr val="FFFFFF"/>
      </a:lt1>
      <a:dk2>
        <a:srgbClr val="153E39"/>
      </a:dk2>
      <a:lt2>
        <a:srgbClr val="E8EEEA"/>
      </a:lt2>
      <a:accent1>
        <a:srgbClr val="177F69"/>
      </a:accent1>
      <a:accent2>
        <a:srgbClr val="D7EBA5"/>
      </a:accent2>
      <a:accent3>
        <a:srgbClr val="E29A68"/>
      </a:accent3>
      <a:accent4>
        <a:srgbClr val="7295C6"/>
      </a:accent4>
      <a:accent5>
        <a:srgbClr val="9B82C8"/>
      </a:accent5>
      <a:accent6>
        <a:srgbClr val="A8C982"/>
      </a:accent6>
      <a:hlink>
        <a:srgbClr val="177F69"/>
      </a:hlink>
      <a:folHlink>
        <a:srgbClr val="6C7194"/>
      </a:folHlink>
    </a:clrScheme>
    <a:fontScheme name="">
      <a:majorFont>
        <a:latin typeface="Aptos"/>
        <a:ea typeface=""/>
        <a:cs typeface=""/>
      </a:majorFont>
      <a:minorFont>
        <a:latin typeface="Aptos"/>
        <a:ea typeface=""/>
        <a:cs typeface=""/>
      </a:minorFont>
    </a:fontScheme>
    <a:fmtScheme name="CommerceLen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e1090ea642b4f27" /><Relationship Type="http://schemas.openxmlformats.org/officeDocument/2006/relationships/notesSlide" Target="/ppt/notesSlides/notesSlide1.xml" Id="R1507599027b446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60c6149a4534009" /><Relationship Type="http://schemas.openxmlformats.org/officeDocument/2006/relationships/notesSlide" Target="/ppt/notesSlides/notesSlide2.xml" Id="R85f28e46e4cd4f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ca5bbafab484704" /><Relationship Type="http://schemas.openxmlformats.org/officeDocument/2006/relationships/notesSlide" Target="/ppt/notesSlides/notesSlide3.xml" Id="R7bc9532372dd45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04ff4e0d8b945ae" /><Relationship Type="http://schemas.openxmlformats.org/officeDocument/2006/relationships/notesSlide" Target="/ppt/notesSlides/notesSlide4.xml" Id="R448be62d7cba46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476f14624e64e1e" /><Relationship Type="http://schemas.openxmlformats.org/officeDocument/2006/relationships/notesSlide" Target="/ppt/notesSlides/notesSlide5.xml" Id="Re467fa27a82244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e4687e4eac34585" /><Relationship Type="http://schemas.openxmlformats.org/officeDocument/2006/relationships/notesSlide" Target="/ppt/notesSlides/notesSlide6.xml" Id="R321fc5ee312147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d84bb36d8a7458b" /><Relationship Type="http://schemas.openxmlformats.org/officeDocument/2006/relationships/notesSlide" Target="/ppt/notesSlides/notesSlide7.xml" Id="R6ea6666d0eb04b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b5878ffcf949bd" /><Relationship Type="http://schemas.openxmlformats.org/officeDocument/2006/relationships/notesSlide" Target="/ppt/notesSlides/notesSlide8.xml" Id="R240e53d0213a4b4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c88884e392f421e" /><Relationship Type="http://schemas.openxmlformats.org/officeDocument/2006/relationships/notesSlide" Target="/ppt/notesSlides/notesSlide9.xml" Id="R160cff57a2c642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e570c0b9a644c20" /><Relationship Type="http://schemas.openxmlformats.org/officeDocument/2006/relationships/notesSlide" Target="/ppt/notesSlides/notesSlide10.xml" Id="Re31f341025aa40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b603e75db6c41d6" /><Relationship Type="http://schemas.openxmlformats.org/officeDocument/2006/relationships/notesSlide" Target="/ppt/notesSlides/notesSlide11.xml" Id="R380561e81c904f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c68a33289bd4846" /><Relationship Type="http://schemas.openxmlformats.org/officeDocument/2006/relationships/notesSlide" Target="/ppt/notesSlides/notesSlide12.xml" Id="Rf37308dafb3c427e" /></Relationships>
</file>

<file path=ppt/slides/slide1.xml><?xml version="1.0" encoding="utf-8"?>
<p:sld xmlns:p="http://schemas.openxmlformats.org/presentationml/2006/main">
  <p:cSld>
    <p:bg>
      <p:bgPr>
        <a:solidFill xmlns:a="http://schemas.openxmlformats.org/drawingml/2006/main">
          <a:srgbClr val="153E39"/>
        </a:solidFill>
      </p:bgPr>
    </p:bg>
    <p:spTree>
      <p:nvGrpSpPr>
        <p:cNvPr id="1" name=""/>
        <p:cNvGrpSpPr/>
        <p:nvPr/>
      </p:nvGrpSpPr>
      <p:grpSpPr>
        <a:xfrm xmlns:a="http://schemas.openxmlformats.org/drawingml/2006/main"/>
      </p:grpSpPr>
      <p:sp>
        <p:nvSpPr>
          <p:cNvPr id="9" name="brand-mark">
            <a:extLst xmlns:a="http://schemas.openxmlformats.org/drawingml/2006/main">
              <a:ext uri="{FF2B5EF4-FFF2-40B4-BE49-F238E27FC236}">
                <a16:creationId xmlns:a16="http://schemas.microsoft.com/office/drawing/2014/main" id="{BC684245-349D-4EC7-BD45-33053240C4B7}"/>
              </a:ext>
            </a:extLst>
          </p:cNvPr>
          <p:cNvSpPr>
            <a:spLocks xmlns:a="http://schemas.openxmlformats.org/drawingml/2006/main" noGrp="1"/>
          </p:cNvSpPr>
          <p:nvPr/>
        </p:nvSpPr>
        <p:spPr>
          <a:xfrm xmlns:a="http://schemas.openxmlformats.org/drawingml/2006/main">
            <a:off x="685800" y="60007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550" b="1">
                <a:solidFill>
                  <a:srgbClr val="D7EBA5"/>
                </a:solidFill>
                <a:latin typeface="Arial"/>
                <a:ea typeface="Arial"/>
                <a:cs typeface="Arial"/>
              </a:defRPr>
            </a:defPPr>
            <a:lvl1pPr algn="ctr">
              <a:defRPr sz="2550" b="1">
                <a:solidFill>
                  <a:srgbClr val="D7EBA5"/>
                </a:solidFill>
                <a:latin typeface="Arial"/>
                <a:ea typeface="Arial"/>
                <a:cs typeface="Arial"/>
              </a:defRPr>
            </a:lvl1pPr>
            <a:lvl2pPr algn="ctr">
              <a:defRPr sz="2550" b="1">
                <a:solidFill>
                  <a:srgbClr val="D7EBA5"/>
                </a:solidFill>
                <a:latin typeface="Arial"/>
                <a:ea typeface="Arial"/>
                <a:cs typeface="Arial"/>
              </a:defRPr>
            </a:lvl2pPr>
            <a:lvl3pPr algn="ctr">
              <a:defRPr sz="2550" b="1">
                <a:solidFill>
                  <a:srgbClr val="D7EBA5"/>
                </a:solidFill>
                <a:latin typeface="Arial"/>
                <a:ea typeface="Arial"/>
                <a:cs typeface="Arial"/>
              </a:defRPr>
            </a:lvl3pPr>
            <a:lvl4pPr algn="ctr">
              <a:defRPr sz="2550" b="1">
                <a:solidFill>
                  <a:srgbClr val="D7EBA5"/>
                </a:solidFill>
                <a:latin typeface="Arial"/>
                <a:ea typeface="Arial"/>
                <a:cs typeface="Arial"/>
              </a:defRPr>
            </a:lvl4pPr>
            <a:lvl5pPr algn="ctr">
              <a:defRPr sz="2550" b="1">
                <a:solidFill>
                  <a:srgbClr val="D7EBA5"/>
                </a:solidFill>
                <a:latin typeface="Arial"/>
                <a:ea typeface="Arial"/>
                <a:cs typeface="Arial"/>
              </a:defRPr>
            </a:lvl5pPr>
            <a:lvl6pPr algn="ctr">
              <a:defRPr sz="2550" b="1">
                <a:solidFill>
                  <a:srgbClr val="D7EBA5"/>
                </a:solidFill>
                <a:latin typeface="Arial"/>
                <a:ea typeface="Arial"/>
                <a:cs typeface="Arial"/>
              </a:defRPr>
            </a:lvl6pPr>
            <a:lvl7pPr algn="ctr">
              <a:defRPr sz="2550" b="1">
                <a:solidFill>
                  <a:srgbClr val="D7EBA5"/>
                </a:solidFill>
                <a:latin typeface="Arial"/>
                <a:ea typeface="Arial"/>
                <a:cs typeface="Arial"/>
              </a:defRPr>
            </a:lvl7pPr>
            <a:lvl8pPr algn="ctr">
              <a:defRPr sz="2550" b="1">
                <a:solidFill>
                  <a:srgbClr val="D7EBA5"/>
                </a:solidFill>
                <a:latin typeface="Arial"/>
                <a:ea typeface="Arial"/>
                <a:cs typeface="Arial"/>
              </a:defRPr>
            </a:lvl8pPr>
            <a:lvl9pPr algn="ctr">
              <a:defRPr sz="2550" b="1">
                <a:solidFill>
                  <a:srgbClr val="D7EBA5"/>
                </a:solidFill>
                <a:latin typeface="Arial"/>
                <a:ea typeface="Arial"/>
                <a:cs typeface="Arial"/>
              </a:defRPr>
            </a:lvl9pPr>
          </a:lstStyle>
          <a:p xmlns:a="http://schemas.openxmlformats.org/drawingml/2006/main">
            <a:pPr algn="ctr">
              <a:defRPr sz="2550" b="1">
                <a:solidFill>
                  <a:srgbClr val="D7EBA5"/>
                </a:solidFill>
                <a:latin typeface="Arial"/>
                <a:ea typeface="Arial"/>
                <a:cs typeface="Arial"/>
              </a:defRPr>
            </a:pPr>
            <a:r>
              <a:rPr sz="2550" b="1">
                <a:solidFill>
                  <a:srgbClr val="D7EBA5"/>
                </a:solidFill>
                <a:latin typeface="Arial"/>
                <a:ea typeface="Arial"/>
                <a:cs typeface="Arial"/>
              </a:rPr>
              <a:t>C</a:t>
            </a:r>
          </a:p>
        </p:txBody>
      </p:sp>
      <p:sp>
        <p:nvSpPr>
          <p:cNvPr id="2" name="brand-name">
            <a:extLst xmlns:a="http://schemas.openxmlformats.org/drawingml/2006/main">
              <a:ext uri="{FF2B5EF4-FFF2-40B4-BE49-F238E27FC236}">
                <a16:creationId xmlns:a16="http://schemas.microsoft.com/office/drawing/2014/main" id="{481BFEB7-AD9A-4C21-9A6F-FF20332ADA8F}"/>
              </a:ext>
            </a:extLst>
          </p:cNvPr>
          <p:cNvSpPr>
            <a:spLocks xmlns:a="http://schemas.openxmlformats.org/drawingml/2006/main" noGrp="1"/>
          </p:cNvSpPr>
          <p:nvPr/>
        </p:nvSpPr>
        <p:spPr>
          <a:xfrm xmlns:a="http://schemas.openxmlformats.org/drawingml/2006/main">
            <a:off x="1219200" y="6477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Arial"/>
                <a:ea typeface="Arial"/>
                <a:cs typeface="Arial"/>
              </a:defRPr>
            </a:defPPr>
            <a:lvl1pPr algn="l">
              <a:defRPr sz="1275" b="1">
                <a:solidFill>
                  <a:srgbClr val="FFFFFF"/>
                </a:solidFill>
                <a:latin typeface="Arial"/>
                <a:ea typeface="Arial"/>
                <a:cs typeface="Arial"/>
              </a:defRPr>
            </a:lvl1pPr>
            <a:lvl2pPr algn="l">
              <a:defRPr sz="1275" b="1">
                <a:solidFill>
                  <a:srgbClr val="FFFFFF"/>
                </a:solidFill>
                <a:latin typeface="Arial"/>
                <a:ea typeface="Arial"/>
                <a:cs typeface="Arial"/>
              </a:defRPr>
            </a:lvl2pPr>
            <a:lvl3pPr algn="l">
              <a:defRPr sz="1275" b="1">
                <a:solidFill>
                  <a:srgbClr val="FFFFFF"/>
                </a:solidFill>
                <a:latin typeface="Arial"/>
                <a:ea typeface="Arial"/>
                <a:cs typeface="Arial"/>
              </a:defRPr>
            </a:lvl3pPr>
            <a:lvl4pPr algn="l">
              <a:defRPr sz="1275" b="1">
                <a:solidFill>
                  <a:srgbClr val="FFFFFF"/>
                </a:solidFill>
                <a:latin typeface="Arial"/>
                <a:ea typeface="Arial"/>
                <a:cs typeface="Arial"/>
              </a:defRPr>
            </a:lvl4pPr>
            <a:lvl5pPr algn="l">
              <a:defRPr sz="1275" b="1">
                <a:solidFill>
                  <a:srgbClr val="FFFFFF"/>
                </a:solidFill>
                <a:latin typeface="Arial"/>
                <a:ea typeface="Arial"/>
                <a:cs typeface="Arial"/>
              </a:defRPr>
            </a:lvl5pPr>
            <a:lvl6pPr algn="l">
              <a:defRPr sz="1275" b="1">
                <a:solidFill>
                  <a:srgbClr val="FFFFFF"/>
                </a:solidFill>
                <a:latin typeface="Arial"/>
                <a:ea typeface="Arial"/>
                <a:cs typeface="Arial"/>
              </a:defRPr>
            </a:lvl6pPr>
            <a:lvl7pPr algn="l">
              <a:defRPr sz="1275" b="1">
                <a:solidFill>
                  <a:srgbClr val="FFFFFF"/>
                </a:solidFill>
                <a:latin typeface="Arial"/>
                <a:ea typeface="Arial"/>
                <a:cs typeface="Arial"/>
              </a:defRPr>
            </a:lvl7pPr>
            <a:lvl8pPr algn="l">
              <a:defRPr sz="1275" b="1">
                <a:solidFill>
                  <a:srgbClr val="FFFFFF"/>
                </a:solidFill>
                <a:latin typeface="Arial"/>
                <a:ea typeface="Arial"/>
                <a:cs typeface="Arial"/>
              </a:defRPr>
            </a:lvl8pPr>
            <a:lvl9pPr algn="l">
              <a:defRPr sz="1275" b="1">
                <a:solidFill>
                  <a:srgbClr val="FFFFFF"/>
                </a:solidFill>
                <a:latin typeface="Arial"/>
                <a:ea typeface="Arial"/>
                <a:cs typeface="Arial"/>
              </a:defRPr>
            </a:lvl9pPr>
          </a:lstStyle>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COMMERCELENS</a:t>
            </a:r>
          </a:p>
        </p:txBody>
      </p:sp>
      <p:sp>
        <p:nvSpPr>
          <p:cNvPr id="3" name="cover-kicker">
            <a:extLst xmlns:a="http://schemas.openxmlformats.org/drawingml/2006/main">
              <a:ext uri="{FF2B5EF4-FFF2-40B4-BE49-F238E27FC236}">
                <a16:creationId xmlns:a16="http://schemas.microsoft.com/office/drawing/2014/main" id="{6BCDAE2F-FE71-4A75-A9F0-37D6337D51DE}"/>
              </a:ext>
            </a:extLst>
          </p:cNvPr>
          <p:cNvSpPr>
            <a:spLocks xmlns:a="http://schemas.openxmlformats.org/drawingml/2006/main" noGrp="1"/>
          </p:cNvSpPr>
          <p:nvPr/>
        </p:nvSpPr>
        <p:spPr>
          <a:xfrm xmlns:a="http://schemas.openxmlformats.org/drawingml/2006/main">
            <a:off x="685800" y="17716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D7EBA5"/>
                </a:solidFill>
                <a:latin typeface="Arial"/>
                <a:ea typeface="Arial"/>
                <a:cs typeface="Arial"/>
              </a:defRPr>
            </a:defPPr>
            <a:lvl1pPr algn="l">
              <a:defRPr sz="975" b="1">
                <a:solidFill>
                  <a:srgbClr val="D7EBA5"/>
                </a:solidFill>
                <a:latin typeface="Arial"/>
                <a:ea typeface="Arial"/>
                <a:cs typeface="Arial"/>
              </a:defRPr>
            </a:lvl1pPr>
            <a:lvl2pPr algn="l">
              <a:defRPr sz="975" b="1">
                <a:solidFill>
                  <a:srgbClr val="D7EBA5"/>
                </a:solidFill>
                <a:latin typeface="Arial"/>
                <a:ea typeface="Arial"/>
                <a:cs typeface="Arial"/>
              </a:defRPr>
            </a:lvl2pPr>
            <a:lvl3pPr algn="l">
              <a:defRPr sz="975" b="1">
                <a:solidFill>
                  <a:srgbClr val="D7EBA5"/>
                </a:solidFill>
                <a:latin typeface="Arial"/>
                <a:ea typeface="Arial"/>
                <a:cs typeface="Arial"/>
              </a:defRPr>
            </a:lvl3pPr>
            <a:lvl4pPr algn="l">
              <a:defRPr sz="975" b="1">
                <a:solidFill>
                  <a:srgbClr val="D7EBA5"/>
                </a:solidFill>
                <a:latin typeface="Arial"/>
                <a:ea typeface="Arial"/>
                <a:cs typeface="Arial"/>
              </a:defRPr>
            </a:lvl4pPr>
            <a:lvl5pPr algn="l">
              <a:defRPr sz="975" b="1">
                <a:solidFill>
                  <a:srgbClr val="D7EBA5"/>
                </a:solidFill>
                <a:latin typeface="Arial"/>
                <a:ea typeface="Arial"/>
                <a:cs typeface="Arial"/>
              </a:defRPr>
            </a:lvl5pPr>
            <a:lvl6pPr algn="l">
              <a:defRPr sz="975" b="1">
                <a:solidFill>
                  <a:srgbClr val="D7EBA5"/>
                </a:solidFill>
                <a:latin typeface="Arial"/>
                <a:ea typeface="Arial"/>
                <a:cs typeface="Arial"/>
              </a:defRPr>
            </a:lvl6pPr>
            <a:lvl7pPr algn="l">
              <a:defRPr sz="975" b="1">
                <a:solidFill>
                  <a:srgbClr val="D7EBA5"/>
                </a:solidFill>
                <a:latin typeface="Arial"/>
                <a:ea typeface="Arial"/>
                <a:cs typeface="Arial"/>
              </a:defRPr>
            </a:lvl7pPr>
            <a:lvl8pPr algn="l">
              <a:defRPr sz="975" b="1">
                <a:solidFill>
                  <a:srgbClr val="D7EBA5"/>
                </a:solidFill>
                <a:latin typeface="Arial"/>
                <a:ea typeface="Arial"/>
                <a:cs typeface="Arial"/>
              </a:defRPr>
            </a:lvl8pPr>
            <a:lvl9pPr algn="l">
              <a:defRPr sz="975" b="1">
                <a:solidFill>
                  <a:srgbClr val="D7EBA5"/>
                </a:solidFill>
                <a:latin typeface="Arial"/>
                <a:ea typeface="Arial"/>
                <a:cs typeface="Arial"/>
              </a:defRPr>
            </a:lvl9pPr>
          </a:lstStyle>
          <a:p xmlns:a="http://schemas.openxmlformats.org/drawingml/2006/main">
            <a:pPr algn="l">
              <a:defRPr sz="975" b="1">
                <a:solidFill>
                  <a:srgbClr val="D7EBA5"/>
                </a:solidFill>
                <a:latin typeface="Arial"/>
                <a:ea typeface="Arial"/>
                <a:cs typeface="Arial"/>
              </a:defRPr>
            </a:pPr>
            <a:r>
              <a:rPr sz="975" b="1">
                <a:solidFill>
                  <a:srgbClr val="D7EBA5"/>
                </a:solidFill>
                <a:latin typeface="Arial"/>
                <a:ea typeface="Arial"/>
                <a:cs typeface="Arial"/>
              </a:rPr>
              <a:t>PROJECT 29  ·  FINAL YEAR PROJECT</a:t>
            </a:r>
          </a:p>
        </p:txBody>
      </p:sp>
      <p:sp>
        <p:nvSpPr>
          <p:cNvPr id="4" name="cover-title">
            <a:extLst xmlns:a="http://schemas.openxmlformats.org/drawingml/2006/main">
              <a:ext uri="{FF2B5EF4-FFF2-40B4-BE49-F238E27FC236}">
                <a16:creationId xmlns:a16="http://schemas.microsoft.com/office/drawing/2014/main" id="{807EB330-88FC-415A-9355-96942BDBCF6B}"/>
              </a:ext>
            </a:extLst>
          </p:cNvPr>
          <p:cNvSpPr>
            <a:spLocks xmlns:a="http://schemas.openxmlformats.org/drawingml/2006/main" noGrp="1"/>
          </p:cNvSpPr>
          <p:nvPr/>
        </p:nvSpPr>
        <p:spPr>
          <a:xfrm xmlns:a="http://schemas.openxmlformats.org/drawingml/2006/main">
            <a:off x="685800" y="2266950"/>
            <a:ext cx="7715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350" b="1">
                <a:solidFill>
                  <a:srgbClr val="FFFFFF"/>
                </a:solidFill>
                <a:latin typeface="Arial"/>
                <a:ea typeface="Arial"/>
                <a:cs typeface="Arial"/>
              </a:defRPr>
            </a:defPPr>
            <a:lvl1pPr algn="l">
              <a:defRPr sz="4350" b="1">
                <a:solidFill>
                  <a:srgbClr val="FFFFFF"/>
                </a:solidFill>
                <a:latin typeface="Arial"/>
                <a:ea typeface="Arial"/>
                <a:cs typeface="Arial"/>
              </a:defRPr>
            </a:lvl1pPr>
            <a:lvl2pPr algn="l">
              <a:defRPr sz="4350" b="1">
                <a:solidFill>
                  <a:srgbClr val="FFFFFF"/>
                </a:solidFill>
                <a:latin typeface="Arial"/>
                <a:ea typeface="Arial"/>
                <a:cs typeface="Arial"/>
              </a:defRPr>
            </a:lvl2pPr>
            <a:lvl3pPr algn="l">
              <a:defRPr sz="4350" b="1">
                <a:solidFill>
                  <a:srgbClr val="FFFFFF"/>
                </a:solidFill>
                <a:latin typeface="Arial"/>
                <a:ea typeface="Arial"/>
                <a:cs typeface="Arial"/>
              </a:defRPr>
            </a:lvl3pPr>
            <a:lvl4pPr algn="l">
              <a:defRPr sz="4350" b="1">
                <a:solidFill>
                  <a:srgbClr val="FFFFFF"/>
                </a:solidFill>
                <a:latin typeface="Arial"/>
                <a:ea typeface="Arial"/>
                <a:cs typeface="Arial"/>
              </a:defRPr>
            </a:lvl4pPr>
            <a:lvl5pPr algn="l">
              <a:defRPr sz="4350" b="1">
                <a:solidFill>
                  <a:srgbClr val="FFFFFF"/>
                </a:solidFill>
                <a:latin typeface="Arial"/>
                <a:ea typeface="Arial"/>
                <a:cs typeface="Arial"/>
              </a:defRPr>
            </a:lvl5pPr>
            <a:lvl6pPr algn="l">
              <a:defRPr sz="4350" b="1">
                <a:solidFill>
                  <a:srgbClr val="FFFFFF"/>
                </a:solidFill>
                <a:latin typeface="Arial"/>
                <a:ea typeface="Arial"/>
                <a:cs typeface="Arial"/>
              </a:defRPr>
            </a:lvl6pPr>
            <a:lvl7pPr algn="l">
              <a:defRPr sz="4350" b="1">
                <a:solidFill>
                  <a:srgbClr val="FFFFFF"/>
                </a:solidFill>
                <a:latin typeface="Arial"/>
                <a:ea typeface="Arial"/>
                <a:cs typeface="Arial"/>
              </a:defRPr>
            </a:lvl7pPr>
            <a:lvl8pPr algn="l">
              <a:defRPr sz="4350" b="1">
                <a:solidFill>
                  <a:srgbClr val="FFFFFF"/>
                </a:solidFill>
                <a:latin typeface="Arial"/>
                <a:ea typeface="Arial"/>
                <a:cs typeface="Arial"/>
              </a:defRPr>
            </a:lvl8pPr>
            <a:lvl9pPr algn="l">
              <a:defRPr sz="4350" b="1">
                <a:solidFill>
                  <a:srgbClr val="FFFFFF"/>
                </a:solidFill>
                <a:latin typeface="Arial"/>
                <a:ea typeface="Arial"/>
                <a:cs typeface="Arial"/>
              </a:defRPr>
            </a:lvl9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Online Shopping</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Intelligence Dashboard</a:t>
            </a:r>
          </a:p>
        </p:txBody>
      </p:sp>
      <p:sp>
        <p:nvSpPr>
          <p:cNvPr id="5" name="cover-subtitle">
            <a:extLst xmlns:a="http://schemas.openxmlformats.org/drawingml/2006/main">
              <a:ext uri="{FF2B5EF4-FFF2-40B4-BE49-F238E27FC236}">
                <a16:creationId xmlns:a16="http://schemas.microsoft.com/office/drawing/2014/main" id="{4EDBE55F-9977-41C7-9C1D-BC8C1DFED374}"/>
              </a:ext>
            </a:extLst>
          </p:cNvPr>
          <p:cNvSpPr>
            <a:spLocks xmlns:a="http://schemas.openxmlformats.org/drawingml/2006/main" noGrp="1"/>
          </p:cNvSpPr>
          <p:nvPr/>
        </p:nvSpPr>
        <p:spPr>
          <a:xfrm xmlns:a="http://schemas.openxmlformats.org/drawingml/2006/main">
            <a:off x="723900" y="4152900"/>
            <a:ext cx="7096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D6E2DD"/>
                </a:solidFill>
                <a:latin typeface="Arial"/>
                <a:ea typeface="Arial"/>
                <a:cs typeface="Arial"/>
              </a:defRPr>
            </a:defPPr>
            <a:lvl1pPr algn="l">
              <a:defRPr sz="1725" b="0">
                <a:solidFill>
                  <a:srgbClr val="D6E2DD"/>
                </a:solidFill>
                <a:latin typeface="Arial"/>
                <a:ea typeface="Arial"/>
                <a:cs typeface="Arial"/>
              </a:defRPr>
            </a:lvl1pPr>
            <a:lvl2pPr algn="l">
              <a:defRPr sz="1725" b="0">
                <a:solidFill>
                  <a:srgbClr val="D6E2DD"/>
                </a:solidFill>
                <a:latin typeface="Arial"/>
                <a:ea typeface="Arial"/>
                <a:cs typeface="Arial"/>
              </a:defRPr>
            </a:lvl2pPr>
            <a:lvl3pPr algn="l">
              <a:defRPr sz="1725" b="0">
                <a:solidFill>
                  <a:srgbClr val="D6E2DD"/>
                </a:solidFill>
                <a:latin typeface="Arial"/>
                <a:ea typeface="Arial"/>
                <a:cs typeface="Arial"/>
              </a:defRPr>
            </a:lvl3pPr>
            <a:lvl4pPr algn="l">
              <a:defRPr sz="1725" b="0">
                <a:solidFill>
                  <a:srgbClr val="D6E2DD"/>
                </a:solidFill>
                <a:latin typeface="Arial"/>
                <a:ea typeface="Arial"/>
                <a:cs typeface="Arial"/>
              </a:defRPr>
            </a:lvl4pPr>
            <a:lvl5pPr algn="l">
              <a:defRPr sz="1725" b="0">
                <a:solidFill>
                  <a:srgbClr val="D6E2DD"/>
                </a:solidFill>
                <a:latin typeface="Arial"/>
                <a:ea typeface="Arial"/>
                <a:cs typeface="Arial"/>
              </a:defRPr>
            </a:lvl5pPr>
            <a:lvl6pPr algn="l">
              <a:defRPr sz="1725" b="0">
                <a:solidFill>
                  <a:srgbClr val="D6E2DD"/>
                </a:solidFill>
                <a:latin typeface="Arial"/>
                <a:ea typeface="Arial"/>
                <a:cs typeface="Arial"/>
              </a:defRPr>
            </a:lvl6pPr>
            <a:lvl7pPr algn="l">
              <a:defRPr sz="1725" b="0">
                <a:solidFill>
                  <a:srgbClr val="D6E2DD"/>
                </a:solidFill>
                <a:latin typeface="Arial"/>
                <a:ea typeface="Arial"/>
                <a:cs typeface="Arial"/>
              </a:defRPr>
            </a:lvl7pPr>
            <a:lvl8pPr algn="l">
              <a:defRPr sz="1725" b="0">
                <a:solidFill>
                  <a:srgbClr val="D6E2DD"/>
                </a:solidFill>
                <a:latin typeface="Arial"/>
                <a:ea typeface="Arial"/>
                <a:cs typeface="Arial"/>
              </a:defRPr>
            </a:lvl8pPr>
            <a:lvl9pPr algn="l">
              <a:defRPr sz="1725" b="0">
                <a:solidFill>
                  <a:srgbClr val="D6E2DD"/>
                </a:solidFill>
                <a:latin typeface="Arial"/>
                <a:ea typeface="Arial"/>
                <a:cs typeface="Arial"/>
              </a:defRPr>
            </a:lvl9pPr>
          </a:lstStyle>
          <a:p xmlns:a="http://schemas.openxmlformats.org/drawingml/2006/main">
            <a:pPr algn="l">
              <a:defRPr sz="1725" b="0">
                <a:solidFill>
                  <a:srgbClr val="D6E2DD"/>
                </a:solidFill>
                <a:latin typeface="Arial"/>
                <a:ea typeface="Arial"/>
                <a:cs typeface="Arial"/>
              </a:defRPr>
            </a:pPr>
            <a:r>
              <a:rPr sz="1725" b="0">
                <a:solidFill>
                  <a:srgbClr val="D6E2DD"/>
                </a:solidFill>
                <a:latin typeface="Arial"/>
                <a:ea typeface="Arial"/>
                <a:cs typeface="Arial"/>
              </a:rPr>
              <a:t>A browser-based system for sales analysis, customer grouping and basket insights</a:t>
            </a:r>
          </a:p>
        </p:txBody>
      </p:sp>
      <p:sp>
        <p:nvSpPr>
          <p:cNvPr id="6" name="cover-meta">
            <a:extLst xmlns:a="http://schemas.openxmlformats.org/drawingml/2006/main">
              <a:ext uri="{FF2B5EF4-FFF2-40B4-BE49-F238E27FC236}">
                <a16:creationId xmlns:a16="http://schemas.microsoft.com/office/drawing/2014/main" id="{826FCB27-0EDC-4036-A18D-77A311D258A1}"/>
              </a:ext>
            </a:extLst>
          </p:cNvPr>
          <p:cNvSpPr>
            <a:spLocks xmlns:a="http://schemas.openxmlformats.org/drawingml/2006/main" noGrp="1"/>
          </p:cNvSpPr>
          <p:nvPr/>
        </p:nvSpPr>
        <p:spPr>
          <a:xfrm xmlns:a="http://schemas.openxmlformats.org/drawingml/2006/main">
            <a:off x="723900" y="5429250"/>
            <a:ext cx="800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B5C8C1"/>
                </a:solidFill>
                <a:latin typeface="Arial"/>
                <a:ea typeface="Arial"/>
                <a:cs typeface="Arial"/>
              </a:defRPr>
            </a:defPPr>
            <a:lvl1pPr algn="l">
              <a:defRPr sz="1125" b="0">
                <a:solidFill>
                  <a:srgbClr val="B5C8C1"/>
                </a:solidFill>
                <a:latin typeface="Arial"/>
                <a:ea typeface="Arial"/>
                <a:cs typeface="Arial"/>
              </a:defRPr>
            </a:lvl1pPr>
            <a:lvl2pPr algn="l">
              <a:defRPr sz="1125" b="0">
                <a:solidFill>
                  <a:srgbClr val="B5C8C1"/>
                </a:solidFill>
                <a:latin typeface="Arial"/>
                <a:ea typeface="Arial"/>
                <a:cs typeface="Arial"/>
              </a:defRPr>
            </a:lvl2pPr>
            <a:lvl3pPr algn="l">
              <a:defRPr sz="1125" b="0">
                <a:solidFill>
                  <a:srgbClr val="B5C8C1"/>
                </a:solidFill>
                <a:latin typeface="Arial"/>
                <a:ea typeface="Arial"/>
                <a:cs typeface="Arial"/>
              </a:defRPr>
            </a:lvl3pPr>
            <a:lvl4pPr algn="l">
              <a:defRPr sz="1125" b="0">
                <a:solidFill>
                  <a:srgbClr val="B5C8C1"/>
                </a:solidFill>
                <a:latin typeface="Arial"/>
                <a:ea typeface="Arial"/>
                <a:cs typeface="Arial"/>
              </a:defRPr>
            </a:lvl4pPr>
            <a:lvl5pPr algn="l">
              <a:defRPr sz="1125" b="0">
                <a:solidFill>
                  <a:srgbClr val="B5C8C1"/>
                </a:solidFill>
                <a:latin typeface="Arial"/>
                <a:ea typeface="Arial"/>
                <a:cs typeface="Arial"/>
              </a:defRPr>
            </a:lvl5pPr>
            <a:lvl6pPr algn="l">
              <a:defRPr sz="1125" b="0">
                <a:solidFill>
                  <a:srgbClr val="B5C8C1"/>
                </a:solidFill>
                <a:latin typeface="Arial"/>
                <a:ea typeface="Arial"/>
                <a:cs typeface="Arial"/>
              </a:defRPr>
            </a:lvl6pPr>
            <a:lvl7pPr algn="l">
              <a:defRPr sz="1125" b="0">
                <a:solidFill>
                  <a:srgbClr val="B5C8C1"/>
                </a:solidFill>
                <a:latin typeface="Arial"/>
                <a:ea typeface="Arial"/>
                <a:cs typeface="Arial"/>
              </a:defRPr>
            </a:lvl7pPr>
            <a:lvl8pPr algn="l">
              <a:defRPr sz="1125" b="0">
                <a:solidFill>
                  <a:srgbClr val="B5C8C1"/>
                </a:solidFill>
                <a:latin typeface="Arial"/>
                <a:ea typeface="Arial"/>
                <a:cs typeface="Arial"/>
              </a:defRPr>
            </a:lvl8pPr>
            <a:lvl9pPr algn="l">
              <a:defRPr sz="1125" b="0">
                <a:solidFill>
                  <a:srgbClr val="B5C8C1"/>
                </a:solidFill>
                <a:latin typeface="Arial"/>
                <a:ea typeface="Arial"/>
                <a:cs typeface="Arial"/>
              </a:defRPr>
            </a:lvl9pPr>
          </a:lstStyle>
          <a:p xmlns:a="http://schemas.openxmlformats.org/drawingml/2006/main">
            <a:pPr algn="l">
              <a:defRPr sz="1125" b="0">
                <a:solidFill>
                  <a:srgbClr val="B5C8C1"/>
                </a:solidFill>
                <a:latin typeface="Arial"/>
                <a:ea typeface="Arial"/>
                <a:cs typeface="Arial"/>
              </a:defRPr>
            </a:pPr>
            <a:r>
              <a:rPr sz="1125" b="0">
                <a:solidFill>
                  <a:srgbClr val="B5C8C1"/>
                </a:solidFill>
                <a:latin typeface="Arial"/>
                <a:ea typeface="Arial"/>
                <a:cs typeface="Arial"/>
              </a:rPr>
              <a:t>Presented by  [Student Name]    ·    Guided by  [Guide Name]</a:t>
            </a:r>
          </a:p>
        </p:txBody>
      </p:sp>
      <p:sp>
        <p:nvSpPr>
          <p:cNvPr id="7" name="">
            <a:extLst xmlns:a="http://schemas.openxmlformats.org/drawingml/2006/main">
              <a:ext uri="{FF2B5EF4-FFF2-40B4-BE49-F238E27FC236}">
                <a16:creationId xmlns:a16="http://schemas.microsoft.com/office/drawing/2014/main" id="{0E85440A-B054-4918-A93F-26D6987F77E5}"/>
              </a:ext>
            </a:extLst>
          </p:cNvPr>
          <p:cNvSpPr>
            <a:spLocks xmlns:a="http://schemas.openxmlformats.org/drawingml/2006/main" noGrp="1"/>
          </p:cNvSpPr>
          <p:nvPr/>
        </p:nvSpPr>
        <p:spPr>
          <a:xfrm xmlns:a="http://schemas.openxmlformats.org/drawingml/2006/main">
            <a:off x="685800" y="5953125"/>
            <a:ext cx="10820400" cy="0"/>
          </a:xfrm>
          <a:prstGeom xmlns:a="http://schemas.openxmlformats.org/drawingml/2006/main" prst="line">
            <a:avLst/>
          </a:prstGeom>
          <a:noFill xmlns:a="http://schemas.openxmlformats.org/drawingml/2006/main"/>
          <a:ln xmlns:a="http://schemas.openxmlformats.org/drawingml/2006/main" w="9525">
            <a:solidFill>
              <a:srgbClr val="45615A"/>
            </a:solidFill>
            <a:prstDash val="solid"/>
          </a:ln>
        </p:spPr>
      </p:sp>
      <p:sp>
        <p:nvSpPr>
          <p:cNvPr id="8" name="cover-year">
            <a:extLst xmlns:a="http://schemas.openxmlformats.org/drawingml/2006/main">
              <a:ext uri="{FF2B5EF4-FFF2-40B4-BE49-F238E27FC236}">
                <a16:creationId xmlns:a16="http://schemas.microsoft.com/office/drawing/2014/main" id="{21615EF0-4091-48C7-8771-7D992424F10D}"/>
              </a:ext>
            </a:extLst>
          </p:cNvPr>
          <p:cNvSpPr>
            <a:spLocks xmlns:a="http://schemas.openxmlformats.org/drawingml/2006/main" noGrp="1"/>
          </p:cNvSpPr>
          <p:nvPr/>
        </p:nvSpPr>
        <p:spPr>
          <a:xfrm xmlns:a="http://schemas.openxmlformats.org/drawingml/2006/main">
            <a:off x="723900" y="6115050"/>
            <a:ext cx="628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B5C8C1"/>
                </a:solidFill>
                <a:latin typeface="Arial"/>
                <a:ea typeface="Arial"/>
                <a:cs typeface="Arial"/>
              </a:defRPr>
            </a:defPPr>
            <a:lvl1pPr algn="l">
              <a:defRPr sz="975" b="0">
                <a:solidFill>
                  <a:srgbClr val="B5C8C1"/>
                </a:solidFill>
                <a:latin typeface="Arial"/>
                <a:ea typeface="Arial"/>
                <a:cs typeface="Arial"/>
              </a:defRPr>
            </a:lvl1pPr>
            <a:lvl2pPr algn="l">
              <a:defRPr sz="975" b="0">
                <a:solidFill>
                  <a:srgbClr val="B5C8C1"/>
                </a:solidFill>
                <a:latin typeface="Arial"/>
                <a:ea typeface="Arial"/>
                <a:cs typeface="Arial"/>
              </a:defRPr>
            </a:lvl2pPr>
            <a:lvl3pPr algn="l">
              <a:defRPr sz="975" b="0">
                <a:solidFill>
                  <a:srgbClr val="B5C8C1"/>
                </a:solidFill>
                <a:latin typeface="Arial"/>
                <a:ea typeface="Arial"/>
                <a:cs typeface="Arial"/>
              </a:defRPr>
            </a:lvl3pPr>
            <a:lvl4pPr algn="l">
              <a:defRPr sz="975" b="0">
                <a:solidFill>
                  <a:srgbClr val="B5C8C1"/>
                </a:solidFill>
                <a:latin typeface="Arial"/>
                <a:ea typeface="Arial"/>
                <a:cs typeface="Arial"/>
              </a:defRPr>
            </a:lvl4pPr>
            <a:lvl5pPr algn="l">
              <a:defRPr sz="975" b="0">
                <a:solidFill>
                  <a:srgbClr val="B5C8C1"/>
                </a:solidFill>
                <a:latin typeface="Arial"/>
                <a:ea typeface="Arial"/>
                <a:cs typeface="Arial"/>
              </a:defRPr>
            </a:lvl5pPr>
            <a:lvl6pPr algn="l">
              <a:defRPr sz="975" b="0">
                <a:solidFill>
                  <a:srgbClr val="B5C8C1"/>
                </a:solidFill>
                <a:latin typeface="Arial"/>
                <a:ea typeface="Arial"/>
                <a:cs typeface="Arial"/>
              </a:defRPr>
            </a:lvl6pPr>
            <a:lvl7pPr algn="l">
              <a:defRPr sz="975" b="0">
                <a:solidFill>
                  <a:srgbClr val="B5C8C1"/>
                </a:solidFill>
                <a:latin typeface="Arial"/>
                <a:ea typeface="Arial"/>
                <a:cs typeface="Arial"/>
              </a:defRPr>
            </a:lvl7pPr>
            <a:lvl8pPr algn="l">
              <a:defRPr sz="975" b="0">
                <a:solidFill>
                  <a:srgbClr val="B5C8C1"/>
                </a:solidFill>
                <a:latin typeface="Arial"/>
                <a:ea typeface="Arial"/>
                <a:cs typeface="Arial"/>
              </a:defRPr>
            </a:lvl8pPr>
            <a:lvl9pPr algn="l">
              <a:defRPr sz="975" b="0">
                <a:solidFill>
                  <a:srgbClr val="B5C8C1"/>
                </a:solidFill>
                <a:latin typeface="Arial"/>
                <a:ea typeface="Arial"/>
                <a:cs typeface="Arial"/>
              </a:defRPr>
            </a:lvl9pPr>
          </a:lstStyle>
          <a:p xmlns:a="http://schemas.openxmlformats.org/drawingml/2006/main">
            <a:pPr algn="l">
              <a:defRPr sz="975" b="0">
                <a:solidFill>
                  <a:srgbClr val="B5C8C1"/>
                </a:solidFill>
                <a:latin typeface="Arial"/>
                <a:ea typeface="Arial"/>
                <a:cs typeface="Arial"/>
              </a:defRPr>
            </a:pPr>
            <a:r>
              <a:rPr sz="975" b="0">
                <a:solidFill>
                  <a:srgbClr val="B5C8C1"/>
                </a:solidFill>
                <a:latin typeface="Arial"/>
                <a:ea typeface="Arial"/>
                <a:cs typeface="Arial"/>
              </a:rPr>
              <a:t>[Institution Name]  ·  [Academic Year]</a:t>
            </a:r>
          </a:p>
        </p:txBody>
      </p:sp>
    </p:spTree>
    <p:extLst>
      <p:ext uri="{BB962C8B-B14F-4D97-AF65-F5344CB8AC3E}">
        <p14:creationId xmlns:p14="http://schemas.microsoft.com/office/powerpoint/2010/main" val="1197922571"/>
      </p:ext>
    </p:extLst>
  </p:cSld>
</p:sld>
</file>

<file path=ppt/slides/slide2.xml><?xml version="1.0" encoding="utf-8"?>
<p:sld xmlns:p="http://schemas.openxmlformats.org/presentationml/2006/main">
  <p:cSld>
    <p:bg>
      <p:bgPr>
        <a:solidFill xmlns:a="http://schemas.openxmlformats.org/drawingml/2006/main">
          <a:srgbClr val="F4F5EF"/>
        </a:solidFill>
      </p:bgPr>
    </p:bg>
    <p:spTree>
      <p:nvGrpSpPr>
        <p:cNvPr id="1" name=""/>
        <p:cNvGrpSpPr/>
        <p:nvPr/>
      </p:nvGrpSpPr>
      <p:grpSpPr>
        <a:xfrm xmlns:a="http://schemas.openxmlformats.org/drawingml/2006/main"/>
      </p:grpSpPr>
      <p:sp>
        <p:nvSpPr>
          <p:cNvPr id="22" name="section-label">
            <a:extLst xmlns:a="http://schemas.openxmlformats.org/drawingml/2006/main">
              <a:ext uri="{FF2B5EF4-FFF2-40B4-BE49-F238E27FC236}">
                <a16:creationId xmlns:a16="http://schemas.microsoft.com/office/drawing/2014/main" id="{CBAF2419-28A9-4073-802A-A7C96CEFFE95}"/>
              </a:ext>
            </a:extLst>
          </p:cNvPr>
          <p:cNvSpPr>
            <a:spLocks xmlns:a="http://schemas.openxmlformats.org/drawingml/2006/main" noGrp="1"/>
          </p:cNvSpPr>
          <p:nvPr/>
        </p:nvSpPr>
        <p:spPr>
          <a:xfrm xmlns:a="http://schemas.openxmlformats.org/drawingml/2006/main">
            <a:off x="609600" y="381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77F69"/>
                </a:solidFill>
                <a:latin typeface="Arial"/>
                <a:ea typeface="Arial"/>
                <a:cs typeface="Arial"/>
              </a:defRPr>
            </a:defPPr>
            <a:lvl1pPr algn="l">
              <a:defRPr sz="900" b="1">
                <a:solidFill>
                  <a:srgbClr val="177F69"/>
                </a:solidFill>
                <a:latin typeface="Arial"/>
                <a:ea typeface="Arial"/>
                <a:cs typeface="Arial"/>
              </a:defRPr>
            </a:lvl1pPr>
            <a:lvl2pPr algn="l">
              <a:defRPr sz="900" b="1">
                <a:solidFill>
                  <a:srgbClr val="177F69"/>
                </a:solidFill>
                <a:latin typeface="Arial"/>
                <a:ea typeface="Arial"/>
                <a:cs typeface="Arial"/>
              </a:defRPr>
            </a:lvl2pPr>
            <a:lvl3pPr algn="l">
              <a:defRPr sz="900" b="1">
                <a:solidFill>
                  <a:srgbClr val="177F69"/>
                </a:solidFill>
                <a:latin typeface="Arial"/>
                <a:ea typeface="Arial"/>
                <a:cs typeface="Arial"/>
              </a:defRPr>
            </a:lvl3pPr>
            <a:lvl4pPr algn="l">
              <a:defRPr sz="900" b="1">
                <a:solidFill>
                  <a:srgbClr val="177F69"/>
                </a:solidFill>
                <a:latin typeface="Arial"/>
                <a:ea typeface="Arial"/>
                <a:cs typeface="Arial"/>
              </a:defRPr>
            </a:lvl4pPr>
            <a:lvl5pPr algn="l">
              <a:defRPr sz="900" b="1">
                <a:solidFill>
                  <a:srgbClr val="177F69"/>
                </a:solidFill>
                <a:latin typeface="Arial"/>
                <a:ea typeface="Arial"/>
                <a:cs typeface="Arial"/>
              </a:defRPr>
            </a:lvl5pPr>
            <a:lvl6pPr algn="l">
              <a:defRPr sz="900" b="1">
                <a:solidFill>
                  <a:srgbClr val="177F69"/>
                </a:solidFill>
                <a:latin typeface="Arial"/>
                <a:ea typeface="Arial"/>
                <a:cs typeface="Arial"/>
              </a:defRPr>
            </a:lvl6pPr>
            <a:lvl7pPr algn="l">
              <a:defRPr sz="900" b="1">
                <a:solidFill>
                  <a:srgbClr val="177F69"/>
                </a:solidFill>
                <a:latin typeface="Arial"/>
                <a:ea typeface="Arial"/>
                <a:cs typeface="Arial"/>
              </a:defRPr>
            </a:lvl7pPr>
            <a:lvl8pPr algn="l">
              <a:defRPr sz="900" b="1">
                <a:solidFill>
                  <a:srgbClr val="177F69"/>
                </a:solidFill>
                <a:latin typeface="Arial"/>
                <a:ea typeface="Arial"/>
                <a:cs typeface="Arial"/>
              </a:defRPr>
            </a:lvl8pPr>
            <a:lvl9pPr algn="l">
              <a:defRPr sz="900" b="1">
                <a:solidFill>
                  <a:srgbClr val="177F69"/>
                </a:solidFill>
                <a:latin typeface="Arial"/>
                <a:ea typeface="Arial"/>
                <a:cs typeface="Arial"/>
              </a:defRPr>
            </a:lvl9pPr>
          </a:lstStyle>
          <a:p xmlns:a="http://schemas.openxmlformats.org/drawingml/2006/main">
            <a:pPr algn="l">
              <a:defRPr sz="900" b="1">
                <a:solidFill>
                  <a:srgbClr val="177F69"/>
                </a:solidFill>
                <a:latin typeface="Arial"/>
                <a:ea typeface="Arial"/>
                <a:cs typeface="Arial"/>
              </a:defRPr>
            </a:pPr>
            <a:r>
              <a:rPr sz="900" b="1">
                <a:solidFill>
                  <a:srgbClr val="177F69"/>
                </a:solidFill>
                <a:latin typeface="Arial"/>
                <a:ea typeface="Arial"/>
                <a:cs typeface="Arial"/>
              </a:rPr>
              <a:t>01  PROJECT CONTEXT</a:t>
            </a:r>
          </a:p>
        </p:txBody>
      </p:sp>
      <p:sp>
        <p:nvSpPr>
          <p:cNvPr id="2" name="slide-title">
            <a:extLst xmlns:a="http://schemas.openxmlformats.org/drawingml/2006/main">
              <a:ext uri="{FF2B5EF4-FFF2-40B4-BE49-F238E27FC236}">
                <a16:creationId xmlns:a16="http://schemas.microsoft.com/office/drawing/2014/main" id="{D0596F77-ED6E-4B68-B2C4-5BC82A3B9D4C}"/>
              </a:ext>
            </a:extLst>
          </p:cNvPr>
          <p:cNvSpPr>
            <a:spLocks xmlns:a="http://schemas.openxmlformats.org/drawingml/2006/main" noGrp="1"/>
          </p:cNvSpPr>
          <p:nvPr/>
        </p:nvSpPr>
        <p:spPr>
          <a:xfrm xmlns:a="http://schemas.openxmlformats.org/drawingml/2006/main">
            <a:off x="609600" y="714375"/>
            <a:ext cx="10906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83D37"/>
                </a:solidFill>
                <a:latin typeface="Arial"/>
                <a:ea typeface="Arial"/>
                <a:cs typeface="Arial"/>
              </a:defRPr>
            </a:defPPr>
            <a:lvl1pPr algn="l">
              <a:defRPr sz="3225" b="1">
                <a:solidFill>
                  <a:srgbClr val="183D37"/>
                </a:solidFill>
                <a:latin typeface="Arial"/>
                <a:ea typeface="Arial"/>
                <a:cs typeface="Arial"/>
              </a:defRPr>
            </a:lvl1pPr>
            <a:lvl2pPr algn="l">
              <a:defRPr sz="3225" b="1">
                <a:solidFill>
                  <a:srgbClr val="183D37"/>
                </a:solidFill>
                <a:latin typeface="Arial"/>
                <a:ea typeface="Arial"/>
                <a:cs typeface="Arial"/>
              </a:defRPr>
            </a:lvl2pPr>
            <a:lvl3pPr algn="l">
              <a:defRPr sz="3225" b="1">
                <a:solidFill>
                  <a:srgbClr val="183D37"/>
                </a:solidFill>
                <a:latin typeface="Arial"/>
                <a:ea typeface="Arial"/>
                <a:cs typeface="Arial"/>
              </a:defRPr>
            </a:lvl3pPr>
            <a:lvl4pPr algn="l">
              <a:defRPr sz="3225" b="1">
                <a:solidFill>
                  <a:srgbClr val="183D37"/>
                </a:solidFill>
                <a:latin typeface="Arial"/>
                <a:ea typeface="Arial"/>
                <a:cs typeface="Arial"/>
              </a:defRPr>
            </a:lvl4pPr>
            <a:lvl5pPr algn="l">
              <a:defRPr sz="3225" b="1">
                <a:solidFill>
                  <a:srgbClr val="183D37"/>
                </a:solidFill>
                <a:latin typeface="Arial"/>
                <a:ea typeface="Arial"/>
                <a:cs typeface="Arial"/>
              </a:defRPr>
            </a:lvl5pPr>
            <a:lvl6pPr algn="l">
              <a:defRPr sz="3225" b="1">
                <a:solidFill>
                  <a:srgbClr val="183D37"/>
                </a:solidFill>
                <a:latin typeface="Arial"/>
                <a:ea typeface="Arial"/>
                <a:cs typeface="Arial"/>
              </a:defRPr>
            </a:lvl6pPr>
            <a:lvl7pPr algn="l">
              <a:defRPr sz="3225" b="1">
                <a:solidFill>
                  <a:srgbClr val="183D37"/>
                </a:solidFill>
                <a:latin typeface="Arial"/>
                <a:ea typeface="Arial"/>
                <a:cs typeface="Arial"/>
              </a:defRPr>
            </a:lvl7pPr>
            <a:lvl8pPr algn="l">
              <a:defRPr sz="3225" b="1">
                <a:solidFill>
                  <a:srgbClr val="183D37"/>
                </a:solidFill>
                <a:latin typeface="Arial"/>
                <a:ea typeface="Arial"/>
                <a:cs typeface="Arial"/>
              </a:defRPr>
            </a:lvl8pPr>
            <a:lvl9pPr algn="l">
              <a:defRPr sz="3225" b="1">
                <a:solidFill>
                  <a:srgbClr val="183D37"/>
                </a:solidFill>
                <a:latin typeface="Arial"/>
                <a:ea typeface="Arial"/>
                <a:cs typeface="Arial"/>
              </a:defRPr>
            </a:lvl9pPr>
          </a:lstStyle>
          <a:p xmlns:a="http://schemas.openxmlformats.org/drawingml/2006/main">
            <a:pPr algn="l">
              <a:defRPr sz="3225" b="1">
                <a:solidFill>
                  <a:srgbClr val="183D37"/>
                </a:solidFill>
                <a:latin typeface="Arial"/>
                <a:ea typeface="Arial"/>
                <a:cs typeface="Arial"/>
              </a:defRPr>
            </a:pPr>
            <a:r>
              <a:rPr sz="3225" b="1">
                <a:solidFill>
                  <a:srgbClr val="183D37"/>
                </a:solidFill>
                <a:latin typeface="Arial"/>
                <a:ea typeface="Arial"/>
                <a:cs typeface="Arial"/>
              </a:rPr>
              <a:t>Raw orders hide useful patterns</a:t>
            </a:r>
          </a:p>
        </p:txBody>
      </p:sp>
      <p:sp>
        <p:nvSpPr>
          <p:cNvPr id="3" name="slide-subtitle">
            <a:extLst xmlns:a="http://schemas.openxmlformats.org/drawingml/2006/main">
              <a:ext uri="{FF2B5EF4-FFF2-40B4-BE49-F238E27FC236}">
                <a16:creationId xmlns:a16="http://schemas.microsoft.com/office/drawing/2014/main" id="{F2DD41B9-54AD-4046-900F-8C37F57C5407}"/>
              </a:ext>
            </a:extLst>
          </p:cNvPr>
          <p:cNvSpPr>
            <a:spLocks xmlns:a="http://schemas.openxmlformats.org/drawingml/2006/main" noGrp="1"/>
          </p:cNvSpPr>
          <p:nvPr/>
        </p:nvSpPr>
        <p:spPr>
          <a:xfrm xmlns:a="http://schemas.openxmlformats.org/drawingml/2006/main">
            <a:off x="609600" y="1333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E807B"/>
                </a:solidFill>
                <a:latin typeface="Arial"/>
                <a:ea typeface="Arial"/>
                <a:cs typeface="Arial"/>
              </a:defRPr>
            </a:defPPr>
            <a:lvl1pPr algn="l">
              <a:defRPr sz="1500" b="0">
                <a:solidFill>
                  <a:srgbClr val="6E807B"/>
                </a:solidFill>
                <a:latin typeface="Arial"/>
                <a:ea typeface="Arial"/>
                <a:cs typeface="Arial"/>
              </a:defRPr>
            </a:lvl1pPr>
            <a:lvl2pPr algn="l">
              <a:defRPr sz="1500" b="0">
                <a:solidFill>
                  <a:srgbClr val="6E807B"/>
                </a:solidFill>
                <a:latin typeface="Arial"/>
                <a:ea typeface="Arial"/>
                <a:cs typeface="Arial"/>
              </a:defRPr>
            </a:lvl2pPr>
            <a:lvl3pPr algn="l">
              <a:defRPr sz="1500" b="0">
                <a:solidFill>
                  <a:srgbClr val="6E807B"/>
                </a:solidFill>
                <a:latin typeface="Arial"/>
                <a:ea typeface="Arial"/>
                <a:cs typeface="Arial"/>
              </a:defRPr>
            </a:lvl3pPr>
            <a:lvl4pPr algn="l">
              <a:defRPr sz="1500" b="0">
                <a:solidFill>
                  <a:srgbClr val="6E807B"/>
                </a:solidFill>
                <a:latin typeface="Arial"/>
                <a:ea typeface="Arial"/>
                <a:cs typeface="Arial"/>
              </a:defRPr>
            </a:lvl4pPr>
            <a:lvl5pPr algn="l">
              <a:defRPr sz="1500" b="0">
                <a:solidFill>
                  <a:srgbClr val="6E807B"/>
                </a:solidFill>
                <a:latin typeface="Arial"/>
                <a:ea typeface="Arial"/>
                <a:cs typeface="Arial"/>
              </a:defRPr>
            </a:lvl5pPr>
            <a:lvl6pPr algn="l">
              <a:defRPr sz="1500" b="0">
                <a:solidFill>
                  <a:srgbClr val="6E807B"/>
                </a:solidFill>
                <a:latin typeface="Arial"/>
                <a:ea typeface="Arial"/>
                <a:cs typeface="Arial"/>
              </a:defRPr>
            </a:lvl6pPr>
            <a:lvl7pPr algn="l">
              <a:defRPr sz="1500" b="0">
                <a:solidFill>
                  <a:srgbClr val="6E807B"/>
                </a:solidFill>
                <a:latin typeface="Arial"/>
                <a:ea typeface="Arial"/>
                <a:cs typeface="Arial"/>
              </a:defRPr>
            </a:lvl7pPr>
            <a:lvl8pPr algn="l">
              <a:defRPr sz="1500" b="0">
                <a:solidFill>
                  <a:srgbClr val="6E807B"/>
                </a:solidFill>
                <a:latin typeface="Arial"/>
                <a:ea typeface="Arial"/>
                <a:cs typeface="Arial"/>
              </a:defRPr>
            </a:lvl8pPr>
            <a:lvl9pPr algn="l">
              <a:defRPr sz="1500" b="0">
                <a:solidFill>
                  <a:srgbClr val="6E807B"/>
                </a:solidFill>
                <a:latin typeface="Arial"/>
                <a:ea typeface="Arial"/>
                <a:cs typeface="Arial"/>
              </a:defRPr>
            </a:lvl9pPr>
          </a:lstStyle>
          <a:p xmlns:a="http://schemas.openxmlformats.org/drawingml/2006/main">
            <a:pPr algn="l">
              <a:defRPr sz="1500" b="0">
                <a:solidFill>
                  <a:srgbClr val="6E807B"/>
                </a:solidFill>
                <a:latin typeface="Arial"/>
                <a:ea typeface="Arial"/>
                <a:cs typeface="Arial"/>
              </a:defRPr>
            </a:pPr>
            <a:r>
              <a:rPr sz="1500" b="0">
                <a:solidFill>
                  <a:srgbClr val="6E807B"/>
                </a:solidFill>
                <a:latin typeface="Arial"/>
                <a:ea typeface="Arial"/>
                <a:cs typeface="Arial"/>
              </a:rPr>
              <a:t>CommerceLens turns item-level records into a set of clear, inspectable views.</a:t>
            </a:r>
          </a:p>
        </p:txBody>
      </p:sp>
      <p:sp>
        <p:nvSpPr>
          <p:cNvPr id="4" name="">
            <a:extLst xmlns:a="http://schemas.openxmlformats.org/drawingml/2006/main">
              <a:ext uri="{FF2B5EF4-FFF2-40B4-BE49-F238E27FC236}">
                <a16:creationId xmlns:a16="http://schemas.microsoft.com/office/drawing/2014/main" id="{CA29EB21-942F-4C44-980D-39555FAC8ACE}"/>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CD7D1"/>
            </a:solidFill>
            <a:prstDash val="solid"/>
          </a:ln>
        </p:spPr>
      </p:sp>
      <p:sp>
        <p:nvSpPr>
          <p:cNvPr id="5" name="footer-brand">
            <a:extLst xmlns:a="http://schemas.openxmlformats.org/drawingml/2006/main">
              <a:ext uri="{FF2B5EF4-FFF2-40B4-BE49-F238E27FC236}">
                <a16:creationId xmlns:a16="http://schemas.microsoft.com/office/drawing/2014/main" id="{F886A735-8E7A-4699-B7AA-D84213C0D262}"/>
              </a:ext>
            </a:extLst>
          </p:cNvPr>
          <p:cNvSpPr>
            <a:spLocks xmlns:a="http://schemas.openxmlformats.org/drawingml/2006/main" noGrp="1"/>
          </p:cNvSpPr>
          <p:nvPr/>
        </p:nvSpPr>
        <p:spPr>
          <a:xfrm xmlns:a="http://schemas.openxmlformats.org/drawingml/2006/main">
            <a:off x="609600" y="64865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6E807B"/>
                </a:solidFill>
                <a:latin typeface="Arial"/>
                <a:ea typeface="Arial"/>
                <a:cs typeface="Arial"/>
              </a:defRPr>
            </a:defPPr>
            <a:lvl1pPr algn="l">
              <a:defRPr sz="825" b="1">
                <a:solidFill>
                  <a:srgbClr val="6E807B"/>
                </a:solidFill>
                <a:latin typeface="Arial"/>
                <a:ea typeface="Arial"/>
                <a:cs typeface="Arial"/>
              </a:defRPr>
            </a:lvl1pPr>
            <a:lvl2pPr algn="l">
              <a:defRPr sz="825" b="1">
                <a:solidFill>
                  <a:srgbClr val="6E807B"/>
                </a:solidFill>
                <a:latin typeface="Arial"/>
                <a:ea typeface="Arial"/>
                <a:cs typeface="Arial"/>
              </a:defRPr>
            </a:lvl2pPr>
            <a:lvl3pPr algn="l">
              <a:defRPr sz="825" b="1">
                <a:solidFill>
                  <a:srgbClr val="6E807B"/>
                </a:solidFill>
                <a:latin typeface="Arial"/>
                <a:ea typeface="Arial"/>
                <a:cs typeface="Arial"/>
              </a:defRPr>
            </a:lvl3pPr>
            <a:lvl4pPr algn="l">
              <a:defRPr sz="825" b="1">
                <a:solidFill>
                  <a:srgbClr val="6E807B"/>
                </a:solidFill>
                <a:latin typeface="Arial"/>
                <a:ea typeface="Arial"/>
                <a:cs typeface="Arial"/>
              </a:defRPr>
            </a:lvl4pPr>
            <a:lvl5pPr algn="l">
              <a:defRPr sz="825" b="1">
                <a:solidFill>
                  <a:srgbClr val="6E807B"/>
                </a:solidFill>
                <a:latin typeface="Arial"/>
                <a:ea typeface="Arial"/>
                <a:cs typeface="Arial"/>
              </a:defRPr>
            </a:lvl5pPr>
            <a:lvl6pPr algn="l">
              <a:defRPr sz="825" b="1">
                <a:solidFill>
                  <a:srgbClr val="6E807B"/>
                </a:solidFill>
                <a:latin typeface="Arial"/>
                <a:ea typeface="Arial"/>
                <a:cs typeface="Arial"/>
              </a:defRPr>
            </a:lvl6pPr>
            <a:lvl7pPr algn="l">
              <a:defRPr sz="825" b="1">
                <a:solidFill>
                  <a:srgbClr val="6E807B"/>
                </a:solidFill>
                <a:latin typeface="Arial"/>
                <a:ea typeface="Arial"/>
                <a:cs typeface="Arial"/>
              </a:defRPr>
            </a:lvl7pPr>
            <a:lvl8pPr algn="l">
              <a:defRPr sz="825" b="1">
                <a:solidFill>
                  <a:srgbClr val="6E807B"/>
                </a:solidFill>
                <a:latin typeface="Arial"/>
                <a:ea typeface="Arial"/>
                <a:cs typeface="Arial"/>
              </a:defRPr>
            </a:lvl8pPr>
            <a:lvl9pPr algn="l">
              <a:defRPr sz="825" b="1">
                <a:solidFill>
                  <a:srgbClr val="6E807B"/>
                </a:solidFill>
                <a:latin typeface="Arial"/>
                <a:ea typeface="Arial"/>
                <a:cs typeface="Arial"/>
              </a:defRPr>
            </a:lvl9pPr>
          </a:lstStyle>
          <a:p xmlns:a="http://schemas.openxmlformats.org/drawingml/2006/main">
            <a:pPr algn="l">
              <a:defRPr sz="825" b="1">
                <a:solidFill>
                  <a:srgbClr val="6E807B"/>
                </a:solidFill>
                <a:latin typeface="Arial"/>
                <a:ea typeface="Arial"/>
                <a:cs typeface="Arial"/>
              </a:defRPr>
            </a:pPr>
            <a:r>
              <a:rPr sz="825" b="1">
                <a:solidFill>
                  <a:srgbClr val="6E807B"/>
                </a:solidFill>
                <a:latin typeface="Arial"/>
                <a:ea typeface="Arial"/>
                <a:cs typeface="Arial"/>
              </a:rPr>
              <a:t>COMMERCELENS  /  PROJECT 29</a:t>
            </a:r>
          </a:p>
        </p:txBody>
      </p:sp>
      <p:sp>
        <p:nvSpPr>
          <p:cNvPr id="6" name="footer-page">
            <a:extLst xmlns:a="http://schemas.openxmlformats.org/drawingml/2006/main">
              <a:ext uri="{FF2B5EF4-FFF2-40B4-BE49-F238E27FC236}">
                <a16:creationId xmlns:a16="http://schemas.microsoft.com/office/drawing/2014/main" id="{B7BD4C88-AE14-4A69-A90B-CD550D37F65D}"/>
              </a:ext>
            </a:extLst>
          </p:cNvPr>
          <p:cNvSpPr>
            <a:spLocks xmlns:a="http://schemas.openxmlformats.org/drawingml/2006/main" noGrp="1"/>
          </p:cNvSpPr>
          <p:nvPr/>
        </p:nvSpPr>
        <p:spPr>
          <a:xfrm xmlns:a="http://schemas.openxmlformats.org/drawingml/2006/main">
            <a:off x="11144250" y="64770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6E807B"/>
                </a:solidFill>
                <a:latin typeface="Arial"/>
                <a:ea typeface="Arial"/>
                <a:cs typeface="Arial"/>
              </a:defRPr>
            </a:defPPr>
            <a:lvl1pPr algn="r">
              <a:defRPr sz="825" b="1">
                <a:solidFill>
                  <a:srgbClr val="6E807B"/>
                </a:solidFill>
                <a:latin typeface="Arial"/>
                <a:ea typeface="Arial"/>
                <a:cs typeface="Arial"/>
              </a:defRPr>
            </a:lvl1pPr>
            <a:lvl2pPr algn="r">
              <a:defRPr sz="825" b="1">
                <a:solidFill>
                  <a:srgbClr val="6E807B"/>
                </a:solidFill>
                <a:latin typeface="Arial"/>
                <a:ea typeface="Arial"/>
                <a:cs typeface="Arial"/>
              </a:defRPr>
            </a:lvl2pPr>
            <a:lvl3pPr algn="r">
              <a:defRPr sz="825" b="1">
                <a:solidFill>
                  <a:srgbClr val="6E807B"/>
                </a:solidFill>
                <a:latin typeface="Arial"/>
                <a:ea typeface="Arial"/>
                <a:cs typeface="Arial"/>
              </a:defRPr>
            </a:lvl3pPr>
            <a:lvl4pPr algn="r">
              <a:defRPr sz="825" b="1">
                <a:solidFill>
                  <a:srgbClr val="6E807B"/>
                </a:solidFill>
                <a:latin typeface="Arial"/>
                <a:ea typeface="Arial"/>
                <a:cs typeface="Arial"/>
              </a:defRPr>
            </a:lvl4pPr>
            <a:lvl5pPr algn="r">
              <a:defRPr sz="825" b="1">
                <a:solidFill>
                  <a:srgbClr val="6E807B"/>
                </a:solidFill>
                <a:latin typeface="Arial"/>
                <a:ea typeface="Arial"/>
                <a:cs typeface="Arial"/>
              </a:defRPr>
            </a:lvl5pPr>
            <a:lvl6pPr algn="r">
              <a:defRPr sz="825" b="1">
                <a:solidFill>
                  <a:srgbClr val="6E807B"/>
                </a:solidFill>
                <a:latin typeface="Arial"/>
                <a:ea typeface="Arial"/>
                <a:cs typeface="Arial"/>
              </a:defRPr>
            </a:lvl6pPr>
            <a:lvl7pPr algn="r">
              <a:defRPr sz="825" b="1">
                <a:solidFill>
                  <a:srgbClr val="6E807B"/>
                </a:solidFill>
                <a:latin typeface="Arial"/>
                <a:ea typeface="Arial"/>
                <a:cs typeface="Arial"/>
              </a:defRPr>
            </a:lvl7pPr>
            <a:lvl8pPr algn="r">
              <a:defRPr sz="825" b="1">
                <a:solidFill>
                  <a:srgbClr val="6E807B"/>
                </a:solidFill>
                <a:latin typeface="Arial"/>
                <a:ea typeface="Arial"/>
                <a:cs typeface="Arial"/>
              </a:defRPr>
            </a:lvl8pPr>
            <a:lvl9pPr algn="r">
              <a:defRPr sz="825" b="1">
                <a:solidFill>
                  <a:srgbClr val="6E807B"/>
                </a:solidFill>
                <a:latin typeface="Arial"/>
                <a:ea typeface="Arial"/>
                <a:cs typeface="Arial"/>
              </a:defRPr>
            </a:lvl9pPr>
          </a:lstStyle>
          <a:p xmlns:a="http://schemas.openxmlformats.org/drawingml/2006/main">
            <a:pPr algn="r">
              <a:defRPr sz="825" b="1">
                <a:solidFill>
                  <a:srgbClr val="6E807B"/>
                </a:solidFill>
                <a:latin typeface="Arial"/>
                <a:ea typeface="Arial"/>
                <a:cs typeface="Arial"/>
              </a:defRPr>
            </a:pPr>
            <a:r>
              <a:rPr sz="825" b="1">
                <a:solidFill>
                  <a:srgbClr val="6E807B"/>
                </a:solidFill>
                <a:latin typeface="Arial"/>
                <a:ea typeface="Arial"/>
                <a:cs typeface="Arial"/>
              </a:rPr>
              <a:t>02</a:t>
            </a:r>
          </a:p>
        </p:txBody>
      </p:sp>
      <p:sp>
        <p:nvSpPr>
          <p:cNvPr id="7" name="problem-statement">
            <a:extLst xmlns:a="http://schemas.openxmlformats.org/drawingml/2006/main">
              <a:ext uri="{FF2B5EF4-FFF2-40B4-BE49-F238E27FC236}">
                <a16:creationId xmlns:a16="http://schemas.microsoft.com/office/drawing/2014/main" id="{D7B4E6CA-4988-4676-85F0-28DACC18CC8D}"/>
              </a:ext>
            </a:extLst>
          </p:cNvPr>
          <p:cNvSpPr>
            <a:spLocks xmlns:a="http://schemas.openxmlformats.org/drawingml/2006/main" noGrp="1"/>
          </p:cNvSpPr>
          <p:nvPr/>
        </p:nvSpPr>
        <p:spPr>
          <a:xfrm xmlns:a="http://schemas.openxmlformats.org/drawingml/2006/main">
            <a:off x="609600" y="2076450"/>
            <a:ext cx="4953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183D37"/>
                </a:solidFill>
                <a:latin typeface="Arial"/>
                <a:ea typeface="Arial"/>
                <a:cs typeface="Arial"/>
              </a:defRPr>
            </a:defPPr>
            <a:lvl1pPr algn="l">
              <a:defRPr sz="2325" b="1">
                <a:solidFill>
                  <a:srgbClr val="183D37"/>
                </a:solidFill>
                <a:latin typeface="Arial"/>
                <a:ea typeface="Arial"/>
                <a:cs typeface="Arial"/>
              </a:defRPr>
            </a:lvl1pPr>
            <a:lvl2pPr algn="l">
              <a:defRPr sz="2325" b="1">
                <a:solidFill>
                  <a:srgbClr val="183D37"/>
                </a:solidFill>
                <a:latin typeface="Arial"/>
                <a:ea typeface="Arial"/>
                <a:cs typeface="Arial"/>
              </a:defRPr>
            </a:lvl2pPr>
            <a:lvl3pPr algn="l">
              <a:defRPr sz="2325" b="1">
                <a:solidFill>
                  <a:srgbClr val="183D37"/>
                </a:solidFill>
                <a:latin typeface="Arial"/>
                <a:ea typeface="Arial"/>
                <a:cs typeface="Arial"/>
              </a:defRPr>
            </a:lvl3pPr>
            <a:lvl4pPr algn="l">
              <a:defRPr sz="2325" b="1">
                <a:solidFill>
                  <a:srgbClr val="183D37"/>
                </a:solidFill>
                <a:latin typeface="Arial"/>
                <a:ea typeface="Arial"/>
                <a:cs typeface="Arial"/>
              </a:defRPr>
            </a:lvl4pPr>
            <a:lvl5pPr algn="l">
              <a:defRPr sz="2325" b="1">
                <a:solidFill>
                  <a:srgbClr val="183D37"/>
                </a:solidFill>
                <a:latin typeface="Arial"/>
                <a:ea typeface="Arial"/>
                <a:cs typeface="Arial"/>
              </a:defRPr>
            </a:lvl5pPr>
            <a:lvl6pPr algn="l">
              <a:defRPr sz="2325" b="1">
                <a:solidFill>
                  <a:srgbClr val="183D37"/>
                </a:solidFill>
                <a:latin typeface="Arial"/>
                <a:ea typeface="Arial"/>
                <a:cs typeface="Arial"/>
              </a:defRPr>
            </a:lvl6pPr>
            <a:lvl7pPr algn="l">
              <a:defRPr sz="2325" b="1">
                <a:solidFill>
                  <a:srgbClr val="183D37"/>
                </a:solidFill>
                <a:latin typeface="Arial"/>
                <a:ea typeface="Arial"/>
                <a:cs typeface="Arial"/>
              </a:defRPr>
            </a:lvl7pPr>
            <a:lvl8pPr algn="l">
              <a:defRPr sz="2325" b="1">
                <a:solidFill>
                  <a:srgbClr val="183D37"/>
                </a:solidFill>
                <a:latin typeface="Arial"/>
                <a:ea typeface="Arial"/>
                <a:cs typeface="Arial"/>
              </a:defRPr>
            </a:lvl8pPr>
            <a:lvl9pPr algn="l">
              <a:defRPr sz="2325" b="1">
                <a:solidFill>
                  <a:srgbClr val="183D37"/>
                </a:solidFill>
                <a:latin typeface="Arial"/>
                <a:ea typeface="Arial"/>
                <a:cs typeface="Arial"/>
              </a:defRPr>
            </a:lvl9pPr>
          </a:lstStyle>
          <a:p xmlns:a="http://schemas.openxmlformats.org/drawingml/2006/main">
            <a:pPr algn="l">
              <a:defRPr sz="2325" b="1">
                <a:solidFill>
                  <a:srgbClr val="183D37"/>
                </a:solidFill>
                <a:latin typeface="Arial"/>
                <a:ea typeface="Arial"/>
                <a:cs typeface="Arial"/>
              </a:defRPr>
            </a:pPr>
            <a:r>
              <a:rPr sz="2325" b="1">
                <a:solidFill>
                  <a:srgbClr val="183D37"/>
                </a:solidFill>
                <a:latin typeface="Arial"/>
                <a:ea typeface="Arial"/>
                <a:cs typeface="Arial"/>
              </a:rPr>
              <a:t>Retail transaction files answer questions only after someone groups and compares the rows.</a:t>
            </a:r>
          </a:p>
        </p:txBody>
      </p:sp>
      <p:sp>
        <p:nvSpPr>
          <p:cNvPr id="8" name="">
            <a:extLst xmlns:a="http://schemas.openxmlformats.org/drawingml/2006/main">
              <a:ext uri="{FF2B5EF4-FFF2-40B4-BE49-F238E27FC236}">
                <a16:creationId xmlns:a16="http://schemas.microsoft.com/office/drawing/2014/main" id="{880E82F7-4907-4FBD-ABEF-0C78964E9808}"/>
              </a:ext>
            </a:extLst>
          </p:cNvPr>
          <p:cNvSpPr>
            <a:spLocks xmlns:a="http://schemas.openxmlformats.org/drawingml/2006/main" noGrp="1"/>
          </p:cNvSpPr>
          <p:nvPr/>
        </p:nvSpPr>
        <p:spPr>
          <a:xfrm xmlns:a="http://schemas.openxmlformats.org/drawingml/2006/main">
            <a:off x="6191250" y="2000250"/>
            <a:ext cx="0" cy="3619500"/>
          </a:xfrm>
          <a:prstGeom xmlns:a="http://schemas.openxmlformats.org/drawingml/2006/main" prst="line">
            <a:avLst/>
          </a:prstGeom>
          <a:noFill xmlns:a="http://schemas.openxmlformats.org/drawingml/2006/main"/>
          <a:ln xmlns:a="http://schemas.openxmlformats.org/drawingml/2006/main" w="9525">
            <a:solidFill>
              <a:srgbClr val="CCD7D1"/>
            </a:solidFill>
            <a:prstDash val="solid"/>
          </a:ln>
        </p:spPr>
      </p:sp>
      <p:sp>
        <p:nvSpPr>
          <p:cNvPr id="9" name="question-label">
            <a:extLst xmlns:a="http://schemas.openxmlformats.org/drawingml/2006/main">
              <a:ext uri="{FF2B5EF4-FFF2-40B4-BE49-F238E27FC236}">
                <a16:creationId xmlns:a16="http://schemas.microsoft.com/office/drawing/2014/main" id="{E76CDC9D-95D2-42B6-92F4-7324E432527D}"/>
              </a:ext>
            </a:extLst>
          </p:cNvPr>
          <p:cNvSpPr>
            <a:spLocks xmlns:a="http://schemas.openxmlformats.org/drawingml/2006/main" noGrp="1"/>
          </p:cNvSpPr>
          <p:nvPr/>
        </p:nvSpPr>
        <p:spPr>
          <a:xfrm xmlns:a="http://schemas.openxmlformats.org/drawingml/2006/main">
            <a:off x="6667500" y="2095500"/>
            <a:ext cx="466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77F69"/>
                </a:solidFill>
                <a:latin typeface="Arial"/>
                <a:ea typeface="Arial"/>
                <a:cs typeface="Arial"/>
              </a:defRPr>
            </a:defPPr>
            <a:lvl1pPr algn="l">
              <a:defRPr sz="975" b="1">
                <a:solidFill>
                  <a:srgbClr val="177F69"/>
                </a:solidFill>
                <a:latin typeface="Arial"/>
                <a:ea typeface="Arial"/>
                <a:cs typeface="Arial"/>
              </a:defRPr>
            </a:lvl1pPr>
            <a:lvl2pPr algn="l">
              <a:defRPr sz="975" b="1">
                <a:solidFill>
                  <a:srgbClr val="177F69"/>
                </a:solidFill>
                <a:latin typeface="Arial"/>
                <a:ea typeface="Arial"/>
                <a:cs typeface="Arial"/>
              </a:defRPr>
            </a:lvl2pPr>
            <a:lvl3pPr algn="l">
              <a:defRPr sz="975" b="1">
                <a:solidFill>
                  <a:srgbClr val="177F69"/>
                </a:solidFill>
                <a:latin typeface="Arial"/>
                <a:ea typeface="Arial"/>
                <a:cs typeface="Arial"/>
              </a:defRPr>
            </a:lvl3pPr>
            <a:lvl4pPr algn="l">
              <a:defRPr sz="975" b="1">
                <a:solidFill>
                  <a:srgbClr val="177F69"/>
                </a:solidFill>
                <a:latin typeface="Arial"/>
                <a:ea typeface="Arial"/>
                <a:cs typeface="Arial"/>
              </a:defRPr>
            </a:lvl4pPr>
            <a:lvl5pPr algn="l">
              <a:defRPr sz="975" b="1">
                <a:solidFill>
                  <a:srgbClr val="177F69"/>
                </a:solidFill>
                <a:latin typeface="Arial"/>
                <a:ea typeface="Arial"/>
                <a:cs typeface="Arial"/>
              </a:defRPr>
            </a:lvl5pPr>
            <a:lvl6pPr algn="l">
              <a:defRPr sz="975" b="1">
                <a:solidFill>
                  <a:srgbClr val="177F69"/>
                </a:solidFill>
                <a:latin typeface="Arial"/>
                <a:ea typeface="Arial"/>
                <a:cs typeface="Arial"/>
              </a:defRPr>
            </a:lvl6pPr>
            <a:lvl7pPr algn="l">
              <a:defRPr sz="975" b="1">
                <a:solidFill>
                  <a:srgbClr val="177F69"/>
                </a:solidFill>
                <a:latin typeface="Arial"/>
                <a:ea typeface="Arial"/>
                <a:cs typeface="Arial"/>
              </a:defRPr>
            </a:lvl7pPr>
            <a:lvl8pPr algn="l">
              <a:defRPr sz="975" b="1">
                <a:solidFill>
                  <a:srgbClr val="177F69"/>
                </a:solidFill>
                <a:latin typeface="Arial"/>
                <a:ea typeface="Arial"/>
                <a:cs typeface="Arial"/>
              </a:defRPr>
            </a:lvl8pPr>
            <a:lvl9pPr algn="l">
              <a:defRPr sz="975" b="1">
                <a:solidFill>
                  <a:srgbClr val="177F69"/>
                </a:solidFill>
                <a:latin typeface="Arial"/>
                <a:ea typeface="Arial"/>
                <a:cs typeface="Arial"/>
              </a:defRPr>
            </a:lvl9pPr>
          </a:lstStyle>
          <a:p xmlns:a="http://schemas.openxmlformats.org/drawingml/2006/main">
            <a:pPr algn="l">
              <a:defRPr sz="975" b="1">
                <a:solidFill>
                  <a:srgbClr val="177F69"/>
                </a:solidFill>
                <a:latin typeface="Arial"/>
                <a:ea typeface="Arial"/>
                <a:cs typeface="Arial"/>
              </a:defRPr>
            </a:pPr>
            <a:r>
              <a:rPr sz="975" b="1">
                <a:solidFill>
                  <a:srgbClr val="177F69"/>
                </a:solidFill>
                <a:latin typeface="Arial"/>
                <a:ea typeface="Arial"/>
                <a:cs typeface="Arial"/>
              </a:rPr>
              <a:t>QUESTIONS THE PROJECT ANSWERS</a:t>
            </a:r>
          </a:p>
        </p:txBody>
      </p:sp>
      <p:sp>
        <p:nvSpPr>
          <p:cNvPr id="10" name="q-num-0">
            <a:extLst xmlns:a="http://schemas.openxmlformats.org/drawingml/2006/main">
              <a:ext uri="{FF2B5EF4-FFF2-40B4-BE49-F238E27FC236}">
                <a16:creationId xmlns:a16="http://schemas.microsoft.com/office/drawing/2014/main" id="{D8824AB1-8805-4571-A5E6-702E1BB7C94D}"/>
              </a:ext>
            </a:extLst>
          </p:cNvPr>
          <p:cNvSpPr>
            <a:spLocks xmlns:a="http://schemas.openxmlformats.org/drawingml/2006/main" noGrp="1"/>
          </p:cNvSpPr>
          <p:nvPr/>
        </p:nvSpPr>
        <p:spPr>
          <a:xfrm xmlns:a="http://schemas.openxmlformats.org/drawingml/2006/main">
            <a:off x="6667500" y="2600325"/>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77F69"/>
                </a:solidFill>
                <a:latin typeface="Arial"/>
                <a:ea typeface="Arial"/>
                <a:cs typeface="Arial"/>
              </a:defRPr>
            </a:defPPr>
            <a:lvl1pPr algn="l">
              <a:defRPr sz="1275" b="1">
                <a:solidFill>
                  <a:srgbClr val="177F69"/>
                </a:solidFill>
                <a:latin typeface="Arial"/>
                <a:ea typeface="Arial"/>
                <a:cs typeface="Arial"/>
              </a:defRPr>
            </a:lvl1pPr>
            <a:lvl2pPr algn="l">
              <a:defRPr sz="1275" b="1">
                <a:solidFill>
                  <a:srgbClr val="177F69"/>
                </a:solidFill>
                <a:latin typeface="Arial"/>
                <a:ea typeface="Arial"/>
                <a:cs typeface="Arial"/>
              </a:defRPr>
            </a:lvl2pPr>
            <a:lvl3pPr algn="l">
              <a:defRPr sz="1275" b="1">
                <a:solidFill>
                  <a:srgbClr val="177F69"/>
                </a:solidFill>
                <a:latin typeface="Arial"/>
                <a:ea typeface="Arial"/>
                <a:cs typeface="Arial"/>
              </a:defRPr>
            </a:lvl3pPr>
            <a:lvl4pPr algn="l">
              <a:defRPr sz="1275" b="1">
                <a:solidFill>
                  <a:srgbClr val="177F69"/>
                </a:solidFill>
                <a:latin typeface="Arial"/>
                <a:ea typeface="Arial"/>
                <a:cs typeface="Arial"/>
              </a:defRPr>
            </a:lvl4pPr>
            <a:lvl5pPr algn="l">
              <a:defRPr sz="1275" b="1">
                <a:solidFill>
                  <a:srgbClr val="177F69"/>
                </a:solidFill>
                <a:latin typeface="Arial"/>
                <a:ea typeface="Arial"/>
                <a:cs typeface="Arial"/>
              </a:defRPr>
            </a:lvl5pPr>
            <a:lvl6pPr algn="l">
              <a:defRPr sz="1275" b="1">
                <a:solidFill>
                  <a:srgbClr val="177F69"/>
                </a:solidFill>
                <a:latin typeface="Arial"/>
                <a:ea typeface="Arial"/>
                <a:cs typeface="Arial"/>
              </a:defRPr>
            </a:lvl6pPr>
            <a:lvl7pPr algn="l">
              <a:defRPr sz="1275" b="1">
                <a:solidFill>
                  <a:srgbClr val="177F69"/>
                </a:solidFill>
                <a:latin typeface="Arial"/>
                <a:ea typeface="Arial"/>
                <a:cs typeface="Arial"/>
              </a:defRPr>
            </a:lvl7pPr>
            <a:lvl8pPr algn="l">
              <a:defRPr sz="1275" b="1">
                <a:solidFill>
                  <a:srgbClr val="177F69"/>
                </a:solidFill>
                <a:latin typeface="Arial"/>
                <a:ea typeface="Arial"/>
                <a:cs typeface="Arial"/>
              </a:defRPr>
            </a:lvl8pPr>
            <a:lvl9pPr algn="l">
              <a:defRPr sz="1275" b="1">
                <a:solidFill>
                  <a:srgbClr val="177F69"/>
                </a:solidFill>
                <a:latin typeface="Arial"/>
                <a:ea typeface="Arial"/>
                <a:cs typeface="Arial"/>
              </a:defRPr>
            </a:lvl9pPr>
          </a:lstStyle>
          <a:p xmlns:a="http://schemas.openxmlformats.org/drawingml/2006/main">
            <a:pPr algn="l">
              <a:defRPr sz="1275" b="1">
                <a:solidFill>
                  <a:srgbClr val="177F69"/>
                </a:solidFill>
                <a:latin typeface="Arial"/>
                <a:ea typeface="Arial"/>
                <a:cs typeface="Arial"/>
              </a:defRPr>
            </a:pPr>
            <a:r>
              <a:rPr sz="1275" b="1">
                <a:solidFill>
                  <a:srgbClr val="177F69"/>
                </a:solidFill>
                <a:latin typeface="Arial"/>
                <a:ea typeface="Arial"/>
                <a:cs typeface="Arial"/>
              </a:rPr>
              <a:t>01</a:t>
            </a:r>
          </a:p>
        </p:txBody>
      </p:sp>
      <p:sp>
        <p:nvSpPr>
          <p:cNvPr id="11" name="q-text-0">
            <a:extLst xmlns:a="http://schemas.openxmlformats.org/drawingml/2006/main">
              <a:ext uri="{FF2B5EF4-FFF2-40B4-BE49-F238E27FC236}">
                <a16:creationId xmlns:a16="http://schemas.microsoft.com/office/drawing/2014/main" id="{C713B997-D752-491E-B068-7D2C3A496280}"/>
              </a:ext>
            </a:extLst>
          </p:cNvPr>
          <p:cNvSpPr>
            <a:spLocks xmlns:a="http://schemas.openxmlformats.org/drawingml/2006/main" noGrp="1"/>
          </p:cNvSpPr>
          <p:nvPr/>
        </p:nvSpPr>
        <p:spPr>
          <a:xfrm xmlns:a="http://schemas.openxmlformats.org/drawingml/2006/main">
            <a:off x="7191375" y="2600325"/>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83D37"/>
                </a:solidFill>
                <a:latin typeface="Arial"/>
                <a:ea typeface="Arial"/>
                <a:cs typeface="Arial"/>
              </a:defRPr>
            </a:defPPr>
            <a:lvl1pPr algn="l">
              <a:defRPr sz="1650" b="0">
                <a:solidFill>
                  <a:srgbClr val="183D37"/>
                </a:solidFill>
                <a:latin typeface="Arial"/>
                <a:ea typeface="Arial"/>
                <a:cs typeface="Arial"/>
              </a:defRPr>
            </a:lvl1pPr>
            <a:lvl2pPr algn="l">
              <a:defRPr sz="1650" b="0">
                <a:solidFill>
                  <a:srgbClr val="183D37"/>
                </a:solidFill>
                <a:latin typeface="Arial"/>
                <a:ea typeface="Arial"/>
                <a:cs typeface="Arial"/>
              </a:defRPr>
            </a:lvl2pPr>
            <a:lvl3pPr algn="l">
              <a:defRPr sz="1650" b="0">
                <a:solidFill>
                  <a:srgbClr val="183D37"/>
                </a:solidFill>
                <a:latin typeface="Arial"/>
                <a:ea typeface="Arial"/>
                <a:cs typeface="Arial"/>
              </a:defRPr>
            </a:lvl3pPr>
            <a:lvl4pPr algn="l">
              <a:defRPr sz="1650" b="0">
                <a:solidFill>
                  <a:srgbClr val="183D37"/>
                </a:solidFill>
                <a:latin typeface="Arial"/>
                <a:ea typeface="Arial"/>
                <a:cs typeface="Arial"/>
              </a:defRPr>
            </a:lvl4pPr>
            <a:lvl5pPr algn="l">
              <a:defRPr sz="1650" b="0">
                <a:solidFill>
                  <a:srgbClr val="183D37"/>
                </a:solidFill>
                <a:latin typeface="Arial"/>
                <a:ea typeface="Arial"/>
                <a:cs typeface="Arial"/>
              </a:defRPr>
            </a:lvl5pPr>
            <a:lvl6pPr algn="l">
              <a:defRPr sz="1650" b="0">
                <a:solidFill>
                  <a:srgbClr val="183D37"/>
                </a:solidFill>
                <a:latin typeface="Arial"/>
                <a:ea typeface="Arial"/>
                <a:cs typeface="Arial"/>
              </a:defRPr>
            </a:lvl6pPr>
            <a:lvl7pPr algn="l">
              <a:defRPr sz="1650" b="0">
                <a:solidFill>
                  <a:srgbClr val="183D37"/>
                </a:solidFill>
                <a:latin typeface="Arial"/>
                <a:ea typeface="Arial"/>
                <a:cs typeface="Arial"/>
              </a:defRPr>
            </a:lvl7pPr>
            <a:lvl8pPr algn="l">
              <a:defRPr sz="1650" b="0">
                <a:solidFill>
                  <a:srgbClr val="183D37"/>
                </a:solidFill>
                <a:latin typeface="Arial"/>
                <a:ea typeface="Arial"/>
                <a:cs typeface="Arial"/>
              </a:defRPr>
            </a:lvl8pPr>
            <a:lvl9pPr algn="l">
              <a:defRPr sz="1650" b="0">
                <a:solidFill>
                  <a:srgbClr val="183D37"/>
                </a:solidFill>
                <a:latin typeface="Arial"/>
                <a:ea typeface="Arial"/>
                <a:cs typeface="Arial"/>
              </a:defRPr>
            </a:lvl9pPr>
          </a:lstStyle>
          <a:p xmlns:a="http://schemas.openxmlformats.org/drawingml/2006/main">
            <a:pPr algn="l">
              <a:defRPr sz="1650" b="0">
                <a:solidFill>
                  <a:srgbClr val="183D37"/>
                </a:solidFill>
                <a:latin typeface="Arial"/>
                <a:ea typeface="Arial"/>
                <a:cs typeface="Arial"/>
              </a:defRPr>
            </a:pPr>
            <a:r>
              <a:rPr sz="1650" b="0">
                <a:solidFill>
                  <a:srgbClr val="183D37"/>
                </a:solidFill>
                <a:latin typeface="Arial"/>
                <a:ea typeface="Arial"/>
                <a:cs typeface="Arial"/>
              </a:rPr>
              <a:t>What is earning revenue?</a:t>
            </a:r>
          </a:p>
        </p:txBody>
      </p:sp>
      <p:sp>
        <p:nvSpPr>
          <p:cNvPr id="12" name="">
            <a:extLst xmlns:a="http://schemas.openxmlformats.org/drawingml/2006/main">
              <a:ext uri="{FF2B5EF4-FFF2-40B4-BE49-F238E27FC236}">
                <a16:creationId xmlns:a16="http://schemas.microsoft.com/office/drawing/2014/main" id="{F5E88A8E-0FE9-4C52-A159-00EB23730116}"/>
              </a:ext>
            </a:extLst>
          </p:cNvPr>
          <p:cNvSpPr>
            <a:spLocks xmlns:a="http://schemas.openxmlformats.org/drawingml/2006/main" noGrp="1"/>
          </p:cNvSpPr>
          <p:nvPr/>
        </p:nvSpPr>
        <p:spPr>
          <a:xfrm xmlns:a="http://schemas.openxmlformats.org/drawingml/2006/main">
            <a:off x="6667500" y="3028950"/>
            <a:ext cx="4686300" cy="0"/>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3" name="q-num-1">
            <a:extLst xmlns:a="http://schemas.openxmlformats.org/drawingml/2006/main">
              <a:ext uri="{FF2B5EF4-FFF2-40B4-BE49-F238E27FC236}">
                <a16:creationId xmlns:a16="http://schemas.microsoft.com/office/drawing/2014/main" id="{FFFCB910-DAE1-4F5D-BC0B-66C8FC0D89F6}"/>
              </a:ext>
            </a:extLst>
          </p:cNvPr>
          <p:cNvSpPr>
            <a:spLocks xmlns:a="http://schemas.openxmlformats.org/drawingml/2006/main" noGrp="1"/>
          </p:cNvSpPr>
          <p:nvPr/>
        </p:nvSpPr>
        <p:spPr>
          <a:xfrm xmlns:a="http://schemas.openxmlformats.org/drawingml/2006/main">
            <a:off x="6667500" y="3267075"/>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77F69"/>
                </a:solidFill>
                <a:latin typeface="Arial"/>
                <a:ea typeface="Arial"/>
                <a:cs typeface="Arial"/>
              </a:defRPr>
            </a:defPPr>
            <a:lvl1pPr algn="l">
              <a:defRPr sz="1275" b="1">
                <a:solidFill>
                  <a:srgbClr val="177F69"/>
                </a:solidFill>
                <a:latin typeface="Arial"/>
                <a:ea typeface="Arial"/>
                <a:cs typeface="Arial"/>
              </a:defRPr>
            </a:lvl1pPr>
            <a:lvl2pPr algn="l">
              <a:defRPr sz="1275" b="1">
                <a:solidFill>
                  <a:srgbClr val="177F69"/>
                </a:solidFill>
                <a:latin typeface="Arial"/>
                <a:ea typeface="Arial"/>
                <a:cs typeface="Arial"/>
              </a:defRPr>
            </a:lvl2pPr>
            <a:lvl3pPr algn="l">
              <a:defRPr sz="1275" b="1">
                <a:solidFill>
                  <a:srgbClr val="177F69"/>
                </a:solidFill>
                <a:latin typeface="Arial"/>
                <a:ea typeface="Arial"/>
                <a:cs typeface="Arial"/>
              </a:defRPr>
            </a:lvl3pPr>
            <a:lvl4pPr algn="l">
              <a:defRPr sz="1275" b="1">
                <a:solidFill>
                  <a:srgbClr val="177F69"/>
                </a:solidFill>
                <a:latin typeface="Arial"/>
                <a:ea typeface="Arial"/>
                <a:cs typeface="Arial"/>
              </a:defRPr>
            </a:lvl4pPr>
            <a:lvl5pPr algn="l">
              <a:defRPr sz="1275" b="1">
                <a:solidFill>
                  <a:srgbClr val="177F69"/>
                </a:solidFill>
                <a:latin typeface="Arial"/>
                <a:ea typeface="Arial"/>
                <a:cs typeface="Arial"/>
              </a:defRPr>
            </a:lvl5pPr>
            <a:lvl6pPr algn="l">
              <a:defRPr sz="1275" b="1">
                <a:solidFill>
                  <a:srgbClr val="177F69"/>
                </a:solidFill>
                <a:latin typeface="Arial"/>
                <a:ea typeface="Arial"/>
                <a:cs typeface="Arial"/>
              </a:defRPr>
            </a:lvl6pPr>
            <a:lvl7pPr algn="l">
              <a:defRPr sz="1275" b="1">
                <a:solidFill>
                  <a:srgbClr val="177F69"/>
                </a:solidFill>
                <a:latin typeface="Arial"/>
                <a:ea typeface="Arial"/>
                <a:cs typeface="Arial"/>
              </a:defRPr>
            </a:lvl7pPr>
            <a:lvl8pPr algn="l">
              <a:defRPr sz="1275" b="1">
                <a:solidFill>
                  <a:srgbClr val="177F69"/>
                </a:solidFill>
                <a:latin typeface="Arial"/>
                <a:ea typeface="Arial"/>
                <a:cs typeface="Arial"/>
              </a:defRPr>
            </a:lvl8pPr>
            <a:lvl9pPr algn="l">
              <a:defRPr sz="1275" b="1">
                <a:solidFill>
                  <a:srgbClr val="177F69"/>
                </a:solidFill>
                <a:latin typeface="Arial"/>
                <a:ea typeface="Arial"/>
                <a:cs typeface="Arial"/>
              </a:defRPr>
            </a:lvl9pPr>
          </a:lstStyle>
          <a:p xmlns:a="http://schemas.openxmlformats.org/drawingml/2006/main">
            <a:pPr algn="l">
              <a:defRPr sz="1275" b="1">
                <a:solidFill>
                  <a:srgbClr val="177F69"/>
                </a:solidFill>
                <a:latin typeface="Arial"/>
                <a:ea typeface="Arial"/>
                <a:cs typeface="Arial"/>
              </a:defRPr>
            </a:pPr>
            <a:r>
              <a:rPr sz="1275" b="1">
                <a:solidFill>
                  <a:srgbClr val="177F69"/>
                </a:solidFill>
                <a:latin typeface="Arial"/>
                <a:ea typeface="Arial"/>
                <a:cs typeface="Arial"/>
              </a:rPr>
              <a:t>02</a:t>
            </a:r>
          </a:p>
        </p:txBody>
      </p:sp>
      <p:sp>
        <p:nvSpPr>
          <p:cNvPr id="14" name="q-text-1">
            <a:extLst xmlns:a="http://schemas.openxmlformats.org/drawingml/2006/main">
              <a:ext uri="{FF2B5EF4-FFF2-40B4-BE49-F238E27FC236}">
                <a16:creationId xmlns:a16="http://schemas.microsoft.com/office/drawing/2014/main" id="{0B350942-4DA6-4487-941C-87C86B35FE2D}"/>
              </a:ext>
            </a:extLst>
          </p:cNvPr>
          <p:cNvSpPr>
            <a:spLocks xmlns:a="http://schemas.openxmlformats.org/drawingml/2006/main" noGrp="1"/>
          </p:cNvSpPr>
          <p:nvPr/>
        </p:nvSpPr>
        <p:spPr>
          <a:xfrm xmlns:a="http://schemas.openxmlformats.org/drawingml/2006/main">
            <a:off x="7191375" y="3267075"/>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83D37"/>
                </a:solidFill>
                <a:latin typeface="Arial"/>
                <a:ea typeface="Arial"/>
                <a:cs typeface="Arial"/>
              </a:defRPr>
            </a:defPPr>
            <a:lvl1pPr algn="l">
              <a:defRPr sz="1650" b="0">
                <a:solidFill>
                  <a:srgbClr val="183D37"/>
                </a:solidFill>
                <a:latin typeface="Arial"/>
                <a:ea typeface="Arial"/>
                <a:cs typeface="Arial"/>
              </a:defRPr>
            </a:lvl1pPr>
            <a:lvl2pPr algn="l">
              <a:defRPr sz="1650" b="0">
                <a:solidFill>
                  <a:srgbClr val="183D37"/>
                </a:solidFill>
                <a:latin typeface="Arial"/>
                <a:ea typeface="Arial"/>
                <a:cs typeface="Arial"/>
              </a:defRPr>
            </a:lvl2pPr>
            <a:lvl3pPr algn="l">
              <a:defRPr sz="1650" b="0">
                <a:solidFill>
                  <a:srgbClr val="183D37"/>
                </a:solidFill>
                <a:latin typeface="Arial"/>
                <a:ea typeface="Arial"/>
                <a:cs typeface="Arial"/>
              </a:defRPr>
            </a:lvl3pPr>
            <a:lvl4pPr algn="l">
              <a:defRPr sz="1650" b="0">
                <a:solidFill>
                  <a:srgbClr val="183D37"/>
                </a:solidFill>
                <a:latin typeface="Arial"/>
                <a:ea typeface="Arial"/>
                <a:cs typeface="Arial"/>
              </a:defRPr>
            </a:lvl4pPr>
            <a:lvl5pPr algn="l">
              <a:defRPr sz="1650" b="0">
                <a:solidFill>
                  <a:srgbClr val="183D37"/>
                </a:solidFill>
                <a:latin typeface="Arial"/>
                <a:ea typeface="Arial"/>
                <a:cs typeface="Arial"/>
              </a:defRPr>
            </a:lvl5pPr>
            <a:lvl6pPr algn="l">
              <a:defRPr sz="1650" b="0">
                <a:solidFill>
                  <a:srgbClr val="183D37"/>
                </a:solidFill>
                <a:latin typeface="Arial"/>
                <a:ea typeface="Arial"/>
                <a:cs typeface="Arial"/>
              </a:defRPr>
            </a:lvl6pPr>
            <a:lvl7pPr algn="l">
              <a:defRPr sz="1650" b="0">
                <a:solidFill>
                  <a:srgbClr val="183D37"/>
                </a:solidFill>
                <a:latin typeface="Arial"/>
                <a:ea typeface="Arial"/>
                <a:cs typeface="Arial"/>
              </a:defRPr>
            </a:lvl7pPr>
            <a:lvl8pPr algn="l">
              <a:defRPr sz="1650" b="0">
                <a:solidFill>
                  <a:srgbClr val="183D37"/>
                </a:solidFill>
                <a:latin typeface="Arial"/>
                <a:ea typeface="Arial"/>
                <a:cs typeface="Arial"/>
              </a:defRPr>
            </a:lvl8pPr>
            <a:lvl9pPr algn="l">
              <a:defRPr sz="1650" b="0">
                <a:solidFill>
                  <a:srgbClr val="183D37"/>
                </a:solidFill>
                <a:latin typeface="Arial"/>
                <a:ea typeface="Arial"/>
                <a:cs typeface="Arial"/>
              </a:defRPr>
            </a:lvl9pPr>
          </a:lstStyle>
          <a:p xmlns:a="http://schemas.openxmlformats.org/drawingml/2006/main">
            <a:pPr algn="l">
              <a:defRPr sz="1650" b="0">
                <a:solidFill>
                  <a:srgbClr val="183D37"/>
                </a:solidFill>
                <a:latin typeface="Arial"/>
                <a:ea typeface="Arial"/>
                <a:cs typeface="Arial"/>
              </a:defRPr>
            </a:pPr>
            <a:r>
              <a:rPr sz="1650" b="0">
                <a:solidFill>
                  <a:srgbClr val="183D37"/>
                </a:solidFill>
                <a:latin typeface="Arial"/>
                <a:ea typeface="Arial"/>
                <a:cs typeface="Arial"/>
              </a:rPr>
              <a:t>Which products and channels lead?</a:t>
            </a:r>
          </a:p>
        </p:txBody>
      </p:sp>
      <p:sp>
        <p:nvSpPr>
          <p:cNvPr id="15" name="">
            <a:extLst xmlns:a="http://schemas.openxmlformats.org/drawingml/2006/main">
              <a:ext uri="{FF2B5EF4-FFF2-40B4-BE49-F238E27FC236}">
                <a16:creationId xmlns:a16="http://schemas.microsoft.com/office/drawing/2014/main" id="{3C08AEA1-D7DC-45D7-AD91-3A836892F1B6}"/>
              </a:ext>
            </a:extLst>
          </p:cNvPr>
          <p:cNvSpPr>
            <a:spLocks xmlns:a="http://schemas.openxmlformats.org/drawingml/2006/main" noGrp="1"/>
          </p:cNvSpPr>
          <p:nvPr/>
        </p:nvSpPr>
        <p:spPr>
          <a:xfrm xmlns:a="http://schemas.openxmlformats.org/drawingml/2006/main">
            <a:off x="6667500" y="3695700"/>
            <a:ext cx="4686300" cy="0"/>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6" name="q-num-2">
            <a:extLst xmlns:a="http://schemas.openxmlformats.org/drawingml/2006/main">
              <a:ext uri="{FF2B5EF4-FFF2-40B4-BE49-F238E27FC236}">
                <a16:creationId xmlns:a16="http://schemas.microsoft.com/office/drawing/2014/main" id="{28ECC241-B5D5-4FC3-A581-66832D89A032}"/>
              </a:ext>
            </a:extLst>
          </p:cNvPr>
          <p:cNvSpPr>
            <a:spLocks xmlns:a="http://schemas.openxmlformats.org/drawingml/2006/main" noGrp="1"/>
          </p:cNvSpPr>
          <p:nvPr/>
        </p:nvSpPr>
        <p:spPr>
          <a:xfrm xmlns:a="http://schemas.openxmlformats.org/drawingml/2006/main">
            <a:off x="6667500" y="3933825"/>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77F69"/>
                </a:solidFill>
                <a:latin typeface="Arial"/>
                <a:ea typeface="Arial"/>
                <a:cs typeface="Arial"/>
              </a:defRPr>
            </a:defPPr>
            <a:lvl1pPr algn="l">
              <a:defRPr sz="1275" b="1">
                <a:solidFill>
                  <a:srgbClr val="177F69"/>
                </a:solidFill>
                <a:latin typeface="Arial"/>
                <a:ea typeface="Arial"/>
                <a:cs typeface="Arial"/>
              </a:defRPr>
            </a:lvl1pPr>
            <a:lvl2pPr algn="l">
              <a:defRPr sz="1275" b="1">
                <a:solidFill>
                  <a:srgbClr val="177F69"/>
                </a:solidFill>
                <a:latin typeface="Arial"/>
                <a:ea typeface="Arial"/>
                <a:cs typeface="Arial"/>
              </a:defRPr>
            </a:lvl2pPr>
            <a:lvl3pPr algn="l">
              <a:defRPr sz="1275" b="1">
                <a:solidFill>
                  <a:srgbClr val="177F69"/>
                </a:solidFill>
                <a:latin typeface="Arial"/>
                <a:ea typeface="Arial"/>
                <a:cs typeface="Arial"/>
              </a:defRPr>
            </a:lvl3pPr>
            <a:lvl4pPr algn="l">
              <a:defRPr sz="1275" b="1">
                <a:solidFill>
                  <a:srgbClr val="177F69"/>
                </a:solidFill>
                <a:latin typeface="Arial"/>
                <a:ea typeface="Arial"/>
                <a:cs typeface="Arial"/>
              </a:defRPr>
            </a:lvl4pPr>
            <a:lvl5pPr algn="l">
              <a:defRPr sz="1275" b="1">
                <a:solidFill>
                  <a:srgbClr val="177F69"/>
                </a:solidFill>
                <a:latin typeface="Arial"/>
                <a:ea typeface="Arial"/>
                <a:cs typeface="Arial"/>
              </a:defRPr>
            </a:lvl5pPr>
            <a:lvl6pPr algn="l">
              <a:defRPr sz="1275" b="1">
                <a:solidFill>
                  <a:srgbClr val="177F69"/>
                </a:solidFill>
                <a:latin typeface="Arial"/>
                <a:ea typeface="Arial"/>
                <a:cs typeface="Arial"/>
              </a:defRPr>
            </a:lvl6pPr>
            <a:lvl7pPr algn="l">
              <a:defRPr sz="1275" b="1">
                <a:solidFill>
                  <a:srgbClr val="177F69"/>
                </a:solidFill>
                <a:latin typeface="Arial"/>
                <a:ea typeface="Arial"/>
                <a:cs typeface="Arial"/>
              </a:defRPr>
            </a:lvl7pPr>
            <a:lvl8pPr algn="l">
              <a:defRPr sz="1275" b="1">
                <a:solidFill>
                  <a:srgbClr val="177F69"/>
                </a:solidFill>
                <a:latin typeface="Arial"/>
                <a:ea typeface="Arial"/>
                <a:cs typeface="Arial"/>
              </a:defRPr>
            </a:lvl8pPr>
            <a:lvl9pPr algn="l">
              <a:defRPr sz="1275" b="1">
                <a:solidFill>
                  <a:srgbClr val="177F69"/>
                </a:solidFill>
                <a:latin typeface="Arial"/>
                <a:ea typeface="Arial"/>
                <a:cs typeface="Arial"/>
              </a:defRPr>
            </a:lvl9pPr>
          </a:lstStyle>
          <a:p xmlns:a="http://schemas.openxmlformats.org/drawingml/2006/main">
            <a:pPr algn="l">
              <a:defRPr sz="1275" b="1">
                <a:solidFill>
                  <a:srgbClr val="177F69"/>
                </a:solidFill>
                <a:latin typeface="Arial"/>
                <a:ea typeface="Arial"/>
                <a:cs typeface="Arial"/>
              </a:defRPr>
            </a:pPr>
            <a:r>
              <a:rPr sz="1275" b="1">
                <a:solidFill>
                  <a:srgbClr val="177F69"/>
                </a:solidFill>
                <a:latin typeface="Arial"/>
                <a:ea typeface="Arial"/>
                <a:cs typeface="Arial"/>
              </a:rPr>
              <a:t>03</a:t>
            </a:r>
          </a:p>
        </p:txBody>
      </p:sp>
      <p:sp>
        <p:nvSpPr>
          <p:cNvPr id="17" name="q-text-2">
            <a:extLst xmlns:a="http://schemas.openxmlformats.org/drawingml/2006/main">
              <a:ext uri="{FF2B5EF4-FFF2-40B4-BE49-F238E27FC236}">
                <a16:creationId xmlns:a16="http://schemas.microsoft.com/office/drawing/2014/main" id="{2E289CCE-A1AE-4F8E-82F3-9BF34DEF8E76}"/>
              </a:ext>
            </a:extLst>
          </p:cNvPr>
          <p:cNvSpPr>
            <a:spLocks xmlns:a="http://schemas.openxmlformats.org/drawingml/2006/main" noGrp="1"/>
          </p:cNvSpPr>
          <p:nvPr/>
        </p:nvSpPr>
        <p:spPr>
          <a:xfrm xmlns:a="http://schemas.openxmlformats.org/drawingml/2006/main">
            <a:off x="7191375" y="3933825"/>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83D37"/>
                </a:solidFill>
                <a:latin typeface="Arial"/>
                <a:ea typeface="Arial"/>
                <a:cs typeface="Arial"/>
              </a:defRPr>
            </a:defPPr>
            <a:lvl1pPr algn="l">
              <a:defRPr sz="1650" b="0">
                <a:solidFill>
                  <a:srgbClr val="183D37"/>
                </a:solidFill>
                <a:latin typeface="Arial"/>
                <a:ea typeface="Arial"/>
                <a:cs typeface="Arial"/>
              </a:defRPr>
            </a:lvl1pPr>
            <a:lvl2pPr algn="l">
              <a:defRPr sz="1650" b="0">
                <a:solidFill>
                  <a:srgbClr val="183D37"/>
                </a:solidFill>
                <a:latin typeface="Arial"/>
                <a:ea typeface="Arial"/>
                <a:cs typeface="Arial"/>
              </a:defRPr>
            </a:lvl2pPr>
            <a:lvl3pPr algn="l">
              <a:defRPr sz="1650" b="0">
                <a:solidFill>
                  <a:srgbClr val="183D37"/>
                </a:solidFill>
                <a:latin typeface="Arial"/>
                <a:ea typeface="Arial"/>
                <a:cs typeface="Arial"/>
              </a:defRPr>
            </a:lvl3pPr>
            <a:lvl4pPr algn="l">
              <a:defRPr sz="1650" b="0">
                <a:solidFill>
                  <a:srgbClr val="183D37"/>
                </a:solidFill>
                <a:latin typeface="Arial"/>
                <a:ea typeface="Arial"/>
                <a:cs typeface="Arial"/>
              </a:defRPr>
            </a:lvl4pPr>
            <a:lvl5pPr algn="l">
              <a:defRPr sz="1650" b="0">
                <a:solidFill>
                  <a:srgbClr val="183D37"/>
                </a:solidFill>
                <a:latin typeface="Arial"/>
                <a:ea typeface="Arial"/>
                <a:cs typeface="Arial"/>
              </a:defRPr>
            </a:lvl5pPr>
            <a:lvl6pPr algn="l">
              <a:defRPr sz="1650" b="0">
                <a:solidFill>
                  <a:srgbClr val="183D37"/>
                </a:solidFill>
                <a:latin typeface="Arial"/>
                <a:ea typeface="Arial"/>
                <a:cs typeface="Arial"/>
              </a:defRPr>
            </a:lvl6pPr>
            <a:lvl7pPr algn="l">
              <a:defRPr sz="1650" b="0">
                <a:solidFill>
                  <a:srgbClr val="183D37"/>
                </a:solidFill>
                <a:latin typeface="Arial"/>
                <a:ea typeface="Arial"/>
                <a:cs typeface="Arial"/>
              </a:defRPr>
            </a:lvl7pPr>
            <a:lvl8pPr algn="l">
              <a:defRPr sz="1650" b="0">
                <a:solidFill>
                  <a:srgbClr val="183D37"/>
                </a:solidFill>
                <a:latin typeface="Arial"/>
                <a:ea typeface="Arial"/>
                <a:cs typeface="Arial"/>
              </a:defRPr>
            </a:lvl8pPr>
            <a:lvl9pPr algn="l">
              <a:defRPr sz="1650" b="0">
                <a:solidFill>
                  <a:srgbClr val="183D37"/>
                </a:solidFill>
                <a:latin typeface="Arial"/>
                <a:ea typeface="Arial"/>
                <a:cs typeface="Arial"/>
              </a:defRPr>
            </a:lvl9pPr>
          </a:lstStyle>
          <a:p xmlns:a="http://schemas.openxmlformats.org/drawingml/2006/main">
            <a:pPr algn="l">
              <a:defRPr sz="1650" b="0">
                <a:solidFill>
                  <a:srgbClr val="183D37"/>
                </a:solidFill>
                <a:latin typeface="Arial"/>
                <a:ea typeface="Arial"/>
                <a:cs typeface="Arial"/>
              </a:defRPr>
            </a:pPr>
            <a:r>
              <a:rPr sz="1650" b="0">
                <a:solidFill>
                  <a:srgbClr val="183D37"/>
                </a:solidFill>
                <a:latin typeface="Arial"/>
                <a:ea typeface="Arial"/>
                <a:cs typeface="Arial"/>
              </a:rPr>
              <a:t>How do customer groups differ?</a:t>
            </a:r>
          </a:p>
        </p:txBody>
      </p:sp>
      <p:sp>
        <p:nvSpPr>
          <p:cNvPr id="18" name="">
            <a:extLst xmlns:a="http://schemas.openxmlformats.org/drawingml/2006/main">
              <a:ext uri="{FF2B5EF4-FFF2-40B4-BE49-F238E27FC236}">
                <a16:creationId xmlns:a16="http://schemas.microsoft.com/office/drawing/2014/main" id="{4003C545-9FC4-4052-B730-F631FE95760A}"/>
              </a:ext>
            </a:extLst>
          </p:cNvPr>
          <p:cNvSpPr>
            <a:spLocks xmlns:a="http://schemas.openxmlformats.org/drawingml/2006/main" noGrp="1"/>
          </p:cNvSpPr>
          <p:nvPr/>
        </p:nvSpPr>
        <p:spPr>
          <a:xfrm xmlns:a="http://schemas.openxmlformats.org/drawingml/2006/main">
            <a:off x="6667500" y="4362450"/>
            <a:ext cx="4686300" cy="0"/>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9" name="q-num-3">
            <a:extLst xmlns:a="http://schemas.openxmlformats.org/drawingml/2006/main">
              <a:ext uri="{FF2B5EF4-FFF2-40B4-BE49-F238E27FC236}">
                <a16:creationId xmlns:a16="http://schemas.microsoft.com/office/drawing/2014/main" id="{01093F49-C1C0-44C7-B0DC-CEE911D6462A}"/>
              </a:ext>
            </a:extLst>
          </p:cNvPr>
          <p:cNvSpPr>
            <a:spLocks xmlns:a="http://schemas.openxmlformats.org/drawingml/2006/main" noGrp="1"/>
          </p:cNvSpPr>
          <p:nvPr/>
        </p:nvSpPr>
        <p:spPr>
          <a:xfrm xmlns:a="http://schemas.openxmlformats.org/drawingml/2006/main">
            <a:off x="6667500" y="4600575"/>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77F69"/>
                </a:solidFill>
                <a:latin typeface="Arial"/>
                <a:ea typeface="Arial"/>
                <a:cs typeface="Arial"/>
              </a:defRPr>
            </a:defPPr>
            <a:lvl1pPr algn="l">
              <a:defRPr sz="1275" b="1">
                <a:solidFill>
                  <a:srgbClr val="177F69"/>
                </a:solidFill>
                <a:latin typeface="Arial"/>
                <a:ea typeface="Arial"/>
                <a:cs typeface="Arial"/>
              </a:defRPr>
            </a:lvl1pPr>
            <a:lvl2pPr algn="l">
              <a:defRPr sz="1275" b="1">
                <a:solidFill>
                  <a:srgbClr val="177F69"/>
                </a:solidFill>
                <a:latin typeface="Arial"/>
                <a:ea typeface="Arial"/>
                <a:cs typeface="Arial"/>
              </a:defRPr>
            </a:lvl2pPr>
            <a:lvl3pPr algn="l">
              <a:defRPr sz="1275" b="1">
                <a:solidFill>
                  <a:srgbClr val="177F69"/>
                </a:solidFill>
                <a:latin typeface="Arial"/>
                <a:ea typeface="Arial"/>
                <a:cs typeface="Arial"/>
              </a:defRPr>
            </a:lvl3pPr>
            <a:lvl4pPr algn="l">
              <a:defRPr sz="1275" b="1">
                <a:solidFill>
                  <a:srgbClr val="177F69"/>
                </a:solidFill>
                <a:latin typeface="Arial"/>
                <a:ea typeface="Arial"/>
                <a:cs typeface="Arial"/>
              </a:defRPr>
            </a:lvl4pPr>
            <a:lvl5pPr algn="l">
              <a:defRPr sz="1275" b="1">
                <a:solidFill>
                  <a:srgbClr val="177F69"/>
                </a:solidFill>
                <a:latin typeface="Arial"/>
                <a:ea typeface="Arial"/>
                <a:cs typeface="Arial"/>
              </a:defRPr>
            </a:lvl5pPr>
            <a:lvl6pPr algn="l">
              <a:defRPr sz="1275" b="1">
                <a:solidFill>
                  <a:srgbClr val="177F69"/>
                </a:solidFill>
                <a:latin typeface="Arial"/>
                <a:ea typeface="Arial"/>
                <a:cs typeface="Arial"/>
              </a:defRPr>
            </a:lvl6pPr>
            <a:lvl7pPr algn="l">
              <a:defRPr sz="1275" b="1">
                <a:solidFill>
                  <a:srgbClr val="177F69"/>
                </a:solidFill>
                <a:latin typeface="Arial"/>
                <a:ea typeface="Arial"/>
                <a:cs typeface="Arial"/>
              </a:defRPr>
            </a:lvl7pPr>
            <a:lvl8pPr algn="l">
              <a:defRPr sz="1275" b="1">
                <a:solidFill>
                  <a:srgbClr val="177F69"/>
                </a:solidFill>
                <a:latin typeface="Arial"/>
                <a:ea typeface="Arial"/>
                <a:cs typeface="Arial"/>
              </a:defRPr>
            </a:lvl8pPr>
            <a:lvl9pPr algn="l">
              <a:defRPr sz="1275" b="1">
                <a:solidFill>
                  <a:srgbClr val="177F69"/>
                </a:solidFill>
                <a:latin typeface="Arial"/>
                <a:ea typeface="Arial"/>
                <a:cs typeface="Arial"/>
              </a:defRPr>
            </a:lvl9pPr>
          </a:lstStyle>
          <a:p xmlns:a="http://schemas.openxmlformats.org/drawingml/2006/main">
            <a:pPr algn="l">
              <a:defRPr sz="1275" b="1">
                <a:solidFill>
                  <a:srgbClr val="177F69"/>
                </a:solidFill>
                <a:latin typeface="Arial"/>
                <a:ea typeface="Arial"/>
                <a:cs typeface="Arial"/>
              </a:defRPr>
            </a:pPr>
            <a:r>
              <a:rPr sz="1275" b="1">
                <a:solidFill>
                  <a:srgbClr val="177F69"/>
                </a:solidFill>
                <a:latin typeface="Arial"/>
                <a:ea typeface="Arial"/>
                <a:cs typeface="Arial"/>
              </a:rPr>
              <a:t>04</a:t>
            </a:r>
          </a:p>
        </p:txBody>
      </p:sp>
      <p:sp>
        <p:nvSpPr>
          <p:cNvPr id="20" name="q-text-3">
            <a:extLst xmlns:a="http://schemas.openxmlformats.org/drawingml/2006/main">
              <a:ext uri="{FF2B5EF4-FFF2-40B4-BE49-F238E27FC236}">
                <a16:creationId xmlns:a16="http://schemas.microsoft.com/office/drawing/2014/main" id="{6ACF9BEB-F6FA-44AD-95E1-AFB176D6BF84}"/>
              </a:ext>
            </a:extLst>
          </p:cNvPr>
          <p:cNvSpPr>
            <a:spLocks xmlns:a="http://schemas.openxmlformats.org/drawingml/2006/main" noGrp="1"/>
          </p:cNvSpPr>
          <p:nvPr/>
        </p:nvSpPr>
        <p:spPr>
          <a:xfrm xmlns:a="http://schemas.openxmlformats.org/drawingml/2006/main">
            <a:off x="7191375" y="4600575"/>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83D37"/>
                </a:solidFill>
                <a:latin typeface="Arial"/>
                <a:ea typeface="Arial"/>
                <a:cs typeface="Arial"/>
              </a:defRPr>
            </a:defPPr>
            <a:lvl1pPr algn="l">
              <a:defRPr sz="1650" b="0">
                <a:solidFill>
                  <a:srgbClr val="183D37"/>
                </a:solidFill>
                <a:latin typeface="Arial"/>
                <a:ea typeface="Arial"/>
                <a:cs typeface="Arial"/>
              </a:defRPr>
            </a:lvl1pPr>
            <a:lvl2pPr algn="l">
              <a:defRPr sz="1650" b="0">
                <a:solidFill>
                  <a:srgbClr val="183D37"/>
                </a:solidFill>
                <a:latin typeface="Arial"/>
                <a:ea typeface="Arial"/>
                <a:cs typeface="Arial"/>
              </a:defRPr>
            </a:lvl2pPr>
            <a:lvl3pPr algn="l">
              <a:defRPr sz="1650" b="0">
                <a:solidFill>
                  <a:srgbClr val="183D37"/>
                </a:solidFill>
                <a:latin typeface="Arial"/>
                <a:ea typeface="Arial"/>
                <a:cs typeface="Arial"/>
              </a:defRPr>
            </a:lvl3pPr>
            <a:lvl4pPr algn="l">
              <a:defRPr sz="1650" b="0">
                <a:solidFill>
                  <a:srgbClr val="183D37"/>
                </a:solidFill>
                <a:latin typeface="Arial"/>
                <a:ea typeface="Arial"/>
                <a:cs typeface="Arial"/>
              </a:defRPr>
            </a:lvl4pPr>
            <a:lvl5pPr algn="l">
              <a:defRPr sz="1650" b="0">
                <a:solidFill>
                  <a:srgbClr val="183D37"/>
                </a:solidFill>
                <a:latin typeface="Arial"/>
                <a:ea typeface="Arial"/>
                <a:cs typeface="Arial"/>
              </a:defRPr>
            </a:lvl5pPr>
            <a:lvl6pPr algn="l">
              <a:defRPr sz="1650" b="0">
                <a:solidFill>
                  <a:srgbClr val="183D37"/>
                </a:solidFill>
                <a:latin typeface="Arial"/>
                <a:ea typeface="Arial"/>
                <a:cs typeface="Arial"/>
              </a:defRPr>
            </a:lvl6pPr>
            <a:lvl7pPr algn="l">
              <a:defRPr sz="1650" b="0">
                <a:solidFill>
                  <a:srgbClr val="183D37"/>
                </a:solidFill>
                <a:latin typeface="Arial"/>
                <a:ea typeface="Arial"/>
                <a:cs typeface="Arial"/>
              </a:defRPr>
            </a:lvl7pPr>
            <a:lvl8pPr algn="l">
              <a:defRPr sz="1650" b="0">
                <a:solidFill>
                  <a:srgbClr val="183D37"/>
                </a:solidFill>
                <a:latin typeface="Arial"/>
                <a:ea typeface="Arial"/>
                <a:cs typeface="Arial"/>
              </a:defRPr>
            </a:lvl8pPr>
            <a:lvl9pPr algn="l">
              <a:defRPr sz="1650" b="0">
                <a:solidFill>
                  <a:srgbClr val="183D37"/>
                </a:solidFill>
                <a:latin typeface="Arial"/>
                <a:ea typeface="Arial"/>
                <a:cs typeface="Arial"/>
              </a:defRPr>
            </a:lvl9pPr>
          </a:lstStyle>
          <a:p xmlns:a="http://schemas.openxmlformats.org/drawingml/2006/main">
            <a:pPr algn="l">
              <a:defRPr sz="1650" b="0">
                <a:solidFill>
                  <a:srgbClr val="183D37"/>
                </a:solidFill>
                <a:latin typeface="Arial"/>
                <a:ea typeface="Arial"/>
                <a:cs typeface="Arial"/>
              </a:defRPr>
            </a:pPr>
            <a:r>
              <a:rPr sz="1650" b="0">
                <a:solidFill>
                  <a:srgbClr val="183D37"/>
                </a:solidFill>
                <a:latin typeface="Arial"/>
                <a:ea typeface="Arial"/>
                <a:cs typeface="Arial"/>
              </a:rPr>
              <a:t>Which categories share an order?</a:t>
            </a:r>
          </a:p>
        </p:txBody>
      </p:sp>
      <p:sp>
        <p:nvSpPr>
          <p:cNvPr id="21" name="boundary">
            <a:extLst xmlns:a="http://schemas.openxmlformats.org/drawingml/2006/main">
              <a:ext uri="{FF2B5EF4-FFF2-40B4-BE49-F238E27FC236}">
                <a16:creationId xmlns:a16="http://schemas.microsoft.com/office/drawing/2014/main" id="{BC7406A9-5FA0-49BF-BF94-B598D4C24855}"/>
              </a:ext>
            </a:extLst>
          </p:cNvPr>
          <p:cNvSpPr>
            <a:spLocks xmlns:a="http://schemas.openxmlformats.org/drawingml/2006/main" noGrp="1"/>
          </p:cNvSpPr>
          <p:nvPr/>
        </p:nvSpPr>
        <p:spPr>
          <a:xfrm xmlns:a="http://schemas.openxmlformats.org/drawingml/2006/main">
            <a:off x="609600" y="5095875"/>
            <a:ext cx="5048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E807B"/>
                </a:solidFill>
                <a:latin typeface="Arial"/>
                <a:ea typeface="Arial"/>
                <a:cs typeface="Arial"/>
              </a:defRPr>
            </a:defPPr>
            <a:lvl1pPr algn="l">
              <a:defRPr sz="1200" b="0">
                <a:solidFill>
                  <a:srgbClr val="6E807B"/>
                </a:solidFill>
                <a:latin typeface="Arial"/>
                <a:ea typeface="Arial"/>
                <a:cs typeface="Arial"/>
              </a:defRPr>
            </a:lvl1pPr>
            <a:lvl2pPr algn="l">
              <a:defRPr sz="1200" b="0">
                <a:solidFill>
                  <a:srgbClr val="6E807B"/>
                </a:solidFill>
                <a:latin typeface="Arial"/>
                <a:ea typeface="Arial"/>
                <a:cs typeface="Arial"/>
              </a:defRPr>
            </a:lvl2pPr>
            <a:lvl3pPr algn="l">
              <a:defRPr sz="1200" b="0">
                <a:solidFill>
                  <a:srgbClr val="6E807B"/>
                </a:solidFill>
                <a:latin typeface="Arial"/>
                <a:ea typeface="Arial"/>
                <a:cs typeface="Arial"/>
              </a:defRPr>
            </a:lvl3pPr>
            <a:lvl4pPr algn="l">
              <a:defRPr sz="1200" b="0">
                <a:solidFill>
                  <a:srgbClr val="6E807B"/>
                </a:solidFill>
                <a:latin typeface="Arial"/>
                <a:ea typeface="Arial"/>
                <a:cs typeface="Arial"/>
              </a:defRPr>
            </a:lvl4pPr>
            <a:lvl5pPr algn="l">
              <a:defRPr sz="1200" b="0">
                <a:solidFill>
                  <a:srgbClr val="6E807B"/>
                </a:solidFill>
                <a:latin typeface="Arial"/>
                <a:ea typeface="Arial"/>
                <a:cs typeface="Arial"/>
              </a:defRPr>
            </a:lvl5pPr>
            <a:lvl6pPr algn="l">
              <a:defRPr sz="1200" b="0">
                <a:solidFill>
                  <a:srgbClr val="6E807B"/>
                </a:solidFill>
                <a:latin typeface="Arial"/>
                <a:ea typeface="Arial"/>
                <a:cs typeface="Arial"/>
              </a:defRPr>
            </a:lvl6pPr>
            <a:lvl7pPr algn="l">
              <a:defRPr sz="1200" b="0">
                <a:solidFill>
                  <a:srgbClr val="6E807B"/>
                </a:solidFill>
                <a:latin typeface="Arial"/>
                <a:ea typeface="Arial"/>
                <a:cs typeface="Arial"/>
              </a:defRPr>
            </a:lvl7pPr>
            <a:lvl8pPr algn="l">
              <a:defRPr sz="1200" b="0">
                <a:solidFill>
                  <a:srgbClr val="6E807B"/>
                </a:solidFill>
                <a:latin typeface="Arial"/>
                <a:ea typeface="Arial"/>
                <a:cs typeface="Arial"/>
              </a:defRPr>
            </a:lvl8pPr>
            <a:lvl9pPr algn="l">
              <a:defRPr sz="1200" b="0">
                <a:solidFill>
                  <a:srgbClr val="6E807B"/>
                </a:solidFill>
                <a:latin typeface="Arial"/>
                <a:ea typeface="Arial"/>
                <a:cs typeface="Arial"/>
              </a:defRPr>
            </a:lvl9pPr>
          </a:lstStyle>
          <a:p xmlns:a="http://schemas.openxmlformats.org/drawingml/2006/main">
            <a:pPr algn="l">
              <a:defRPr sz="1200" b="0">
                <a:solidFill>
                  <a:srgbClr val="6E807B"/>
                </a:solidFill>
                <a:latin typeface="Arial"/>
                <a:ea typeface="Arial"/>
                <a:cs typeface="Arial"/>
              </a:defRPr>
            </a:pPr>
            <a:r>
              <a:rPr sz="1200" b="0">
                <a:solidFill>
                  <a:srgbClr val="6E807B"/>
                </a:solidFill>
                <a:latin typeface="Arial"/>
                <a:ea typeface="Arial"/>
                <a:cs typeface="Arial"/>
              </a:rPr>
              <a:t>Scope: descriptive analytics for item-level shopping records. No checkout, payments, or sales forecasting.</a:t>
            </a:r>
          </a:p>
        </p:txBody>
      </p:sp>
    </p:spTree>
    <p:extLst>
      <p:ext uri="{BB962C8B-B14F-4D97-AF65-F5344CB8AC3E}">
        <p14:creationId xmlns:p14="http://schemas.microsoft.com/office/powerpoint/2010/main" val="1647817995"/>
      </p:ext>
    </p:extLst>
  </p:cSld>
</p:sld>
</file>

<file path=ppt/slides/slide3.xml><?xml version="1.0" encoding="utf-8"?>
<p:sld xmlns:p="http://schemas.openxmlformats.org/presentationml/2006/main">
  <p:cSld>
    <p:bg>
      <p:bgPr>
        <a:solidFill xmlns:a="http://schemas.openxmlformats.org/drawingml/2006/main">
          <a:srgbClr val="F4F5EF"/>
        </a:solidFill>
      </p:bgPr>
    </p:bg>
    <p:spTree>
      <p:nvGrpSpPr>
        <p:cNvPr id="1" name=""/>
        <p:cNvGrpSpPr/>
        <p:nvPr/>
      </p:nvGrpSpPr>
      <p:grpSpPr>
        <a:xfrm xmlns:a="http://schemas.openxmlformats.org/drawingml/2006/main"/>
      </p:grpSpPr>
      <p:sp>
        <p:nvSpPr>
          <p:cNvPr id="26" name="section-label">
            <a:extLst xmlns:a="http://schemas.openxmlformats.org/drawingml/2006/main">
              <a:ext uri="{FF2B5EF4-FFF2-40B4-BE49-F238E27FC236}">
                <a16:creationId xmlns:a16="http://schemas.microsoft.com/office/drawing/2014/main" id="{E35B3585-2275-40C6-AC71-590F908B78B8}"/>
              </a:ext>
            </a:extLst>
          </p:cNvPr>
          <p:cNvSpPr>
            <a:spLocks xmlns:a="http://schemas.openxmlformats.org/drawingml/2006/main" noGrp="1"/>
          </p:cNvSpPr>
          <p:nvPr/>
        </p:nvSpPr>
        <p:spPr>
          <a:xfrm xmlns:a="http://schemas.openxmlformats.org/drawingml/2006/main">
            <a:off x="609600" y="381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77F69"/>
                </a:solidFill>
                <a:latin typeface="Arial"/>
                <a:ea typeface="Arial"/>
                <a:cs typeface="Arial"/>
              </a:defRPr>
            </a:defPPr>
            <a:lvl1pPr algn="l">
              <a:defRPr sz="900" b="1">
                <a:solidFill>
                  <a:srgbClr val="177F69"/>
                </a:solidFill>
                <a:latin typeface="Arial"/>
                <a:ea typeface="Arial"/>
                <a:cs typeface="Arial"/>
              </a:defRPr>
            </a:lvl1pPr>
            <a:lvl2pPr algn="l">
              <a:defRPr sz="900" b="1">
                <a:solidFill>
                  <a:srgbClr val="177F69"/>
                </a:solidFill>
                <a:latin typeface="Arial"/>
                <a:ea typeface="Arial"/>
                <a:cs typeface="Arial"/>
              </a:defRPr>
            </a:lvl2pPr>
            <a:lvl3pPr algn="l">
              <a:defRPr sz="900" b="1">
                <a:solidFill>
                  <a:srgbClr val="177F69"/>
                </a:solidFill>
                <a:latin typeface="Arial"/>
                <a:ea typeface="Arial"/>
                <a:cs typeface="Arial"/>
              </a:defRPr>
            </a:lvl3pPr>
            <a:lvl4pPr algn="l">
              <a:defRPr sz="900" b="1">
                <a:solidFill>
                  <a:srgbClr val="177F69"/>
                </a:solidFill>
                <a:latin typeface="Arial"/>
                <a:ea typeface="Arial"/>
                <a:cs typeface="Arial"/>
              </a:defRPr>
            </a:lvl4pPr>
            <a:lvl5pPr algn="l">
              <a:defRPr sz="900" b="1">
                <a:solidFill>
                  <a:srgbClr val="177F69"/>
                </a:solidFill>
                <a:latin typeface="Arial"/>
                <a:ea typeface="Arial"/>
                <a:cs typeface="Arial"/>
              </a:defRPr>
            </a:lvl5pPr>
            <a:lvl6pPr algn="l">
              <a:defRPr sz="900" b="1">
                <a:solidFill>
                  <a:srgbClr val="177F69"/>
                </a:solidFill>
                <a:latin typeface="Arial"/>
                <a:ea typeface="Arial"/>
                <a:cs typeface="Arial"/>
              </a:defRPr>
            </a:lvl6pPr>
            <a:lvl7pPr algn="l">
              <a:defRPr sz="900" b="1">
                <a:solidFill>
                  <a:srgbClr val="177F69"/>
                </a:solidFill>
                <a:latin typeface="Arial"/>
                <a:ea typeface="Arial"/>
                <a:cs typeface="Arial"/>
              </a:defRPr>
            </a:lvl7pPr>
            <a:lvl8pPr algn="l">
              <a:defRPr sz="900" b="1">
                <a:solidFill>
                  <a:srgbClr val="177F69"/>
                </a:solidFill>
                <a:latin typeface="Arial"/>
                <a:ea typeface="Arial"/>
                <a:cs typeface="Arial"/>
              </a:defRPr>
            </a:lvl8pPr>
            <a:lvl9pPr algn="l">
              <a:defRPr sz="900" b="1">
                <a:solidFill>
                  <a:srgbClr val="177F69"/>
                </a:solidFill>
                <a:latin typeface="Arial"/>
                <a:ea typeface="Arial"/>
                <a:cs typeface="Arial"/>
              </a:defRPr>
            </a:lvl9pPr>
          </a:lstStyle>
          <a:p xmlns:a="http://schemas.openxmlformats.org/drawingml/2006/main">
            <a:pPr algn="l">
              <a:defRPr sz="900" b="1">
                <a:solidFill>
                  <a:srgbClr val="177F69"/>
                </a:solidFill>
                <a:latin typeface="Arial"/>
                <a:ea typeface="Arial"/>
                <a:cs typeface="Arial"/>
              </a:defRPr>
            </a:pPr>
            <a:r>
              <a:rPr sz="900" b="1">
                <a:solidFill>
                  <a:srgbClr val="177F69"/>
                </a:solidFill>
                <a:latin typeface="Arial"/>
                <a:ea typeface="Arial"/>
                <a:cs typeface="Arial"/>
              </a:rPr>
              <a:t>02  PROJECT OBJECTIVES</a:t>
            </a:r>
          </a:p>
        </p:txBody>
      </p:sp>
      <p:sp>
        <p:nvSpPr>
          <p:cNvPr id="2" name="slide-title">
            <a:extLst xmlns:a="http://schemas.openxmlformats.org/drawingml/2006/main">
              <a:ext uri="{FF2B5EF4-FFF2-40B4-BE49-F238E27FC236}">
                <a16:creationId xmlns:a16="http://schemas.microsoft.com/office/drawing/2014/main" id="{DF59412F-26D7-4A9A-B27C-253E9B73B688}"/>
              </a:ext>
            </a:extLst>
          </p:cNvPr>
          <p:cNvSpPr>
            <a:spLocks xmlns:a="http://schemas.openxmlformats.org/drawingml/2006/main" noGrp="1"/>
          </p:cNvSpPr>
          <p:nvPr/>
        </p:nvSpPr>
        <p:spPr>
          <a:xfrm xmlns:a="http://schemas.openxmlformats.org/drawingml/2006/main">
            <a:off x="609600" y="714375"/>
            <a:ext cx="10906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83D37"/>
                </a:solidFill>
                <a:latin typeface="Arial"/>
                <a:ea typeface="Arial"/>
                <a:cs typeface="Arial"/>
              </a:defRPr>
            </a:defPPr>
            <a:lvl1pPr algn="l">
              <a:defRPr sz="3225" b="1">
                <a:solidFill>
                  <a:srgbClr val="183D37"/>
                </a:solidFill>
                <a:latin typeface="Arial"/>
                <a:ea typeface="Arial"/>
                <a:cs typeface="Arial"/>
              </a:defRPr>
            </a:lvl1pPr>
            <a:lvl2pPr algn="l">
              <a:defRPr sz="3225" b="1">
                <a:solidFill>
                  <a:srgbClr val="183D37"/>
                </a:solidFill>
                <a:latin typeface="Arial"/>
                <a:ea typeface="Arial"/>
                <a:cs typeface="Arial"/>
              </a:defRPr>
            </a:lvl2pPr>
            <a:lvl3pPr algn="l">
              <a:defRPr sz="3225" b="1">
                <a:solidFill>
                  <a:srgbClr val="183D37"/>
                </a:solidFill>
                <a:latin typeface="Arial"/>
                <a:ea typeface="Arial"/>
                <a:cs typeface="Arial"/>
              </a:defRPr>
            </a:lvl3pPr>
            <a:lvl4pPr algn="l">
              <a:defRPr sz="3225" b="1">
                <a:solidFill>
                  <a:srgbClr val="183D37"/>
                </a:solidFill>
                <a:latin typeface="Arial"/>
                <a:ea typeface="Arial"/>
                <a:cs typeface="Arial"/>
              </a:defRPr>
            </a:lvl4pPr>
            <a:lvl5pPr algn="l">
              <a:defRPr sz="3225" b="1">
                <a:solidFill>
                  <a:srgbClr val="183D37"/>
                </a:solidFill>
                <a:latin typeface="Arial"/>
                <a:ea typeface="Arial"/>
                <a:cs typeface="Arial"/>
              </a:defRPr>
            </a:lvl5pPr>
            <a:lvl6pPr algn="l">
              <a:defRPr sz="3225" b="1">
                <a:solidFill>
                  <a:srgbClr val="183D37"/>
                </a:solidFill>
                <a:latin typeface="Arial"/>
                <a:ea typeface="Arial"/>
                <a:cs typeface="Arial"/>
              </a:defRPr>
            </a:lvl6pPr>
            <a:lvl7pPr algn="l">
              <a:defRPr sz="3225" b="1">
                <a:solidFill>
                  <a:srgbClr val="183D37"/>
                </a:solidFill>
                <a:latin typeface="Arial"/>
                <a:ea typeface="Arial"/>
                <a:cs typeface="Arial"/>
              </a:defRPr>
            </a:lvl7pPr>
            <a:lvl8pPr algn="l">
              <a:defRPr sz="3225" b="1">
                <a:solidFill>
                  <a:srgbClr val="183D37"/>
                </a:solidFill>
                <a:latin typeface="Arial"/>
                <a:ea typeface="Arial"/>
                <a:cs typeface="Arial"/>
              </a:defRPr>
            </a:lvl8pPr>
            <a:lvl9pPr algn="l">
              <a:defRPr sz="3225" b="1">
                <a:solidFill>
                  <a:srgbClr val="183D37"/>
                </a:solidFill>
                <a:latin typeface="Arial"/>
                <a:ea typeface="Arial"/>
                <a:cs typeface="Arial"/>
              </a:defRPr>
            </a:lvl9pPr>
          </a:lstStyle>
          <a:p xmlns:a="http://schemas.openxmlformats.org/drawingml/2006/main">
            <a:pPr algn="l">
              <a:defRPr sz="3225" b="1">
                <a:solidFill>
                  <a:srgbClr val="183D37"/>
                </a:solidFill>
                <a:latin typeface="Arial"/>
                <a:ea typeface="Arial"/>
                <a:cs typeface="Arial"/>
              </a:defRPr>
            </a:pPr>
            <a:r>
              <a:rPr sz="3225" b="1">
                <a:solidFill>
                  <a:srgbClr val="183D37"/>
                </a:solidFill>
                <a:latin typeface="Arial"/>
                <a:ea typeface="Arial"/>
                <a:cs typeface="Arial"/>
              </a:rPr>
              <a:t>One dataset, five useful views</a:t>
            </a:r>
          </a:p>
        </p:txBody>
      </p:sp>
      <p:sp>
        <p:nvSpPr>
          <p:cNvPr id="3" name="slide-subtitle">
            <a:extLst xmlns:a="http://schemas.openxmlformats.org/drawingml/2006/main">
              <a:ext uri="{FF2B5EF4-FFF2-40B4-BE49-F238E27FC236}">
                <a16:creationId xmlns:a16="http://schemas.microsoft.com/office/drawing/2014/main" id="{B04D6EC4-A99A-4FA6-A6FD-036BCF4F0AB3}"/>
              </a:ext>
            </a:extLst>
          </p:cNvPr>
          <p:cNvSpPr>
            <a:spLocks xmlns:a="http://schemas.openxmlformats.org/drawingml/2006/main" noGrp="1"/>
          </p:cNvSpPr>
          <p:nvPr/>
        </p:nvSpPr>
        <p:spPr>
          <a:xfrm xmlns:a="http://schemas.openxmlformats.org/drawingml/2006/main">
            <a:off x="609600" y="1333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E807B"/>
                </a:solidFill>
                <a:latin typeface="Arial"/>
                <a:ea typeface="Arial"/>
                <a:cs typeface="Arial"/>
              </a:defRPr>
            </a:defPPr>
            <a:lvl1pPr algn="l">
              <a:defRPr sz="1500" b="0">
                <a:solidFill>
                  <a:srgbClr val="6E807B"/>
                </a:solidFill>
                <a:latin typeface="Arial"/>
                <a:ea typeface="Arial"/>
                <a:cs typeface="Arial"/>
              </a:defRPr>
            </a:lvl1pPr>
            <a:lvl2pPr algn="l">
              <a:defRPr sz="1500" b="0">
                <a:solidFill>
                  <a:srgbClr val="6E807B"/>
                </a:solidFill>
                <a:latin typeface="Arial"/>
                <a:ea typeface="Arial"/>
                <a:cs typeface="Arial"/>
              </a:defRPr>
            </a:lvl2pPr>
            <a:lvl3pPr algn="l">
              <a:defRPr sz="1500" b="0">
                <a:solidFill>
                  <a:srgbClr val="6E807B"/>
                </a:solidFill>
                <a:latin typeface="Arial"/>
                <a:ea typeface="Arial"/>
                <a:cs typeface="Arial"/>
              </a:defRPr>
            </a:lvl3pPr>
            <a:lvl4pPr algn="l">
              <a:defRPr sz="1500" b="0">
                <a:solidFill>
                  <a:srgbClr val="6E807B"/>
                </a:solidFill>
                <a:latin typeface="Arial"/>
                <a:ea typeface="Arial"/>
                <a:cs typeface="Arial"/>
              </a:defRPr>
            </a:lvl4pPr>
            <a:lvl5pPr algn="l">
              <a:defRPr sz="1500" b="0">
                <a:solidFill>
                  <a:srgbClr val="6E807B"/>
                </a:solidFill>
                <a:latin typeface="Arial"/>
                <a:ea typeface="Arial"/>
                <a:cs typeface="Arial"/>
              </a:defRPr>
            </a:lvl5pPr>
            <a:lvl6pPr algn="l">
              <a:defRPr sz="1500" b="0">
                <a:solidFill>
                  <a:srgbClr val="6E807B"/>
                </a:solidFill>
                <a:latin typeface="Arial"/>
                <a:ea typeface="Arial"/>
                <a:cs typeface="Arial"/>
              </a:defRPr>
            </a:lvl6pPr>
            <a:lvl7pPr algn="l">
              <a:defRPr sz="1500" b="0">
                <a:solidFill>
                  <a:srgbClr val="6E807B"/>
                </a:solidFill>
                <a:latin typeface="Arial"/>
                <a:ea typeface="Arial"/>
                <a:cs typeface="Arial"/>
              </a:defRPr>
            </a:lvl7pPr>
            <a:lvl8pPr algn="l">
              <a:defRPr sz="1500" b="0">
                <a:solidFill>
                  <a:srgbClr val="6E807B"/>
                </a:solidFill>
                <a:latin typeface="Arial"/>
                <a:ea typeface="Arial"/>
                <a:cs typeface="Arial"/>
              </a:defRPr>
            </a:lvl8pPr>
            <a:lvl9pPr algn="l">
              <a:defRPr sz="1500" b="0">
                <a:solidFill>
                  <a:srgbClr val="6E807B"/>
                </a:solidFill>
                <a:latin typeface="Arial"/>
                <a:ea typeface="Arial"/>
                <a:cs typeface="Arial"/>
              </a:defRPr>
            </a:lvl9pPr>
          </a:lstStyle>
          <a:p xmlns:a="http://schemas.openxmlformats.org/drawingml/2006/main">
            <a:pPr algn="l">
              <a:defRPr sz="1500" b="0">
                <a:solidFill>
                  <a:srgbClr val="6E807B"/>
                </a:solidFill>
                <a:latin typeface="Arial"/>
                <a:ea typeface="Arial"/>
                <a:cs typeface="Arial"/>
              </a:defRPr>
            </a:pPr>
            <a:r>
              <a:rPr sz="1500" b="0">
                <a:solidFill>
                  <a:srgbClr val="6E807B"/>
                </a:solidFill>
                <a:latin typeface="Arial"/>
                <a:ea typeface="Arial"/>
                <a:cs typeface="Arial"/>
              </a:rPr>
              <a:t>The same date and category selection carries across the analysis.</a:t>
            </a:r>
          </a:p>
        </p:txBody>
      </p:sp>
      <p:sp>
        <p:nvSpPr>
          <p:cNvPr id="4" name="">
            <a:extLst xmlns:a="http://schemas.openxmlformats.org/drawingml/2006/main">
              <a:ext uri="{FF2B5EF4-FFF2-40B4-BE49-F238E27FC236}">
                <a16:creationId xmlns:a16="http://schemas.microsoft.com/office/drawing/2014/main" id="{502C8212-1C74-49AC-BA16-0CA1F83B689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CD7D1"/>
            </a:solidFill>
            <a:prstDash val="solid"/>
          </a:ln>
        </p:spPr>
      </p:sp>
      <p:sp>
        <p:nvSpPr>
          <p:cNvPr id="5" name="footer-brand">
            <a:extLst xmlns:a="http://schemas.openxmlformats.org/drawingml/2006/main">
              <a:ext uri="{FF2B5EF4-FFF2-40B4-BE49-F238E27FC236}">
                <a16:creationId xmlns:a16="http://schemas.microsoft.com/office/drawing/2014/main" id="{39E7A95D-F6FA-44AE-8513-37D8F98CCF58}"/>
              </a:ext>
            </a:extLst>
          </p:cNvPr>
          <p:cNvSpPr>
            <a:spLocks xmlns:a="http://schemas.openxmlformats.org/drawingml/2006/main" noGrp="1"/>
          </p:cNvSpPr>
          <p:nvPr/>
        </p:nvSpPr>
        <p:spPr>
          <a:xfrm xmlns:a="http://schemas.openxmlformats.org/drawingml/2006/main">
            <a:off x="609600" y="64865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6E807B"/>
                </a:solidFill>
                <a:latin typeface="Arial"/>
                <a:ea typeface="Arial"/>
                <a:cs typeface="Arial"/>
              </a:defRPr>
            </a:defPPr>
            <a:lvl1pPr algn="l">
              <a:defRPr sz="825" b="1">
                <a:solidFill>
                  <a:srgbClr val="6E807B"/>
                </a:solidFill>
                <a:latin typeface="Arial"/>
                <a:ea typeface="Arial"/>
                <a:cs typeface="Arial"/>
              </a:defRPr>
            </a:lvl1pPr>
            <a:lvl2pPr algn="l">
              <a:defRPr sz="825" b="1">
                <a:solidFill>
                  <a:srgbClr val="6E807B"/>
                </a:solidFill>
                <a:latin typeface="Arial"/>
                <a:ea typeface="Arial"/>
                <a:cs typeface="Arial"/>
              </a:defRPr>
            </a:lvl2pPr>
            <a:lvl3pPr algn="l">
              <a:defRPr sz="825" b="1">
                <a:solidFill>
                  <a:srgbClr val="6E807B"/>
                </a:solidFill>
                <a:latin typeface="Arial"/>
                <a:ea typeface="Arial"/>
                <a:cs typeface="Arial"/>
              </a:defRPr>
            </a:lvl3pPr>
            <a:lvl4pPr algn="l">
              <a:defRPr sz="825" b="1">
                <a:solidFill>
                  <a:srgbClr val="6E807B"/>
                </a:solidFill>
                <a:latin typeface="Arial"/>
                <a:ea typeface="Arial"/>
                <a:cs typeface="Arial"/>
              </a:defRPr>
            </a:lvl4pPr>
            <a:lvl5pPr algn="l">
              <a:defRPr sz="825" b="1">
                <a:solidFill>
                  <a:srgbClr val="6E807B"/>
                </a:solidFill>
                <a:latin typeface="Arial"/>
                <a:ea typeface="Arial"/>
                <a:cs typeface="Arial"/>
              </a:defRPr>
            </a:lvl5pPr>
            <a:lvl6pPr algn="l">
              <a:defRPr sz="825" b="1">
                <a:solidFill>
                  <a:srgbClr val="6E807B"/>
                </a:solidFill>
                <a:latin typeface="Arial"/>
                <a:ea typeface="Arial"/>
                <a:cs typeface="Arial"/>
              </a:defRPr>
            </a:lvl6pPr>
            <a:lvl7pPr algn="l">
              <a:defRPr sz="825" b="1">
                <a:solidFill>
                  <a:srgbClr val="6E807B"/>
                </a:solidFill>
                <a:latin typeface="Arial"/>
                <a:ea typeface="Arial"/>
                <a:cs typeface="Arial"/>
              </a:defRPr>
            </a:lvl7pPr>
            <a:lvl8pPr algn="l">
              <a:defRPr sz="825" b="1">
                <a:solidFill>
                  <a:srgbClr val="6E807B"/>
                </a:solidFill>
                <a:latin typeface="Arial"/>
                <a:ea typeface="Arial"/>
                <a:cs typeface="Arial"/>
              </a:defRPr>
            </a:lvl8pPr>
            <a:lvl9pPr algn="l">
              <a:defRPr sz="825" b="1">
                <a:solidFill>
                  <a:srgbClr val="6E807B"/>
                </a:solidFill>
                <a:latin typeface="Arial"/>
                <a:ea typeface="Arial"/>
                <a:cs typeface="Arial"/>
              </a:defRPr>
            </a:lvl9pPr>
          </a:lstStyle>
          <a:p xmlns:a="http://schemas.openxmlformats.org/drawingml/2006/main">
            <a:pPr algn="l">
              <a:defRPr sz="825" b="1">
                <a:solidFill>
                  <a:srgbClr val="6E807B"/>
                </a:solidFill>
                <a:latin typeface="Arial"/>
                <a:ea typeface="Arial"/>
                <a:cs typeface="Arial"/>
              </a:defRPr>
            </a:pPr>
            <a:r>
              <a:rPr sz="825" b="1">
                <a:solidFill>
                  <a:srgbClr val="6E807B"/>
                </a:solidFill>
                <a:latin typeface="Arial"/>
                <a:ea typeface="Arial"/>
                <a:cs typeface="Arial"/>
              </a:rPr>
              <a:t>COMMERCELENS  /  PROJECT 29</a:t>
            </a:r>
          </a:p>
        </p:txBody>
      </p:sp>
      <p:sp>
        <p:nvSpPr>
          <p:cNvPr id="6" name="footer-page">
            <a:extLst xmlns:a="http://schemas.openxmlformats.org/drawingml/2006/main">
              <a:ext uri="{FF2B5EF4-FFF2-40B4-BE49-F238E27FC236}">
                <a16:creationId xmlns:a16="http://schemas.microsoft.com/office/drawing/2014/main" id="{99C12FE4-060B-4BA1-BC7F-FA5DD869FE1E}"/>
              </a:ext>
            </a:extLst>
          </p:cNvPr>
          <p:cNvSpPr>
            <a:spLocks xmlns:a="http://schemas.openxmlformats.org/drawingml/2006/main" noGrp="1"/>
          </p:cNvSpPr>
          <p:nvPr/>
        </p:nvSpPr>
        <p:spPr>
          <a:xfrm xmlns:a="http://schemas.openxmlformats.org/drawingml/2006/main">
            <a:off x="11144250" y="64770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6E807B"/>
                </a:solidFill>
                <a:latin typeface="Arial"/>
                <a:ea typeface="Arial"/>
                <a:cs typeface="Arial"/>
              </a:defRPr>
            </a:defPPr>
            <a:lvl1pPr algn="r">
              <a:defRPr sz="825" b="1">
                <a:solidFill>
                  <a:srgbClr val="6E807B"/>
                </a:solidFill>
                <a:latin typeface="Arial"/>
                <a:ea typeface="Arial"/>
                <a:cs typeface="Arial"/>
              </a:defRPr>
            </a:lvl1pPr>
            <a:lvl2pPr algn="r">
              <a:defRPr sz="825" b="1">
                <a:solidFill>
                  <a:srgbClr val="6E807B"/>
                </a:solidFill>
                <a:latin typeface="Arial"/>
                <a:ea typeface="Arial"/>
                <a:cs typeface="Arial"/>
              </a:defRPr>
            </a:lvl2pPr>
            <a:lvl3pPr algn="r">
              <a:defRPr sz="825" b="1">
                <a:solidFill>
                  <a:srgbClr val="6E807B"/>
                </a:solidFill>
                <a:latin typeface="Arial"/>
                <a:ea typeface="Arial"/>
                <a:cs typeface="Arial"/>
              </a:defRPr>
            </a:lvl3pPr>
            <a:lvl4pPr algn="r">
              <a:defRPr sz="825" b="1">
                <a:solidFill>
                  <a:srgbClr val="6E807B"/>
                </a:solidFill>
                <a:latin typeface="Arial"/>
                <a:ea typeface="Arial"/>
                <a:cs typeface="Arial"/>
              </a:defRPr>
            </a:lvl4pPr>
            <a:lvl5pPr algn="r">
              <a:defRPr sz="825" b="1">
                <a:solidFill>
                  <a:srgbClr val="6E807B"/>
                </a:solidFill>
                <a:latin typeface="Arial"/>
                <a:ea typeface="Arial"/>
                <a:cs typeface="Arial"/>
              </a:defRPr>
            </a:lvl5pPr>
            <a:lvl6pPr algn="r">
              <a:defRPr sz="825" b="1">
                <a:solidFill>
                  <a:srgbClr val="6E807B"/>
                </a:solidFill>
                <a:latin typeface="Arial"/>
                <a:ea typeface="Arial"/>
                <a:cs typeface="Arial"/>
              </a:defRPr>
            </a:lvl6pPr>
            <a:lvl7pPr algn="r">
              <a:defRPr sz="825" b="1">
                <a:solidFill>
                  <a:srgbClr val="6E807B"/>
                </a:solidFill>
                <a:latin typeface="Arial"/>
                <a:ea typeface="Arial"/>
                <a:cs typeface="Arial"/>
              </a:defRPr>
            </a:lvl7pPr>
            <a:lvl8pPr algn="r">
              <a:defRPr sz="825" b="1">
                <a:solidFill>
                  <a:srgbClr val="6E807B"/>
                </a:solidFill>
                <a:latin typeface="Arial"/>
                <a:ea typeface="Arial"/>
                <a:cs typeface="Arial"/>
              </a:defRPr>
            </a:lvl8pPr>
            <a:lvl9pPr algn="r">
              <a:defRPr sz="825" b="1">
                <a:solidFill>
                  <a:srgbClr val="6E807B"/>
                </a:solidFill>
                <a:latin typeface="Arial"/>
                <a:ea typeface="Arial"/>
                <a:cs typeface="Arial"/>
              </a:defRPr>
            </a:lvl9pPr>
          </a:lstStyle>
          <a:p xmlns:a="http://schemas.openxmlformats.org/drawingml/2006/main">
            <a:pPr algn="r">
              <a:defRPr sz="825" b="1">
                <a:solidFill>
                  <a:srgbClr val="6E807B"/>
                </a:solidFill>
                <a:latin typeface="Arial"/>
                <a:ea typeface="Arial"/>
                <a:cs typeface="Arial"/>
              </a:defRPr>
            </a:pPr>
            <a:r>
              <a:rPr sz="825" b="1">
                <a:solidFill>
                  <a:srgbClr val="6E807B"/>
                </a:solidFill>
                <a:latin typeface="Arial"/>
                <a:ea typeface="Arial"/>
                <a:cs typeface="Arial"/>
              </a:rPr>
              <a:t>03</a:t>
            </a:r>
          </a:p>
        </p:txBody>
      </p:sp>
      <p:sp>
        <p:nvSpPr>
          <p:cNvPr id="7" name="objective-num-0">
            <a:extLst xmlns:a="http://schemas.openxmlformats.org/drawingml/2006/main">
              <a:ext uri="{FF2B5EF4-FFF2-40B4-BE49-F238E27FC236}">
                <a16:creationId xmlns:a16="http://schemas.microsoft.com/office/drawing/2014/main" id="{C8729DF3-CBF3-4BA1-81D8-12C338B9DFD4}"/>
              </a:ext>
            </a:extLst>
          </p:cNvPr>
          <p:cNvSpPr>
            <a:spLocks xmlns:a="http://schemas.openxmlformats.org/drawingml/2006/main" noGrp="1"/>
          </p:cNvSpPr>
          <p:nvPr/>
        </p:nvSpPr>
        <p:spPr>
          <a:xfrm xmlns:a="http://schemas.openxmlformats.org/drawingml/2006/main">
            <a:off x="704850" y="2009775"/>
            <a:ext cx="704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7F69"/>
                </a:solidFill>
                <a:latin typeface="Arial"/>
                <a:ea typeface="Arial"/>
                <a:cs typeface="Arial"/>
              </a:defRPr>
            </a:defPPr>
            <a:lvl1pPr algn="l">
              <a:defRPr sz="1800" b="1">
                <a:solidFill>
                  <a:srgbClr val="177F69"/>
                </a:solidFill>
                <a:latin typeface="Arial"/>
                <a:ea typeface="Arial"/>
                <a:cs typeface="Arial"/>
              </a:defRPr>
            </a:lvl1pPr>
            <a:lvl2pPr algn="l">
              <a:defRPr sz="1800" b="1">
                <a:solidFill>
                  <a:srgbClr val="177F69"/>
                </a:solidFill>
                <a:latin typeface="Arial"/>
                <a:ea typeface="Arial"/>
                <a:cs typeface="Arial"/>
              </a:defRPr>
            </a:lvl2pPr>
            <a:lvl3pPr algn="l">
              <a:defRPr sz="1800" b="1">
                <a:solidFill>
                  <a:srgbClr val="177F69"/>
                </a:solidFill>
                <a:latin typeface="Arial"/>
                <a:ea typeface="Arial"/>
                <a:cs typeface="Arial"/>
              </a:defRPr>
            </a:lvl3pPr>
            <a:lvl4pPr algn="l">
              <a:defRPr sz="1800" b="1">
                <a:solidFill>
                  <a:srgbClr val="177F69"/>
                </a:solidFill>
                <a:latin typeface="Arial"/>
                <a:ea typeface="Arial"/>
                <a:cs typeface="Arial"/>
              </a:defRPr>
            </a:lvl4pPr>
            <a:lvl5pPr algn="l">
              <a:defRPr sz="1800" b="1">
                <a:solidFill>
                  <a:srgbClr val="177F69"/>
                </a:solidFill>
                <a:latin typeface="Arial"/>
                <a:ea typeface="Arial"/>
                <a:cs typeface="Arial"/>
              </a:defRPr>
            </a:lvl5pPr>
            <a:lvl6pPr algn="l">
              <a:defRPr sz="1800" b="1">
                <a:solidFill>
                  <a:srgbClr val="177F69"/>
                </a:solidFill>
                <a:latin typeface="Arial"/>
                <a:ea typeface="Arial"/>
                <a:cs typeface="Arial"/>
              </a:defRPr>
            </a:lvl6pPr>
            <a:lvl7pPr algn="l">
              <a:defRPr sz="1800" b="1">
                <a:solidFill>
                  <a:srgbClr val="177F69"/>
                </a:solidFill>
                <a:latin typeface="Arial"/>
                <a:ea typeface="Arial"/>
                <a:cs typeface="Arial"/>
              </a:defRPr>
            </a:lvl7pPr>
            <a:lvl8pPr algn="l">
              <a:defRPr sz="1800" b="1">
                <a:solidFill>
                  <a:srgbClr val="177F69"/>
                </a:solidFill>
                <a:latin typeface="Arial"/>
                <a:ea typeface="Arial"/>
                <a:cs typeface="Arial"/>
              </a:defRPr>
            </a:lvl8pPr>
            <a:lvl9pPr algn="l">
              <a:defRPr sz="1800" b="1">
                <a:solidFill>
                  <a:srgbClr val="177F69"/>
                </a:solidFill>
                <a:latin typeface="Arial"/>
                <a:ea typeface="Arial"/>
                <a:cs typeface="Arial"/>
              </a:defRPr>
            </a:lvl9pPr>
          </a:lstStyle>
          <a:p xmlns:a="http://schemas.openxmlformats.org/drawingml/2006/main">
            <a:pPr algn="l">
              <a:defRPr sz="1800" b="1">
                <a:solidFill>
                  <a:srgbClr val="177F69"/>
                </a:solidFill>
                <a:latin typeface="Arial"/>
                <a:ea typeface="Arial"/>
                <a:cs typeface="Arial"/>
              </a:defRPr>
            </a:pPr>
            <a:r>
              <a:rPr sz="1800" b="1">
                <a:solidFill>
                  <a:srgbClr val="177F69"/>
                </a:solidFill>
                <a:latin typeface="Arial"/>
                <a:ea typeface="Arial"/>
                <a:cs typeface="Arial"/>
              </a:rPr>
              <a:t>01</a:t>
            </a:r>
          </a:p>
        </p:txBody>
      </p:sp>
      <p:sp>
        <p:nvSpPr>
          <p:cNvPr id="8" name="objective-title-0">
            <a:extLst xmlns:a="http://schemas.openxmlformats.org/drawingml/2006/main">
              <a:ext uri="{FF2B5EF4-FFF2-40B4-BE49-F238E27FC236}">
                <a16:creationId xmlns:a16="http://schemas.microsoft.com/office/drawing/2014/main" id="{9340A7F9-949C-44FE-B236-97E622442E13}"/>
              </a:ext>
            </a:extLst>
          </p:cNvPr>
          <p:cNvSpPr>
            <a:spLocks xmlns:a="http://schemas.openxmlformats.org/drawingml/2006/main" noGrp="1"/>
          </p:cNvSpPr>
          <p:nvPr/>
        </p:nvSpPr>
        <p:spPr>
          <a:xfrm xmlns:a="http://schemas.openxmlformats.org/drawingml/2006/main">
            <a:off x="1524000" y="20097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83D37"/>
                </a:solidFill>
                <a:latin typeface="Arial"/>
                <a:ea typeface="Arial"/>
                <a:cs typeface="Arial"/>
              </a:defRPr>
            </a:defPPr>
            <a:lvl1pPr algn="l">
              <a:defRPr sz="1725" b="1">
                <a:solidFill>
                  <a:srgbClr val="183D37"/>
                </a:solidFill>
                <a:latin typeface="Arial"/>
                <a:ea typeface="Arial"/>
                <a:cs typeface="Arial"/>
              </a:defRPr>
            </a:lvl1pPr>
            <a:lvl2pPr algn="l">
              <a:defRPr sz="1725" b="1">
                <a:solidFill>
                  <a:srgbClr val="183D37"/>
                </a:solidFill>
                <a:latin typeface="Arial"/>
                <a:ea typeface="Arial"/>
                <a:cs typeface="Arial"/>
              </a:defRPr>
            </a:lvl2pPr>
            <a:lvl3pPr algn="l">
              <a:defRPr sz="1725" b="1">
                <a:solidFill>
                  <a:srgbClr val="183D37"/>
                </a:solidFill>
                <a:latin typeface="Arial"/>
                <a:ea typeface="Arial"/>
                <a:cs typeface="Arial"/>
              </a:defRPr>
            </a:lvl3pPr>
            <a:lvl4pPr algn="l">
              <a:defRPr sz="1725" b="1">
                <a:solidFill>
                  <a:srgbClr val="183D37"/>
                </a:solidFill>
                <a:latin typeface="Arial"/>
                <a:ea typeface="Arial"/>
                <a:cs typeface="Arial"/>
              </a:defRPr>
            </a:lvl4pPr>
            <a:lvl5pPr algn="l">
              <a:defRPr sz="1725" b="1">
                <a:solidFill>
                  <a:srgbClr val="183D37"/>
                </a:solidFill>
                <a:latin typeface="Arial"/>
                <a:ea typeface="Arial"/>
                <a:cs typeface="Arial"/>
              </a:defRPr>
            </a:lvl5pPr>
            <a:lvl6pPr algn="l">
              <a:defRPr sz="1725" b="1">
                <a:solidFill>
                  <a:srgbClr val="183D37"/>
                </a:solidFill>
                <a:latin typeface="Arial"/>
                <a:ea typeface="Arial"/>
                <a:cs typeface="Arial"/>
              </a:defRPr>
            </a:lvl6pPr>
            <a:lvl7pPr algn="l">
              <a:defRPr sz="1725" b="1">
                <a:solidFill>
                  <a:srgbClr val="183D37"/>
                </a:solidFill>
                <a:latin typeface="Arial"/>
                <a:ea typeface="Arial"/>
                <a:cs typeface="Arial"/>
              </a:defRPr>
            </a:lvl7pPr>
            <a:lvl8pPr algn="l">
              <a:defRPr sz="1725" b="1">
                <a:solidFill>
                  <a:srgbClr val="183D37"/>
                </a:solidFill>
                <a:latin typeface="Arial"/>
                <a:ea typeface="Arial"/>
                <a:cs typeface="Arial"/>
              </a:defRPr>
            </a:lvl8pPr>
            <a:lvl9pPr algn="l">
              <a:defRPr sz="1725" b="1">
                <a:solidFill>
                  <a:srgbClr val="183D37"/>
                </a:solidFill>
                <a:latin typeface="Arial"/>
                <a:ea typeface="Arial"/>
                <a:cs typeface="Arial"/>
              </a:defRPr>
            </a:lvl9pPr>
          </a:lstStyle>
          <a:p xmlns:a="http://schemas.openxmlformats.org/drawingml/2006/main">
            <a:pPr algn="l">
              <a:defRPr sz="1725" b="1">
                <a:solidFill>
                  <a:srgbClr val="183D37"/>
                </a:solidFill>
                <a:latin typeface="Arial"/>
                <a:ea typeface="Arial"/>
                <a:cs typeface="Arial"/>
              </a:defRPr>
            </a:pPr>
            <a:r>
              <a:rPr sz="1725" b="1">
                <a:solidFill>
                  <a:srgbClr val="183D37"/>
                </a:solidFill>
                <a:latin typeface="Arial"/>
                <a:ea typeface="Arial"/>
                <a:cs typeface="Arial"/>
              </a:rPr>
              <a:t>Sales overview</a:t>
            </a:r>
          </a:p>
        </p:txBody>
      </p:sp>
      <p:sp>
        <p:nvSpPr>
          <p:cNvPr id="9" name="objective-desc-0">
            <a:extLst xmlns:a="http://schemas.openxmlformats.org/drawingml/2006/main">
              <a:ext uri="{FF2B5EF4-FFF2-40B4-BE49-F238E27FC236}">
                <a16:creationId xmlns:a16="http://schemas.microsoft.com/office/drawing/2014/main" id="{BC8A1CD1-A52E-4F69-A7FD-366D34DC75A4}"/>
              </a:ext>
            </a:extLst>
          </p:cNvPr>
          <p:cNvSpPr>
            <a:spLocks xmlns:a="http://schemas.openxmlformats.org/drawingml/2006/main" noGrp="1"/>
          </p:cNvSpPr>
          <p:nvPr/>
        </p:nvSpPr>
        <p:spPr>
          <a:xfrm xmlns:a="http://schemas.openxmlformats.org/drawingml/2006/main">
            <a:off x="4524375" y="2028825"/>
            <a:ext cx="652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E807B"/>
                </a:solidFill>
                <a:latin typeface="Arial"/>
                <a:ea typeface="Arial"/>
                <a:cs typeface="Arial"/>
              </a:defRPr>
            </a:defPPr>
            <a:lvl1pPr algn="l">
              <a:defRPr sz="1425" b="0">
                <a:solidFill>
                  <a:srgbClr val="6E807B"/>
                </a:solidFill>
                <a:latin typeface="Arial"/>
                <a:ea typeface="Arial"/>
                <a:cs typeface="Arial"/>
              </a:defRPr>
            </a:lvl1pPr>
            <a:lvl2pPr algn="l">
              <a:defRPr sz="1425" b="0">
                <a:solidFill>
                  <a:srgbClr val="6E807B"/>
                </a:solidFill>
                <a:latin typeface="Arial"/>
                <a:ea typeface="Arial"/>
                <a:cs typeface="Arial"/>
              </a:defRPr>
            </a:lvl2pPr>
            <a:lvl3pPr algn="l">
              <a:defRPr sz="1425" b="0">
                <a:solidFill>
                  <a:srgbClr val="6E807B"/>
                </a:solidFill>
                <a:latin typeface="Arial"/>
                <a:ea typeface="Arial"/>
                <a:cs typeface="Arial"/>
              </a:defRPr>
            </a:lvl3pPr>
            <a:lvl4pPr algn="l">
              <a:defRPr sz="1425" b="0">
                <a:solidFill>
                  <a:srgbClr val="6E807B"/>
                </a:solidFill>
                <a:latin typeface="Arial"/>
                <a:ea typeface="Arial"/>
                <a:cs typeface="Arial"/>
              </a:defRPr>
            </a:lvl4pPr>
            <a:lvl5pPr algn="l">
              <a:defRPr sz="1425" b="0">
                <a:solidFill>
                  <a:srgbClr val="6E807B"/>
                </a:solidFill>
                <a:latin typeface="Arial"/>
                <a:ea typeface="Arial"/>
                <a:cs typeface="Arial"/>
              </a:defRPr>
            </a:lvl5pPr>
            <a:lvl6pPr algn="l">
              <a:defRPr sz="1425" b="0">
                <a:solidFill>
                  <a:srgbClr val="6E807B"/>
                </a:solidFill>
                <a:latin typeface="Arial"/>
                <a:ea typeface="Arial"/>
                <a:cs typeface="Arial"/>
              </a:defRPr>
            </a:lvl6pPr>
            <a:lvl7pPr algn="l">
              <a:defRPr sz="1425" b="0">
                <a:solidFill>
                  <a:srgbClr val="6E807B"/>
                </a:solidFill>
                <a:latin typeface="Arial"/>
                <a:ea typeface="Arial"/>
                <a:cs typeface="Arial"/>
              </a:defRPr>
            </a:lvl7pPr>
            <a:lvl8pPr algn="l">
              <a:defRPr sz="1425" b="0">
                <a:solidFill>
                  <a:srgbClr val="6E807B"/>
                </a:solidFill>
                <a:latin typeface="Arial"/>
                <a:ea typeface="Arial"/>
                <a:cs typeface="Arial"/>
              </a:defRPr>
            </a:lvl8pPr>
            <a:lvl9pPr algn="l">
              <a:defRPr sz="1425" b="0">
                <a:solidFill>
                  <a:srgbClr val="6E807B"/>
                </a:solidFill>
                <a:latin typeface="Arial"/>
                <a:ea typeface="Arial"/>
                <a:cs typeface="Arial"/>
              </a:defRPr>
            </a:lvl9pPr>
          </a:lstStyle>
          <a:p xmlns:a="http://schemas.openxmlformats.org/drawingml/2006/main">
            <a:pPr algn="l">
              <a:defRPr sz="1425" b="0">
                <a:solidFill>
                  <a:srgbClr val="6E807B"/>
                </a:solidFill>
                <a:latin typeface="Arial"/>
                <a:ea typeface="Arial"/>
                <a:cs typeface="Arial"/>
              </a:defRPr>
            </a:pPr>
            <a:r>
              <a:rPr sz="1425" b="0">
                <a:solidFill>
                  <a:srgbClr val="6E807B"/>
                </a:solidFill>
                <a:latin typeface="Arial"/>
                <a:ea typeface="Arial"/>
                <a:cs typeface="Arial"/>
              </a:rPr>
              <a:t>Revenue, orders, customers and average order value</a:t>
            </a:r>
          </a:p>
        </p:txBody>
      </p:sp>
      <p:sp>
        <p:nvSpPr>
          <p:cNvPr id="10" name="">
            <a:extLst xmlns:a="http://schemas.openxmlformats.org/drawingml/2006/main">
              <a:ext uri="{FF2B5EF4-FFF2-40B4-BE49-F238E27FC236}">
                <a16:creationId xmlns:a16="http://schemas.microsoft.com/office/drawing/2014/main" id="{4B1C61EB-EA66-4844-B100-074073B54B8D}"/>
              </a:ext>
            </a:extLst>
          </p:cNvPr>
          <p:cNvSpPr>
            <a:spLocks xmlns:a="http://schemas.openxmlformats.org/drawingml/2006/main" noGrp="1"/>
          </p:cNvSpPr>
          <p:nvPr/>
        </p:nvSpPr>
        <p:spPr>
          <a:xfrm xmlns:a="http://schemas.openxmlformats.org/drawingml/2006/main">
            <a:off x="1524000" y="2571750"/>
            <a:ext cx="9848850" cy="0"/>
          </a:xfrm>
          <a:prstGeom xmlns:a="http://schemas.openxmlformats.org/drawingml/2006/main" prst="line">
            <a:avLst/>
          </a:prstGeom>
          <a:noFill xmlns:a="http://schemas.openxmlformats.org/drawingml/2006/main"/>
          <a:ln xmlns:a="http://schemas.openxmlformats.org/drawingml/2006/main" w="9525">
            <a:solidFill>
              <a:srgbClr val="DCE4DF"/>
            </a:solidFill>
            <a:prstDash val="solid"/>
          </a:ln>
        </p:spPr>
      </p:sp>
      <p:sp>
        <p:nvSpPr>
          <p:cNvPr id="11" name="objective-num-1">
            <a:extLst xmlns:a="http://schemas.openxmlformats.org/drawingml/2006/main">
              <a:ext uri="{FF2B5EF4-FFF2-40B4-BE49-F238E27FC236}">
                <a16:creationId xmlns:a16="http://schemas.microsoft.com/office/drawing/2014/main" id="{2B39AE8E-B481-4EC5-B6BF-77744B784BF4}"/>
              </a:ext>
            </a:extLst>
          </p:cNvPr>
          <p:cNvSpPr>
            <a:spLocks xmlns:a="http://schemas.openxmlformats.org/drawingml/2006/main" noGrp="1"/>
          </p:cNvSpPr>
          <p:nvPr/>
        </p:nvSpPr>
        <p:spPr>
          <a:xfrm xmlns:a="http://schemas.openxmlformats.org/drawingml/2006/main">
            <a:off x="704850" y="2809875"/>
            <a:ext cx="704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7F69"/>
                </a:solidFill>
                <a:latin typeface="Arial"/>
                <a:ea typeface="Arial"/>
                <a:cs typeface="Arial"/>
              </a:defRPr>
            </a:defPPr>
            <a:lvl1pPr algn="l">
              <a:defRPr sz="1800" b="1">
                <a:solidFill>
                  <a:srgbClr val="177F69"/>
                </a:solidFill>
                <a:latin typeface="Arial"/>
                <a:ea typeface="Arial"/>
                <a:cs typeface="Arial"/>
              </a:defRPr>
            </a:lvl1pPr>
            <a:lvl2pPr algn="l">
              <a:defRPr sz="1800" b="1">
                <a:solidFill>
                  <a:srgbClr val="177F69"/>
                </a:solidFill>
                <a:latin typeface="Arial"/>
                <a:ea typeface="Arial"/>
                <a:cs typeface="Arial"/>
              </a:defRPr>
            </a:lvl2pPr>
            <a:lvl3pPr algn="l">
              <a:defRPr sz="1800" b="1">
                <a:solidFill>
                  <a:srgbClr val="177F69"/>
                </a:solidFill>
                <a:latin typeface="Arial"/>
                <a:ea typeface="Arial"/>
                <a:cs typeface="Arial"/>
              </a:defRPr>
            </a:lvl3pPr>
            <a:lvl4pPr algn="l">
              <a:defRPr sz="1800" b="1">
                <a:solidFill>
                  <a:srgbClr val="177F69"/>
                </a:solidFill>
                <a:latin typeface="Arial"/>
                <a:ea typeface="Arial"/>
                <a:cs typeface="Arial"/>
              </a:defRPr>
            </a:lvl4pPr>
            <a:lvl5pPr algn="l">
              <a:defRPr sz="1800" b="1">
                <a:solidFill>
                  <a:srgbClr val="177F69"/>
                </a:solidFill>
                <a:latin typeface="Arial"/>
                <a:ea typeface="Arial"/>
                <a:cs typeface="Arial"/>
              </a:defRPr>
            </a:lvl5pPr>
            <a:lvl6pPr algn="l">
              <a:defRPr sz="1800" b="1">
                <a:solidFill>
                  <a:srgbClr val="177F69"/>
                </a:solidFill>
                <a:latin typeface="Arial"/>
                <a:ea typeface="Arial"/>
                <a:cs typeface="Arial"/>
              </a:defRPr>
            </a:lvl6pPr>
            <a:lvl7pPr algn="l">
              <a:defRPr sz="1800" b="1">
                <a:solidFill>
                  <a:srgbClr val="177F69"/>
                </a:solidFill>
                <a:latin typeface="Arial"/>
                <a:ea typeface="Arial"/>
                <a:cs typeface="Arial"/>
              </a:defRPr>
            </a:lvl7pPr>
            <a:lvl8pPr algn="l">
              <a:defRPr sz="1800" b="1">
                <a:solidFill>
                  <a:srgbClr val="177F69"/>
                </a:solidFill>
                <a:latin typeface="Arial"/>
                <a:ea typeface="Arial"/>
                <a:cs typeface="Arial"/>
              </a:defRPr>
            </a:lvl8pPr>
            <a:lvl9pPr algn="l">
              <a:defRPr sz="1800" b="1">
                <a:solidFill>
                  <a:srgbClr val="177F69"/>
                </a:solidFill>
                <a:latin typeface="Arial"/>
                <a:ea typeface="Arial"/>
                <a:cs typeface="Arial"/>
              </a:defRPr>
            </a:lvl9pPr>
          </a:lstStyle>
          <a:p xmlns:a="http://schemas.openxmlformats.org/drawingml/2006/main">
            <a:pPr algn="l">
              <a:defRPr sz="1800" b="1">
                <a:solidFill>
                  <a:srgbClr val="177F69"/>
                </a:solidFill>
                <a:latin typeface="Arial"/>
                <a:ea typeface="Arial"/>
                <a:cs typeface="Arial"/>
              </a:defRPr>
            </a:pPr>
            <a:r>
              <a:rPr sz="1800" b="1">
                <a:solidFill>
                  <a:srgbClr val="177F69"/>
                </a:solidFill>
                <a:latin typeface="Arial"/>
                <a:ea typeface="Arial"/>
                <a:cs typeface="Arial"/>
              </a:rPr>
              <a:t>02</a:t>
            </a:r>
          </a:p>
        </p:txBody>
      </p:sp>
      <p:sp>
        <p:nvSpPr>
          <p:cNvPr id="12" name="objective-title-1">
            <a:extLst xmlns:a="http://schemas.openxmlformats.org/drawingml/2006/main">
              <a:ext uri="{FF2B5EF4-FFF2-40B4-BE49-F238E27FC236}">
                <a16:creationId xmlns:a16="http://schemas.microsoft.com/office/drawing/2014/main" id="{4D3C402D-8033-40BE-A88F-4769334F4602}"/>
              </a:ext>
            </a:extLst>
          </p:cNvPr>
          <p:cNvSpPr>
            <a:spLocks xmlns:a="http://schemas.openxmlformats.org/drawingml/2006/main" noGrp="1"/>
          </p:cNvSpPr>
          <p:nvPr/>
        </p:nvSpPr>
        <p:spPr>
          <a:xfrm xmlns:a="http://schemas.openxmlformats.org/drawingml/2006/main">
            <a:off x="1524000" y="2809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83D37"/>
                </a:solidFill>
                <a:latin typeface="Arial"/>
                <a:ea typeface="Arial"/>
                <a:cs typeface="Arial"/>
              </a:defRPr>
            </a:defPPr>
            <a:lvl1pPr algn="l">
              <a:defRPr sz="1725" b="1">
                <a:solidFill>
                  <a:srgbClr val="183D37"/>
                </a:solidFill>
                <a:latin typeface="Arial"/>
                <a:ea typeface="Arial"/>
                <a:cs typeface="Arial"/>
              </a:defRPr>
            </a:lvl1pPr>
            <a:lvl2pPr algn="l">
              <a:defRPr sz="1725" b="1">
                <a:solidFill>
                  <a:srgbClr val="183D37"/>
                </a:solidFill>
                <a:latin typeface="Arial"/>
                <a:ea typeface="Arial"/>
                <a:cs typeface="Arial"/>
              </a:defRPr>
            </a:lvl2pPr>
            <a:lvl3pPr algn="l">
              <a:defRPr sz="1725" b="1">
                <a:solidFill>
                  <a:srgbClr val="183D37"/>
                </a:solidFill>
                <a:latin typeface="Arial"/>
                <a:ea typeface="Arial"/>
                <a:cs typeface="Arial"/>
              </a:defRPr>
            </a:lvl3pPr>
            <a:lvl4pPr algn="l">
              <a:defRPr sz="1725" b="1">
                <a:solidFill>
                  <a:srgbClr val="183D37"/>
                </a:solidFill>
                <a:latin typeface="Arial"/>
                <a:ea typeface="Arial"/>
                <a:cs typeface="Arial"/>
              </a:defRPr>
            </a:lvl4pPr>
            <a:lvl5pPr algn="l">
              <a:defRPr sz="1725" b="1">
                <a:solidFill>
                  <a:srgbClr val="183D37"/>
                </a:solidFill>
                <a:latin typeface="Arial"/>
                <a:ea typeface="Arial"/>
                <a:cs typeface="Arial"/>
              </a:defRPr>
            </a:lvl5pPr>
            <a:lvl6pPr algn="l">
              <a:defRPr sz="1725" b="1">
                <a:solidFill>
                  <a:srgbClr val="183D37"/>
                </a:solidFill>
                <a:latin typeface="Arial"/>
                <a:ea typeface="Arial"/>
                <a:cs typeface="Arial"/>
              </a:defRPr>
            </a:lvl6pPr>
            <a:lvl7pPr algn="l">
              <a:defRPr sz="1725" b="1">
                <a:solidFill>
                  <a:srgbClr val="183D37"/>
                </a:solidFill>
                <a:latin typeface="Arial"/>
                <a:ea typeface="Arial"/>
                <a:cs typeface="Arial"/>
              </a:defRPr>
            </a:lvl7pPr>
            <a:lvl8pPr algn="l">
              <a:defRPr sz="1725" b="1">
                <a:solidFill>
                  <a:srgbClr val="183D37"/>
                </a:solidFill>
                <a:latin typeface="Arial"/>
                <a:ea typeface="Arial"/>
                <a:cs typeface="Arial"/>
              </a:defRPr>
            </a:lvl8pPr>
            <a:lvl9pPr algn="l">
              <a:defRPr sz="1725" b="1">
                <a:solidFill>
                  <a:srgbClr val="183D37"/>
                </a:solidFill>
                <a:latin typeface="Arial"/>
                <a:ea typeface="Arial"/>
                <a:cs typeface="Arial"/>
              </a:defRPr>
            </a:lvl9pPr>
          </a:lstStyle>
          <a:p xmlns:a="http://schemas.openxmlformats.org/drawingml/2006/main">
            <a:pPr algn="l">
              <a:defRPr sz="1725" b="1">
                <a:solidFill>
                  <a:srgbClr val="183D37"/>
                </a:solidFill>
                <a:latin typeface="Arial"/>
                <a:ea typeface="Arial"/>
                <a:cs typeface="Arial"/>
              </a:defRPr>
            </a:pPr>
            <a:r>
              <a:rPr sz="1725" b="1">
                <a:solidFill>
                  <a:srgbClr val="183D37"/>
                </a:solidFill>
                <a:latin typeface="Arial"/>
                <a:ea typeface="Arial"/>
                <a:cs typeface="Arial"/>
              </a:rPr>
              <a:t>Product intelligence</a:t>
            </a:r>
          </a:p>
        </p:txBody>
      </p:sp>
      <p:sp>
        <p:nvSpPr>
          <p:cNvPr id="13" name="objective-desc-1">
            <a:extLst xmlns:a="http://schemas.openxmlformats.org/drawingml/2006/main">
              <a:ext uri="{FF2B5EF4-FFF2-40B4-BE49-F238E27FC236}">
                <a16:creationId xmlns:a16="http://schemas.microsoft.com/office/drawing/2014/main" id="{4B9B0E91-E875-4835-B3BD-E1A6BE41CECF}"/>
              </a:ext>
            </a:extLst>
          </p:cNvPr>
          <p:cNvSpPr>
            <a:spLocks xmlns:a="http://schemas.openxmlformats.org/drawingml/2006/main" noGrp="1"/>
          </p:cNvSpPr>
          <p:nvPr/>
        </p:nvSpPr>
        <p:spPr>
          <a:xfrm xmlns:a="http://schemas.openxmlformats.org/drawingml/2006/main">
            <a:off x="4524375" y="2828925"/>
            <a:ext cx="652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E807B"/>
                </a:solidFill>
                <a:latin typeface="Arial"/>
                <a:ea typeface="Arial"/>
                <a:cs typeface="Arial"/>
              </a:defRPr>
            </a:defPPr>
            <a:lvl1pPr algn="l">
              <a:defRPr sz="1425" b="0">
                <a:solidFill>
                  <a:srgbClr val="6E807B"/>
                </a:solidFill>
                <a:latin typeface="Arial"/>
                <a:ea typeface="Arial"/>
                <a:cs typeface="Arial"/>
              </a:defRPr>
            </a:lvl1pPr>
            <a:lvl2pPr algn="l">
              <a:defRPr sz="1425" b="0">
                <a:solidFill>
                  <a:srgbClr val="6E807B"/>
                </a:solidFill>
                <a:latin typeface="Arial"/>
                <a:ea typeface="Arial"/>
                <a:cs typeface="Arial"/>
              </a:defRPr>
            </a:lvl2pPr>
            <a:lvl3pPr algn="l">
              <a:defRPr sz="1425" b="0">
                <a:solidFill>
                  <a:srgbClr val="6E807B"/>
                </a:solidFill>
                <a:latin typeface="Arial"/>
                <a:ea typeface="Arial"/>
                <a:cs typeface="Arial"/>
              </a:defRPr>
            </a:lvl3pPr>
            <a:lvl4pPr algn="l">
              <a:defRPr sz="1425" b="0">
                <a:solidFill>
                  <a:srgbClr val="6E807B"/>
                </a:solidFill>
                <a:latin typeface="Arial"/>
                <a:ea typeface="Arial"/>
                <a:cs typeface="Arial"/>
              </a:defRPr>
            </a:lvl4pPr>
            <a:lvl5pPr algn="l">
              <a:defRPr sz="1425" b="0">
                <a:solidFill>
                  <a:srgbClr val="6E807B"/>
                </a:solidFill>
                <a:latin typeface="Arial"/>
                <a:ea typeface="Arial"/>
                <a:cs typeface="Arial"/>
              </a:defRPr>
            </a:lvl5pPr>
            <a:lvl6pPr algn="l">
              <a:defRPr sz="1425" b="0">
                <a:solidFill>
                  <a:srgbClr val="6E807B"/>
                </a:solidFill>
                <a:latin typeface="Arial"/>
                <a:ea typeface="Arial"/>
                <a:cs typeface="Arial"/>
              </a:defRPr>
            </a:lvl6pPr>
            <a:lvl7pPr algn="l">
              <a:defRPr sz="1425" b="0">
                <a:solidFill>
                  <a:srgbClr val="6E807B"/>
                </a:solidFill>
                <a:latin typeface="Arial"/>
                <a:ea typeface="Arial"/>
                <a:cs typeface="Arial"/>
              </a:defRPr>
            </a:lvl7pPr>
            <a:lvl8pPr algn="l">
              <a:defRPr sz="1425" b="0">
                <a:solidFill>
                  <a:srgbClr val="6E807B"/>
                </a:solidFill>
                <a:latin typeface="Arial"/>
                <a:ea typeface="Arial"/>
                <a:cs typeface="Arial"/>
              </a:defRPr>
            </a:lvl8pPr>
            <a:lvl9pPr algn="l">
              <a:defRPr sz="1425" b="0">
                <a:solidFill>
                  <a:srgbClr val="6E807B"/>
                </a:solidFill>
                <a:latin typeface="Arial"/>
                <a:ea typeface="Arial"/>
                <a:cs typeface="Arial"/>
              </a:defRPr>
            </a:lvl9pPr>
          </a:lstStyle>
          <a:p xmlns:a="http://schemas.openxmlformats.org/drawingml/2006/main">
            <a:pPr algn="l">
              <a:defRPr sz="1425" b="0">
                <a:solidFill>
                  <a:srgbClr val="6E807B"/>
                </a:solidFill>
                <a:latin typeface="Arial"/>
                <a:ea typeface="Arial"/>
                <a:cs typeface="Arial"/>
              </a:defRPr>
            </a:pPr>
            <a:r>
              <a:rPr sz="1425" b="0">
                <a:solidFill>
                  <a:srgbClr val="6E807B"/>
                </a:solidFill>
                <a:latin typeface="Arial"/>
                <a:ea typeface="Arial"/>
                <a:cs typeface="Arial"/>
              </a:rPr>
              <a:t>Rank products by revenue, units or orders</a:t>
            </a:r>
          </a:p>
        </p:txBody>
      </p:sp>
      <p:sp>
        <p:nvSpPr>
          <p:cNvPr id="14" name="">
            <a:extLst xmlns:a="http://schemas.openxmlformats.org/drawingml/2006/main">
              <a:ext uri="{FF2B5EF4-FFF2-40B4-BE49-F238E27FC236}">
                <a16:creationId xmlns:a16="http://schemas.microsoft.com/office/drawing/2014/main" id="{2A56188A-B88F-498A-83AF-9EEA04C54031}"/>
              </a:ext>
            </a:extLst>
          </p:cNvPr>
          <p:cNvSpPr>
            <a:spLocks xmlns:a="http://schemas.openxmlformats.org/drawingml/2006/main" noGrp="1"/>
          </p:cNvSpPr>
          <p:nvPr/>
        </p:nvSpPr>
        <p:spPr>
          <a:xfrm xmlns:a="http://schemas.openxmlformats.org/drawingml/2006/main">
            <a:off x="1524000" y="3371850"/>
            <a:ext cx="9848850" cy="0"/>
          </a:xfrm>
          <a:prstGeom xmlns:a="http://schemas.openxmlformats.org/drawingml/2006/main" prst="line">
            <a:avLst/>
          </a:prstGeom>
          <a:noFill xmlns:a="http://schemas.openxmlformats.org/drawingml/2006/main"/>
          <a:ln xmlns:a="http://schemas.openxmlformats.org/drawingml/2006/main" w="9525">
            <a:solidFill>
              <a:srgbClr val="DCE4DF"/>
            </a:solidFill>
            <a:prstDash val="solid"/>
          </a:ln>
        </p:spPr>
      </p:sp>
      <p:sp>
        <p:nvSpPr>
          <p:cNvPr id="15" name="objective-num-2">
            <a:extLst xmlns:a="http://schemas.openxmlformats.org/drawingml/2006/main">
              <a:ext uri="{FF2B5EF4-FFF2-40B4-BE49-F238E27FC236}">
                <a16:creationId xmlns:a16="http://schemas.microsoft.com/office/drawing/2014/main" id="{1FEB35EF-7DCF-4703-A6F9-5E4B0A379D91}"/>
              </a:ext>
            </a:extLst>
          </p:cNvPr>
          <p:cNvSpPr>
            <a:spLocks xmlns:a="http://schemas.openxmlformats.org/drawingml/2006/main" noGrp="1"/>
          </p:cNvSpPr>
          <p:nvPr/>
        </p:nvSpPr>
        <p:spPr>
          <a:xfrm xmlns:a="http://schemas.openxmlformats.org/drawingml/2006/main">
            <a:off x="704850" y="3609975"/>
            <a:ext cx="704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7F69"/>
                </a:solidFill>
                <a:latin typeface="Arial"/>
                <a:ea typeface="Arial"/>
                <a:cs typeface="Arial"/>
              </a:defRPr>
            </a:defPPr>
            <a:lvl1pPr algn="l">
              <a:defRPr sz="1800" b="1">
                <a:solidFill>
                  <a:srgbClr val="177F69"/>
                </a:solidFill>
                <a:latin typeface="Arial"/>
                <a:ea typeface="Arial"/>
                <a:cs typeface="Arial"/>
              </a:defRPr>
            </a:lvl1pPr>
            <a:lvl2pPr algn="l">
              <a:defRPr sz="1800" b="1">
                <a:solidFill>
                  <a:srgbClr val="177F69"/>
                </a:solidFill>
                <a:latin typeface="Arial"/>
                <a:ea typeface="Arial"/>
                <a:cs typeface="Arial"/>
              </a:defRPr>
            </a:lvl2pPr>
            <a:lvl3pPr algn="l">
              <a:defRPr sz="1800" b="1">
                <a:solidFill>
                  <a:srgbClr val="177F69"/>
                </a:solidFill>
                <a:latin typeface="Arial"/>
                <a:ea typeface="Arial"/>
                <a:cs typeface="Arial"/>
              </a:defRPr>
            </a:lvl3pPr>
            <a:lvl4pPr algn="l">
              <a:defRPr sz="1800" b="1">
                <a:solidFill>
                  <a:srgbClr val="177F69"/>
                </a:solidFill>
                <a:latin typeface="Arial"/>
                <a:ea typeface="Arial"/>
                <a:cs typeface="Arial"/>
              </a:defRPr>
            </a:lvl4pPr>
            <a:lvl5pPr algn="l">
              <a:defRPr sz="1800" b="1">
                <a:solidFill>
                  <a:srgbClr val="177F69"/>
                </a:solidFill>
                <a:latin typeface="Arial"/>
                <a:ea typeface="Arial"/>
                <a:cs typeface="Arial"/>
              </a:defRPr>
            </a:lvl5pPr>
            <a:lvl6pPr algn="l">
              <a:defRPr sz="1800" b="1">
                <a:solidFill>
                  <a:srgbClr val="177F69"/>
                </a:solidFill>
                <a:latin typeface="Arial"/>
                <a:ea typeface="Arial"/>
                <a:cs typeface="Arial"/>
              </a:defRPr>
            </a:lvl6pPr>
            <a:lvl7pPr algn="l">
              <a:defRPr sz="1800" b="1">
                <a:solidFill>
                  <a:srgbClr val="177F69"/>
                </a:solidFill>
                <a:latin typeface="Arial"/>
                <a:ea typeface="Arial"/>
                <a:cs typeface="Arial"/>
              </a:defRPr>
            </a:lvl7pPr>
            <a:lvl8pPr algn="l">
              <a:defRPr sz="1800" b="1">
                <a:solidFill>
                  <a:srgbClr val="177F69"/>
                </a:solidFill>
                <a:latin typeface="Arial"/>
                <a:ea typeface="Arial"/>
                <a:cs typeface="Arial"/>
              </a:defRPr>
            </a:lvl8pPr>
            <a:lvl9pPr algn="l">
              <a:defRPr sz="1800" b="1">
                <a:solidFill>
                  <a:srgbClr val="177F69"/>
                </a:solidFill>
                <a:latin typeface="Arial"/>
                <a:ea typeface="Arial"/>
                <a:cs typeface="Arial"/>
              </a:defRPr>
            </a:lvl9pPr>
          </a:lstStyle>
          <a:p xmlns:a="http://schemas.openxmlformats.org/drawingml/2006/main">
            <a:pPr algn="l">
              <a:defRPr sz="1800" b="1">
                <a:solidFill>
                  <a:srgbClr val="177F69"/>
                </a:solidFill>
                <a:latin typeface="Arial"/>
                <a:ea typeface="Arial"/>
                <a:cs typeface="Arial"/>
              </a:defRPr>
            </a:pPr>
            <a:r>
              <a:rPr sz="1800" b="1">
                <a:solidFill>
                  <a:srgbClr val="177F69"/>
                </a:solidFill>
                <a:latin typeface="Arial"/>
                <a:ea typeface="Arial"/>
                <a:cs typeface="Arial"/>
              </a:rPr>
              <a:t>03</a:t>
            </a:r>
          </a:p>
        </p:txBody>
      </p:sp>
      <p:sp>
        <p:nvSpPr>
          <p:cNvPr id="16" name="objective-title-2">
            <a:extLst xmlns:a="http://schemas.openxmlformats.org/drawingml/2006/main">
              <a:ext uri="{FF2B5EF4-FFF2-40B4-BE49-F238E27FC236}">
                <a16:creationId xmlns:a16="http://schemas.microsoft.com/office/drawing/2014/main" id="{8C7E1E57-B6A2-43D2-BEC0-CAECF71D4982}"/>
              </a:ext>
            </a:extLst>
          </p:cNvPr>
          <p:cNvSpPr>
            <a:spLocks xmlns:a="http://schemas.openxmlformats.org/drawingml/2006/main" noGrp="1"/>
          </p:cNvSpPr>
          <p:nvPr/>
        </p:nvSpPr>
        <p:spPr>
          <a:xfrm xmlns:a="http://schemas.openxmlformats.org/drawingml/2006/main">
            <a:off x="1524000" y="36099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83D37"/>
                </a:solidFill>
                <a:latin typeface="Arial"/>
                <a:ea typeface="Arial"/>
                <a:cs typeface="Arial"/>
              </a:defRPr>
            </a:defPPr>
            <a:lvl1pPr algn="l">
              <a:defRPr sz="1725" b="1">
                <a:solidFill>
                  <a:srgbClr val="183D37"/>
                </a:solidFill>
                <a:latin typeface="Arial"/>
                <a:ea typeface="Arial"/>
                <a:cs typeface="Arial"/>
              </a:defRPr>
            </a:lvl1pPr>
            <a:lvl2pPr algn="l">
              <a:defRPr sz="1725" b="1">
                <a:solidFill>
                  <a:srgbClr val="183D37"/>
                </a:solidFill>
                <a:latin typeface="Arial"/>
                <a:ea typeface="Arial"/>
                <a:cs typeface="Arial"/>
              </a:defRPr>
            </a:lvl2pPr>
            <a:lvl3pPr algn="l">
              <a:defRPr sz="1725" b="1">
                <a:solidFill>
                  <a:srgbClr val="183D37"/>
                </a:solidFill>
                <a:latin typeface="Arial"/>
                <a:ea typeface="Arial"/>
                <a:cs typeface="Arial"/>
              </a:defRPr>
            </a:lvl3pPr>
            <a:lvl4pPr algn="l">
              <a:defRPr sz="1725" b="1">
                <a:solidFill>
                  <a:srgbClr val="183D37"/>
                </a:solidFill>
                <a:latin typeface="Arial"/>
                <a:ea typeface="Arial"/>
                <a:cs typeface="Arial"/>
              </a:defRPr>
            </a:lvl4pPr>
            <a:lvl5pPr algn="l">
              <a:defRPr sz="1725" b="1">
                <a:solidFill>
                  <a:srgbClr val="183D37"/>
                </a:solidFill>
                <a:latin typeface="Arial"/>
                <a:ea typeface="Arial"/>
                <a:cs typeface="Arial"/>
              </a:defRPr>
            </a:lvl5pPr>
            <a:lvl6pPr algn="l">
              <a:defRPr sz="1725" b="1">
                <a:solidFill>
                  <a:srgbClr val="183D37"/>
                </a:solidFill>
                <a:latin typeface="Arial"/>
                <a:ea typeface="Arial"/>
                <a:cs typeface="Arial"/>
              </a:defRPr>
            </a:lvl6pPr>
            <a:lvl7pPr algn="l">
              <a:defRPr sz="1725" b="1">
                <a:solidFill>
                  <a:srgbClr val="183D37"/>
                </a:solidFill>
                <a:latin typeface="Arial"/>
                <a:ea typeface="Arial"/>
                <a:cs typeface="Arial"/>
              </a:defRPr>
            </a:lvl7pPr>
            <a:lvl8pPr algn="l">
              <a:defRPr sz="1725" b="1">
                <a:solidFill>
                  <a:srgbClr val="183D37"/>
                </a:solidFill>
                <a:latin typeface="Arial"/>
                <a:ea typeface="Arial"/>
                <a:cs typeface="Arial"/>
              </a:defRPr>
            </a:lvl8pPr>
            <a:lvl9pPr algn="l">
              <a:defRPr sz="1725" b="1">
                <a:solidFill>
                  <a:srgbClr val="183D37"/>
                </a:solidFill>
                <a:latin typeface="Arial"/>
                <a:ea typeface="Arial"/>
                <a:cs typeface="Arial"/>
              </a:defRPr>
            </a:lvl9pPr>
          </a:lstStyle>
          <a:p xmlns:a="http://schemas.openxmlformats.org/drawingml/2006/main">
            <a:pPr algn="l">
              <a:defRPr sz="1725" b="1">
                <a:solidFill>
                  <a:srgbClr val="183D37"/>
                </a:solidFill>
                <a:latin typeface="Arial"/>
                <a:ea typeface="Arial"/>
                <a:cs typeface="Arial"/>
              </a:defRPr>
            </a:pPr>
            <a:r>
              <a:rPr sz="1725" b="1">
                <a:solidFill>
                  <a:srgbClr val="183D37"/>
                </a:solidFill>
                <a:latin typeface="Arial"/>
                <a:ea typeface="Arial"/>
                <a:cs typeface="Arial"/>
              </a:rPr>
              <a:t>Customer segments</a:t>
            </a:r>
          </a:p>
        </p:txBody>
      </p:sp>
      <p:sp>
        <p:nvSpPr>
          <p:cNvPr id="17" name="objective-desc-2">
            <a:extLst xmlns:a="http://schemas.openxmlformats.org/drawingml/2006/main">
              <a:ext uri="{FF2B5EF4-FFF2-40B4-BE49-F238E27FC236}">
                <a16:creationId xmlns:a16="http://schemas.microsoft.com/office/drawing/2014/main" id="{18E17232-C969-4B5C-92C2-7C61898FF7AE}"/>
              </a:ext>
            </a:extLst>
          </p:cNvPr>
          <p:cNvSpPr>
            <a:spLocks xmlns:a="http://schemas.openxmlformats.org/drawingml/2006/main" noGrp="1"/>
          </p:cNvSpPr>
          <p:nvPr/>
        </p:nvSpPr>
        <p:spPr>
          <a:xfrm xmlns:a="http://schemas.openxmlformats.org/drawingml/2006/main">
            <a:off x="4524375" y="3629025"/>
            <a:ext cx="652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E807B"/>
                </a:solidFill>
                <a:latin typeface="Arial"/>
                <a:ea typeface="Arial"/>
                <a:cs typeface="Arial"/>
              </a:defRPr>
            </a:defPPr>
            <a:lvl1pPr algn="l">
              <a:defRPr sz="1425" b="0">
                <a:solidFill>
                  <a:srgbClr val="6E807B"/>
                </a:solidFill>
                <a:latin typeface="Arial"/>
                <a:ea typeface="Arial"/>
                <a:cs typeface="Arial"/>
              </a:defRPr>
            </a:lvl1pPr>
            <a:lvl2pPr algn="l">
              <a:defRPr sz="1425" b="0">
                <a:solidFill>
                  <a:srgbClr val="6E807B"/>
                </a:solidFill>
                <a:latin typeface="Arial"/>
                <a:ea typeface="Arial"/>
                <a:cs typeface="Arial"/>
              </a:defRPr>
            </a:lvl2pPr>
            <a:lvl3pPr algn="l">
              <a:defRPr sz="1425" b="0">
                <a:solidFill>
                  <a:srgbClr val="6E807B"/>
                </a:solidFill>
                <a:latin typeface="Arial"/>
                <a:ea typeface="Arial"/>
                <a:cs typeface="Arial"/>
              </a:defRPr>
            </a:lvl3pPr>
            <a:lvl4pPr algn="l">
              <a:defRPr sz="1425" b="0">
                <a:solidFill>
                  <a:srgbClr val="6E807B"/>
                </a:solidFill>
                <a:latin typeface="Arial"/>
                <a:ea typeface="Arial"/>
                <a:cs typeface="Arial"/>
              </a:defRPr>
            </a:lvl4pPr>
            <a:lvl5pPr algn="l">
              <a:defRPr sz="1425" b="0">
                <a:solidFill>
                  <a:srgbClr val="6E807B"/>
                </a:solidFill>
                <a:latin typeface="Arial"/>
                <a:ea typeface="Arial"/>
                <a:cs typeface="Arial"/>
              </a:defRPr>
            </a:lvl5pPr>
            <a:lvl6pPr algn="l">
              <a:defRPr sz="1425" b="0">
                <a:solidFill>
                  <a:srgbClr val="6E807B"/>
                </a:solidFill>
                <a:latin typeface="Arial"/>
                <a:ea typeface="Arial"/>
                <a:cs typeface="Arial"/>
              </a:defRPr>
            </a:lvl6pPr>
            <a:lvl7pPr algn="l">
              <a:defRPr sz="1425" b="0">
                <a:solidFill>
                  <a:srgbClr val="6E807B"/>
                </a:solidFill>
                <a:latin typeface="Arial"/>
                <a:ea typeface="Arial"/>
                <a:cs typeface="Arial"/>
              </a:defRPr>
            </a:lvl7pPr>
            <a:lvl8pPr algn="l">
              <a:defRPr sz="1425" b="0">
                <a:solidFill>
                  <a:srgbClr val="6E807B"/>
                </a:solidFill>
                <a:latin typeface="Arial"/>
                <a:ea typeface="Arial"/>
                <a:cs typeface="Arial"/>
              </a:defRPr>
            </a:lvl8pPr>
            <a:lvl9pPr algn="l">
              <a:defRPr sz="1425" b="0">
                <a:solidFill>
                  <a:srgbClr val="6E807B"/>
                </a:solidFill>
                <a:latin typeface="Arial"/>
                <a:ea typeface="Arial"/>
                <a:cs typeface="Arial"/>
              </a:defRPr>
            </a:lvl9pPr>
          </a:lstStyle>
          <a:p xmlns:a="http://schemas.openxmlformats.org/drawingml/2006/main">
            <a:pPr algn="l">
              <a:defRPr sz="1425" b="0">
                <a:solidFill>
                  <a:srgbClr val="6E807B"/>
                </a:solidFill>
                <a:latin typeface="Arial"/>
                <a:ea typeface="Arial"/>
                <a:cs typeface="Arial"/>
              </a:defRPr>
            </a:pPr>
            <a:r>
              <a:rPr sz="1425" b="0">
                <a:solidFill>
                  <a:srgbClr val="6E807B"/>
                </a:solidFill>
                <a:latin typeface="Arial"/>
                <a:ea typeface="Arial"/>
                <a:cs typeface="Arial"/>
              </a:rPr>
              <a:t>Describe customer histories with transparent RFM rules</a:t>
            </a:r>
          </a:p>
        </p:txBody>
      </p:sp>
      <p:sp>
        <p:nvSpPr>
          <p:cNvPr id="18" name="">
            <a:extLst xmlns:a="http://schemas.openxmlformats.org/drawingml/2006/main">
              <a:ext uri="{FF2B5EF4-FFF2-40B4-BE49-F238E27FC236}">
                <a16:creationId xmlns:a16="http://schemas.microsoft.com/office/drawing/2014/main" id="{9F0FD6A0-F8A2-44EE-9EB8-42A6D5EB2B22}"/>
              </a:ext>
            </a:extLst>
          </p:cNvPr>
          <p:cNvSpPr>
            <a:spLocks xmlns:a="http://schemas.openxmlformats.org/drawingml/2006/main" noGrp="1"/>
          </p:cNvSpPr>
          <p:nvPr/>
        </p:nvSpPr>
        <p:spPr>
          <a:xfrm xmlns:a="http://schemas.openxmlformats.org/drawingml/2006/main">
            <a:off x="1524000" y="4171950"/>
            <a:ext cx="9848850" cy="0"/>
          </a:xfrm>
          <a:prstGeom xmlns:a="http://schemas.openxmlformats.org/drawingml/2006/main" prst="line">
            <a:avLst/>
          </a:prstGeom>
          <a:noFill xmlns:a="http://schemas.openxmlformats.org/drawingml/2006/main"/>
          <a:ln xmlns:a="http://schemas.openxmlformats.org/drawingml/2006/main" w="9525">
            <a:solidFill>
              <a:srgbClr val="DCE4DF"/>
            </a:solidFill>
            <a:prstDash val="solid"/>
          </a:ln>
        </p:spPr>
      </p:sp>
      <p:sp>
        <p:nvSpPr>
          <p:cNvPr id="19" name="objective-num-3">
            <a:extLst xmlns:a="http://schemas.openxmlformats.org/drawingml/2006/main">
              <a:ext uri="{FF2B5EF4-FFF2-40B4-BE49-F238E27FC236}">
                <a16:creationId xmlns:a16="http://schemas.microsoft.com/office/drawing/2014/main" id="{A8794150-E5EC-4E53-BD3D-798B8F4DB44B}"/>
              </a:ext>
            </a:extLst>
          </p:cNvPr>
          <p:cNvSpPr>
            <a:spLocks xmlns:a="http://schemas.openxmlformats.org/drawingml/2006/main" noGrp="1"/>
          </p:cNvSpPr>
          <p:nvPr/>
        </p:nvSpPr>
        <p:spPr>
          <a:xfrm xmlns:a="http://schemas.openxmlformats.org/drawingml/2006/main">
            <a:off x="704850" y="4410075"/>
            <a:ext cx="704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7F69"/>
                </a:solidFill>
                <a:latin typeface="Arial"/>
                <a:ea typeface="Arial"/>
                <a:cs typeface="Arial"/>
              </a:defRPr>
            </a:defPPr>
            <a:lvl1pPr algn="l">
              <a:defRPr sz="1800" b="1">
                <a:solidFill>
                  <a:srgbClr val="177F69"/>
                </a:solidFill>
                <a:latin typeface="Arial"/>
                <a:ea typeface="Arial"/>
                <a:cs typeface="Arial"/>
              </a:defRPr>
            </a:lvl1pPr>
            <a:lvl2pPr algn="l">
              <a:defRPr sz="1800" b="1">
                <a:solidFill>
                  <a:srgbClr val="177F69"/>
                </a:solidFill>
                <a:latin typeface="Arial"/>
                <a:ea typeface="Arial"/>
                <a:cs typeface="Arial"/>
              </a:defRPr>
            </a:lvl2pPr>
            <a:lvl3pPr algn="l">
              <a:defRPr sz="1800" b="1">
                <a:solidFill>
                  <a:srgbClr val="177F69"/>
                </a:solidFill>
                <a:latin typeface="Arial"/>
                <a:ea typeface="Arial"/>
                <a:cs typeface="Arial"/>
              </a:defRPr>
            </a:lvl3pPr>
            <a:lvl4pPr algn="l">
              <a:defRPr sz="1800" b="1">
                <a:solidFill>
                  <a:srgbClr val="177F69"/>
                </a:solidFill>
                <a:latin typeface="Arial"/>
                <a:ea typeface="Arial"/>
                <a:cs typeface="Arial"/>
              </a:defRPr>
            </a:lvl4pPr>
            <a:lvl5pPr algn="l">
              <a:defRPr sz="1800" b="1">
                <a:solidFill>
                  <a:srgbClr val="177F69"/>
                </a:solidFill>
                <a:latin typeface="Arial"/>
                <a:ea typeface="Arial"/>
                <a:cs typeface="Arial"/>
              </a:defRPr>
            </a:lvl5pPr>
            <a:lvl6pPr algn="l">
              <a:defRPr sz="1800" b="1">
                <a:solidFill>
                  <a:srgbClr val="177F69"/>
                </a:solidFill>
                <a:latin typeface="Arial"/>
                <a:ea typeface="Arial"/>
                <a:cs typeface="Arial"/>
              </a:defRPr>
            </a:lvl6pPr>
            <a:lvl7pPr algn="l">
              <a:defRPr sz="1800" b="1">
                <a:solidFill>
                  <a:srgbClr val="177F69"/>
                </a:solidFill>
                <a:latin typeface="Arial"/>
                <a:ea typeface="Arial"/>
                <a:cs typeface="Arial"/>
              </a:defRPr>
            </a:lvl7pPr>
            <a:lvl8pPr algn="l">
              <a:defRPr sz="1800" b="1">
                <a:solidFill>
                  <a:srgbClr val="177F69"/>
                </a:solidFill>
                <a:latin typeface="Arial"/>
                <a:ea typeface="Arial"/>
                <a:cs typeface="Arial"/>
              </a:defRPr>
            </a:lvl8pPr>
            <a:lvl9pPr algn="l">
              <a:defRPr sz="1800" b="1">
                <a:solidFill>
                  <a:srgbClr val="177F69"/>
                </a:solidFill>
                <a:latin typeface="Arial"/>
                <a:ea typeface="Arial"/>
                <a:cs typeface="Arial"/>
              </a:defRPr>
            </a:lvl9pPr>
          </a:lstStyle>
          <a:p xmlns:a="http://schemas.openxmlformats.org/drawingml/2006/main">
            <a:pPr algn="l">
              <a:defRPr sz="1800" b="1">
                <a:solidFill>
                  <a:srgbClr val="177F69"/>
                </a:solidFill>
                <a:latin typeface="Arial"/>
                <a:ea typeface="Arial"/>
                <a:cs typeface="Arial"/>
              </a:defRPr>
            </a:pPr>
            <a:r>
              <a:rPr sz="1800" b="1">
                <a:solidFill>
                  <a:srgbClr val="177F69"/>
                </a:solidFill>
                <a:latin typeface="Arial"/>
                <a:ea typeface="Arial"/>
                <a:cs typeface="Arial"/>
              </a:rPr>
              <a:t>04</a:t>
            </a:r>
          </a:p>
        </p:txBody>
      </p:sp>
      <p:sp>
        <p:nvSpPr>
          <p:cNvPr id="20" name="objective-title-3">
            <a:extLst xmlns:a="http://schemas.openxmlformats.org/drawingml/2006/main">
              <a:ext uri="{FF2B5EF4-FFF2-40B4-BE49-F238E27FC236}">
                <a16:creationId xmlns:a16="http://schemas.microsoft.com/office/drawing/2014/main" id="{CE7BE5E0-5415-4D5D-9BD1-74B93D14CE6A}"/>
              </a:ext>
            </a:extLst>
          </p:cNvPr>
          <p:cNvSpPr>
            <a:spLocks xmlns:a="http://schemas.openxmlformats.org/drawingml/2006/main" noGrp="1"/>
          </p:cNvSpPr>
          <p:nvPr/>
        </p:nvSpPr>
        <p:spPr>
          <a:xfrm xmlns:a="http://schemas.openxmlformats.org/drawingml/2006/main">
            <a:off x="1524000" y="44100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83D37"/>
                </a:solidFill>
                <a:latin typeface="Arial"/>
                <a:ea typeface="Arial"/>
                <a:cs typeface="Arial"/>
              </a:defRPr>
            </a:defPPr>
            <a:lvl1pPr algn="l">
              <a:defRPr sz="1725" b="1">
                <a:solidFill>
                  <a:srgbClr val="183D37"/>
                </a:solidFill>
                <a:latin typeface="Arial"/>
                <a:ea typeface="Arial"/>
                <a:cs typeface="Arial"/>
              </a:defRPr>
            </a:lvl1pPr>
            <a:lvl2pPr algn="l">
              <a:defRPr sz="1725" b="1">
                <a:solidFill>
                  <a:srgbClr val="183D37"/>
                </a:solidFill>
                <a:latin typeface="Arial"/>
                <a:ea typeface="Arial"/>
                <a:cs typeface="Arial"/>
              </a:defRPr>
            </a:lvl2pPr>
            <a:lvl3pPr algn="l">
              <a:defRPr sz="1725" b="1">
                <a:solidFill>
                  <a:srgbClr val="183D37"/>
                </a:solidFill>
                <a:latin typeface="Arial"/>
                <a:ea typeface="Arial"/>
                <a:cs typeface="Arial"/>
              </a:defRPr>
            </a:lvl3pPr>
            <a:lvl4pPr algn="l">
              <a:defRPr sz="1725" b="1">
                <a:solidFill>
                  <a:srgbClr val="183D37"/>
                </a:solidFill>
                <a:latin typeface="Arial"/>
                <a:ea typeface="Arial"/>
                <a:cs typeface="Arial"/>
              </a:defRPr>
            </a:lvl4pPr>
            <a:lvl5pPr algn="l">
              <a:defRPr sz="1725" b="1">
                <a:solidFill>
                  <a:srgbClr val="183D37"/>
                </a:solidFill>
                <a:latin typeface="Arial"/>
                <a:ea typeface="Arial"/>
                <a:cs typeface="Arial"/>
              </a:defRPr>
            </a:lvl5pPr>
            <a:lvl6pPr algn="l">
              <a:defRPr sz="1725" b="1">
                <a:solidFill>
                  <a:srgbClr val="183D37"/>
                </a:solidFill>
                <a:latin typeface="Arial"/>
                <a:ea typeface="Arial"/>
                <a:cs typeface="Arial"/>
              </a:defRPr>
            </a:lvl6pPr>
            <a:lvl7pPr algn="l">
              <a:defRPr sz="1725" b="1">
                <a:solidFill>
                  <a:srgbClr val="183D37"/>
                </a:solidFill>
                <a:latin typeface="Arial"/>
                <a:ea typeface="Arial"/>
                <a:cs typeface="Arial"/>
              </a:defRPr>
            </a:lvl7pPr>
            <a:lvl8pPr algn="l">
              <a:defRPr sz="1725" b="1">
                <a:solidFill>
                  <a:srgbClr val="183D37"/>
                </a:solidFill>
                <a:latin typeface="Arial"/>
                <a:ea typeface="Arial"/>
                <a:cs typeface="Arial"/>
              </a:defRPr>
            </a:lvl8pPr>
            <a:lvl9pPr algn="l">
              <a:defRPr sz="1725" b="1">
                <a:solidFill>
                  <a:srgbClr val="183D37"/>
                </a:solidFill>
                <a:latin typeface="Arial"/>
                <a:ea typeface="Arial"/>
                <a:cs typeface="Arial"/>
              </a:defRPr>
            </a:lvl9pPr>
          </a:lstStyle>
          <a:p xmlns:a="http://schemas.openxmlformats.org/drawingml/2006/main">
            <a:pPr algn="l">
              <a:defRPr sz="1725" b="1">
                <a:solidFill>
                  <a:srgbClr val="183D37"/>
                </a:solidFill>
                <a:latin typeface="Arial"/>
                <a:ea typeface="Arial"/>
                <a:cs typeface="Arial"/>
              </a:defRPr>
            </a:pPr>
            <a:r>
              <a:rPr sz="1725" b="1">
                <a:solidFill>
                  <a:srgbClr val="183D37"/>
                </a:solidFill>
                <a:latin typeface="Arial"/>
                <a:ea typeface="Arial"/>
                <a:cs typeface="Arial"/>
              </a:rPr>
              <a:t>Basket analysis</a:t>
            </a:r>
          </a:p>
        </p:txBody>
      </p:sp>
      <p:sp>
        <p:nvSpPr>
          <p:cNvPr id="21" name="objective-desc-3">
            <a:extLst xmlns:a="http://schemas.openxmlformats.org/drawingml/2006/main">
              <a:ext uri="{FF2B5EF4-FFF2-40B4-BE49-F238E27FC236}">
                <a16:creationId xmlns:a16="http://schemas.microsoft.com/office/drawing/2014/main" id="{88F1E3E3-5F1E-4A91-BB27-778F9A49DB23}"/>
              </a:ext>
            </a:extLst>
          </p:cNvPr>
          <p:cNvSpPr>
            <a:spLocks xmlns:a="http://schemas.openxmlformats.org/drawingml/2006/main" noGrp="1"/>
          </p:cNvSpPr>
          <p:nvPr/>
        </p:nvSpPr>
        <p:spPr>
          <a:xfrm xmlns:a="http://schemas.openxmlformats.org/drawingml/2006/main">
            <a:off x="4524375" y="4429125"/>
            <a:ext cx="652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E807B"/>
                </a:solidFill>
                <a:latin typeface="Arial"/>
                <a:ea typeface="Arial"/>
                <a:cs typeface="Arial"/>
              </a:defRPr>
            </a:defPPr>
            <a:lvl1pPr algn="l">
              <a:defRPr sz="1425" b="0">
                <a:solidFill>
                  <a:srgbClr val="6E807B"/>
                </a:solidFill>
                <a:latin typeface="Arial"/>
                <a:ea typeface="Arial"/>
                <a:cs typeface="Arial"/>
              </a:defRPr>
            </a:lvl1pPr>
            <a:lvl2pPr algn="l">
              <a:defRPr sz="1425" b="0">
                <a:solidFill>
                  <a:srgbClr val="6E807B"/>
                </a:solidFill>
                <a:latin typeface="Arial"/>
                <a:ea typeface="Arial"/>
                <a:cs typeface="Arial"/>
              </a:defRPr>
            </a:lvl2pPr>
            <a:lvl3pPr algn="l">
              <a:defRPr sz="1425" b="0">
                <a:solidFill>
                  <a:srgbClr val="6E807B"/>
                </a:solidFill>
                <a:latin typeface="Arial"/>
                <a:ea typeface="Arial"/>
                <a:cs typeface="Arial"/>
              </a:defRPr>
            </a:lvl3pPr>
            <a:lvl4pPr algn="l">
              <a:defRPr sz="1425" b="0">
                <a:solidFill>
                  <a:srgbClr val="6E807B"/>
                </a:solidFill>
                <a:latin typeface="Arial"/>
                <a:ea typeface="Arial"/>
                <a:cs typeface="Arial"/>
              </a:defRPr>
            </a:lvl4pPr>
            <a:lvl5pPr algn="l">
              <a:defRPr sz="1425" b="0">
                <a:solidFill>
                  <a:srgbClr val="6E807B"/>
                </a:solidFill>
                <a:latin typeface="Arial"/>
                <a:ea typeface="Arial"/>
                <a:cs typeface="Arial"/>
              </a:defRPr>
            </a:lvl5pPr>
            <a:lvl6pPr algn="l">
              <a:defRPr sz="1425" b="0">
                <a:solidFill>
                  <a:srgbClr val="6E807B"/>
                </a:solidFill>
                <a:latin typeface="Arial"/>
                <a:ea typeface="Arial"/>
                <a:cs typeface="Arial"/>
              </a:defRPr>
            </a:lvl6pPr>
            <a:lvl7pPr algn="l">
              <a:defRPr sz="1425" b="0">
                <a:solidFill>
                  <a:srgbClr val="6E807B"/>
                </a:solidFill>
                <a:latin typeface="Arial"/>
                <a:ea typeface="Arial"/>
                <a:cs typeface="Arial"/>
              </a:defRPr>
            </a:lvl7pPr>
            <a:lvl8pPr algn="l">
              <a:defRPr sz="1425" b="0">
                <a:solidFill>
                  <a:srgbClr val="6E807B"/>
                </a:solidFill>
                <a:latin typeface="Arial"/>
                <a:ea typeface="Arial"/>
                <a:cs typeface="Arial"/>
              </a:defRPr>
            </a:lvl8pPr>
            <a:lvl9pPr algn="l">
              <a:defRPr sz="1425" b="0">
                <a:solidFill>
                  <a:srgbClr val="6E807B"/>
                </a:solidFill>
                <a:latin typeface="Arial"/>
                <a:ea typeface="Arial"/>
                <a:cs typeface="Arial"/>
              </a:defRPr>
            </a:lvl9pPr>
          </a:lstStyle>
          <a:p xmlns:a="http://schemas.openxmlformats.org/drawingml/2006/main">
            <a:pPr algn="l">
              <a:defRPr sz="1425" b="0">
                <a:solidFill>
                  <a:srgbClr val="6E807B"/>
                </a:solidFill>
                <a:latin typeface="Arial"/>
                <a:ea typeface="Arial"/>
                <a:cs typeface="Arial"/>
              </a:defRPr>
            </a:pPr>
            <a:r>
              <a:rPr sz="1425" b="0">
                <a:solidFill>
                  <a:srgbClr val="6E807B"/>
                </a:solidFill>
                <a:latin typeface="Arial"/>
                <a:ea typeface="Arial"/>
                <a:cs typeface="Arial"/>
              </a:rPr>
              <a:t>Count category pairs that share an order</a:t>
            </a:r>
          </a:p>
        </p:txBody>
      </p:sp>
      <p:sp>
        <p:nvSpPr>
          <p:cNvPr id="22" name="">
            <a:extLst xmlns:a="http://schemas.openxmlformats.org/drawingml/2006/main">
              <a:ext uri="{FF2B5EF4-FFF2-40B4-BE49-F238E27FC236}">
                <a16:creationId xmlns:a16="http://schemas.microsoft.com/office/drawing/2014/main" id="{3F6040B1-15CF-4492-8E03-6E849E6B603F}"/>
              </a:ext>
            </a:extLst>
          </p:cNvPr>
          <p:cNvSpPr>
            <a:spLocks xmlns:a="http://schemas.openxmlformats.org/drawingml/2006/main" noGrp="1"/>
          </p:cNvSpPr>
          <p:nvPr/>
        </p:nvSpPr>
        <p:spPr>
          <a:xfrm xmlns:a="http://schemas.openxmlformats.org/drawingml/2006/main">
            <a:off x="1524000" y="4972050"/>
            <a:ext cx="9848850" cy="0"/>
          </a:xfrm>
          <a:prstGeom xmlns:a="http://schemas.openxmlformats.org/drawingml/2006/main" prst="line">
            <a:avLst/>
          </a:prstGeom>
          <a:noFill xmlns:a="http://schemas.openxmlformats.org/drawingml/2006/main"/>
          <a:ln xmlns:a="http://schemas.openxmlformats.org/drawingml/2006/main" w="9525">
            <a:solidFill>
              <a:srgbClr val="DCE4DF"/>
            </a:solidFill>
            <a:prstDash val="solid"/>
          </a:ln>
        </p:spPr>
      </p:sp>
      <p:sp>
        <p:nvSpPr>
          <p:cNvPr id="23" name="objective-num-4">
            <a:extLst xmlns:a="http://schemas.openxmlformats.org/drawingml/2006/main">
              <a:ext uri="{FF2B5EF4-FFF2-40B4-BE49-F238E27FC236}">
                <a16:creationId xmlns:a16="http://schemas.microsoft.com/office/drawing/2014/main" id="{FF8650E7-5282-407A-A7F8-60064FBF6D6A}"/>
              </a:ext>
            </a:extLst>
          </p:cNvPr>
          <p:cNvSpPr>
            <a:spLocks xmlns:a="http://schemas.openxmlformats.org/drawingml/2006/main" noGrp="1"/>
          </p:cNvSpPr>
          <p:nvPr/>
        </p:nvSpPr>
        <p:spPr>
          <a:xfrm xmlns:a="http://schemas.openxmlformats.org/drawingml/2006/main">
            <a:off x="704850" y="5210175"/>
            <a:ext cx="704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7F69"/>
                </a:solidFill>
                <a:latin typeface="Arial"/>
                <a:ea typeface="Arial"/>
                <a:cs typeface="Arial"/>
              </a:defRPr>
            </a:defPPr>
            <a:lvl1pPr algn="l">
              <a:defRPr sz="1800" b="1">
                <a:solidFill>
                  <a:srgbClr val="177F69"/>
                </a:solidFill>
                <a:latin typeface="Arial"/>
                <a:ea typeface="Arial"/>
                <a:cs typeface="Arial"/>
              </a:defRPr>
            </a:lvl1pPr>
            <a:lvl2pPr algn="l">
              <a:defRPr sz="1800" b="1">
                <a:solidFill>
                  <a:srgbClr val="177F69"/>
                </a:solidFill>
                <a:latin typeface="Arial"/>
                <a:ea typeface="Arial"/>
                <a:cs typeface="Arial"/>
              </a:defRPr>
            </a:lvl2pPr>
            <a:lvl3pPr algn="l">
              <a:defRPr sz="1800" b="1">
                <a:solidFill>
                  <a:srgbClr val="177F69"/>
                </a:solidFill>
                <a:latin typeface="Arial"/>
                <a:ea typeface="Arial"/>
                <a:cs typeface="Arial"/>
              </a:defRPr>
            </a:lvl3pPr>
            <a:lvl4pPr algn="l">
              <a:defRPr sz="1800" b="1">
                <a:solidFill>
                  <a:srgbClr val="177F69"/>
                </a:solidFill>
                <a:latin typeface="Arial"/>
                <a:ea typeface="Arial"/>
                <a:cs typeface="Arial"/>
              </a:defRPr>
            </a:lvl4pPr>
            <a:lvl5pPr algn="l">
              <a:defRPr sz="1800" b="1">
                <a:solidFill>
                  <a:srgbClr val="177F69"/>
                </a:solidFill>
                <a:latin typeface="Arial"/>
                <a:ea typeface="Arial"/>
                <a:cs typeface="Arial"/>
              </a:defRPr>
            </a:lvl5pPr>
            <a:lvl6pPr algn="l">
              <a:defRPr sz="1800" b="1">
                <a:solidFill>
                  <a:srgbClr val="177F69"/>
                </a:solidFill>
                <a:latin typeface="Arial"/>
                <a:ea typeface="Arial"/>
                <a:cs typeface="Arial"/>
              </a:defRPr>
            </a:lvl6pPr>
            <a:lvl7pPr algn="l">
              <a:defRPr sz="1800" b="1">
                <a:solidFill>
                  <a:srgbClr val="177F69"/>
                </a:solidFill>
                <a:latin typeface="Arial"/>
                <a:ea typeface="Arial"/>
                <a:cs typeface="Arial"/>
              </a:defRPr>
            </a:lvl7pPr>
            <a:lvl8pPr algn="l">
              <a:defRPr sz="1800" b="1">
                <a:solidFill>
                  <a:srgbClr val="177F69"/>
                </a:solidFill>
                <a:latin typeface="Arial"/>
                <a:ea typeface="Arial"/>
                <a:cs typeface="Arial"/>
              </a:defRPr>
            </a:lvl8pPr>
            <a:lvl9pPr algn="l">
              <a:defRPr sz="1800" b="1">
                <a:solidFill>
                  <a:srgbClr val="177F69"/>
                </a:solidFill>
                <a:latin typeface="Arial"/>
                <a:ea typeface="Arial"/>
                <a:cs typeface="Arial"/>
              </a:defRPr>
            </a:lvl9pPr>
          </a:lstStyle>
          <a:p xmlns:a="http://schemas.openxmlformats.org/drawingml/2006/main">
            <a:pPr algn="l">
              <a:defRPr sz="1800" b="1">
                <a:solidFill>
                  <a:srgbClr val="177F69"/>
                </a:solidFill>
                <a:latin typeface="Arial"/>
                <a:ea typeface="Arial"/>
                <a:cs typeface="Arial"/>
              </a:defRPr>
            </a:pPr>
            <a:r>
              <a:rPr sz="1800" b="1">
                <a:solidFill>
                  <a:srgbClr val="177F69"/>
                </a:solidFill>
                <a:latin typeface="Arial"/>
                <a:ea typeface="Arial"/>
                <a:cs typeface="Arial"/>
              </a:rPr>
              <a:t>05</a:t>
            </a:r>
          </a:p>
        </p:txBody>
      </p:sp>
      <p:sp>
        <p:nvSpPr>
          <p:cNvPr id="24" name="objective-title-4">
            <a:extLst xmlns:a="http://schemas.openxmlformats.org/drawingml/2006/main">
              <a:ext uri="{FF2B5EF4-FFF2-40B4-BE49-F238E27FC236}">
                <a16:creationId xmlns:a16="http://schemas.microsoft.com/office/drawing/2014/main" id="{E2422977-BAA2-4043-A268-C9B22CC863C4}"/>
              </a:ext>
            </a:extLst>
          </p:cNvPr>
          <p:cNvSpPr>
            <a:spLocks xmlns:a="http://schemas.openxmlformats.org/drawingml/2006/main" noGrp="1"/>
          </p:cNvSpPr>
          <p:nvPr/>
        </p:nvSpPr>
        <p:spPr>
          <a:xfrm xmlns:a="http://schemas.openxmlformats.org/drawingml/2006/main">
            <a:off x="1524000" y="52101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83D37"/>
                </a:solidFill>
                <a:latin typeface="Arial"/>
                <a:ea typeface="Arial"/>
                <a:cs typeface="Arial"/>
              </a:defRPr>
            </a:defPPr>
            <a:lvl1pPr algn="l">
              <a:defRPr sz="1725" b="1">
                <a:solidFill>
                  <a:srgbClr val="183D37"/>
                </a:solidFill>
                <a:latin typeface="Arial"/>
                <a:ea typeface="Arial"/>
                <a:cs typeface="Arial"/>
              </a:defRPr>
            </a:lvl1pPr>
            <a:lvl2pPr algn="l">
              <a:defRPr sz="1725" b="1">
                <a:solidFill>
                  <a:srgbClr val="183D37"/>
                </a:solidFill>
                <a:latin typeface="Arial"/>
                <a:ea typeface="Arial"/>
                <a:cs typeface="Arial"/>
              </a:defRPr>
            </a:lvl2pPr>
            <a:lvl3pPr algn="l">
              <a:defRPr sz="1725" b="1">
                <a:solidFill>
                  <a:srgbClr val="183D37"/>
                </a:solidFill>
                <a:latin typeface="Arial"/>
                <a:ea typeface="Arial"/>
                <a:cs typeface="Arial"/>
              </a:defRPr>
            </a:lvl3pPr>
            <a:lvl4pPr algn="l">
              <a:defRPr sz="1725" b="1">
                <a:solidFill>
                  <a:srgbClr val="183D37"/>
                </a:solidFill>
                <a:latin typeface="Arial"/>
                <a:ea typeface="Arial"/>
                <a:cs typeface="Arial"/>
              </a:defRPr>
            </a:lvl4pPr>
            <a:lvl5pPr algn="l">
              <a:defRPr sz="1725" b="1">
                <a:solidFill>
                  <a:srgbClr val="183D37"/>
                </a:solidFill>
                <a:latin typeface="Arial"/>
                <a:ea typeface="Arial"/>
                <a:cs typeface="Arial"/>
              </a:defRPr>
            </a:lvl5pPr>
            <a:lvl6pPr algn="l">
              <a:defRPr sz="1725" b="1">
                <a:solidFill>
                  <a:srgbClr val="183D37"/>
                </a:solidFill>
                <a:latin typeface="Arial"/>
                <a:ea typeface="Arial"/>
                <a:cs typeface="Arial"/>
              </a:defRPr>
            </a:lvl6pPr>
            <a:lvl7pPr algn="l">
              <a:defRPr sz="1725" b="1">
                <a:solidFill>
                  <a:srgbClr val="183D37"/>
                </a:solidFill>
                <a:latin typeface="Arial"/>
                <a:ea typeface="Arial"/>
                <a:cs typeface="Arial"/>
              </a:defRPr>
            </a:lvl7pPr>
            <a:lvl8pPr algn="l">
              <a:defRPr sz="1725" b="1">
                <a:solidFill>
                  <a:srgbClr val="183D37"/>
                </a:solidFill>
                <a:latin typeface="Arial"/>
                <a:ea typeface="Arial"/>
                <a:cs typeface="Arial"/>
              </a:defRPr>
            </a:lvl8pPr>
            <a:lvl9pPr algn="l">
              <a:defRPr sz="1725" b="1">
                <a:solidFill>
                  <a:srgbClr val="183D37"/>
                </a:solidFill>
                <a:latin typeface="Arial"/>
                <a:ea typeface="Arial"/>
                <a:cs typeface="Arial"/>
              </a:defRPr>
            </a:lvl9pPr>
          </a:lstStyle>
          <a:p xmlns:a="http://schemas.openxmlformats.org/drawingml/2006/main">
            <a:pPr algn="l">
              <a:defRPr sz="1725" b="1">
                <a:solidFill>
                  <a:srgbClr val="183D37"/>
                </a:solidFill>
                <a:latin typeface="Arial"/>
                <a:ea typeface="Arial"/>
                <a:cs typeface="Arial"/>
              </a:defRPr>
            </a:pPr>
            <a:r>
              <a:rPr sz="1725" b="1">
                <a:solidFill>
                  <a:srgbClr val="183D37"/>
                </a:solidFill>
                <a:latin typeface="Arial"/>
                <a:ea typeface="Arial"/>
                <a:cs typeface="Arial"/>
              </a:rPr>
              <a:t>Business insights</a:t>
            </a:r>
          </a:p>
        </p:txBody>
      </p:sp>
      <p:sp>
        <p:nvSpPr>
          <p:cNvPr id="25" name="objective-desc-4">
            <a:extLst xmlns:a="http://schemas.openxmlformats.org/drawingml/2006/main">
              <a:ext uri="{FF2B5EF4-FFF2-40B4-BE49-F238E27FC236}">
                <a16:creationId xmlns:a16="http://schemas.microsoft.com/office/drawing/2014/main" id="{46AF2002-FA21-400C-9708-0B8F88622453}"/>
              </a:ext>
            </a:extLst>
          </p:cNvPr>
          <p:cNvSpPr>
            <a:spLocks xmlns:a="http://schemas.openxmlformats.org/drawingml/2006/main" noGrp="1"/>
          </p:cNvSpPr>
          <p:nvPr/>
        </p:nvSpPr>
        <p:spPr>
          <a:xfrm xmlns:a="http://schemas.openxmlformats.org/drawingml/2006/main">
            <a:off x="4524375" y="5229225"/>
            <a:ext cx="652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E807B"/>
                </a:solidFill>
                <a:latin typeface="Arial"/>
                <a:ea typeface="Arial"/>
                <a:cs typeface="Arial"/>
              </a:defRPr>
            </a:defPPr>
            <a:lvl1pPr algn="l">
              <a:defRPr sz="1425" b="0">
                <a:solidFill>
                  <a:srgbClr val="6E807B"/>
                </a:solidFill>
                <a:latin typeface="Arial"/>
                <a:ea typeface="Arial"/>
                <a:cs typeface="Arial"/>
              </a:defRPr>
            </a:lvl1pPr>
            <a:lvl2pPr algn="l">
              <a:defRPr sz="1425" b="0">
                <a:solidFill>
                  <a:srgbClr val="6E807B"/>
                </a:solidFill>
                <a:latin typeface="Arial"/>
                <a:ea typeface="Arial"/>
                <a:cs typeface="Arial"/>
              </a:defRPr>
            </a:lvl2pPr>
            <a:lvl3pPr algn="l">
              <a:defRPr sz="1425" b="0">
                <a:solidFill>
                  <a:srgbClr val="6E807B"/>
                </a:solidFill>
                <a:latin typeface="Arial"/>
                <a:ea typeface="Arial"/>
                <a:cs typeface="Arial"/>
              </a:defRPr>
            </a:lvl3pPr>
            <a:lvl4pPr algn="l">
              <a:defRPr sz="1425" b="0">
                <a:solidFill>
                  <a:srgbClr val="6E807B"/>
                </a:solidFill>
                <a:latin typeface="Arial"/>
                <a:ea typeface="Arial"/>
                <a:cs typeface="Arial"/>
              </a:defRPr>
            </a:lvl4pPr>
            <a:lvl5pPr algn="l">
              <a:defRPr sz="1425" b="0">
                <a:solidFill>
                  <a:srgbClr val="6E807B"/>
                </a:solidFill>
                <a:latin typeface="Arial"/>
                <a:ea typeface="Arial"/>
                <a:cs typeface="Arial"/>
              </a:defRPr>
            </a:lvl5pPr>
            <a:lvl6pPr algn="l">
              <a:defRPr sz="1425" b="0">
                <a:solidFill>
                  <a:srgbClr val="6E807B"/>
                </a:solidFill>
                <a:latin typeface="Arial"/>
                <a:ea typeface="Arial"/>
                <a:cs typeface="Arial"/>
              </a:defRPr>
            </a:lvl6pPr>
            <a:lvl7pPr algn="l">
              <a:defRPr sz="1425" b="0">
                <a:solidFill>
                  <a:srgbClr val="6E807B"/>
                </a:solidFill>
                <a:latin typeface="Arial"/>
                <a:ea typeface="Arial"/>
                <a:cs typeface="Arial"/>
              </a:defRPr>
            </a:lvl7pPr>
            <a:lvl8pPr algn="l">
              <a:defRPr sz="1425" b="0">
                <a:solidFill>
                  <a:srgbClr val="6E807B"/>
                </a:solidFill>
                <a:latin typeface="Arial"/>
                <a:ea typeface="Arial"/>
                <a:cs typeface="Arial"/>
              </a:defRPr>
            </a:lvl8pPr>
            <a:lvl9pPr algn="l">
              <a:defRPr sz="1425" b="0">
                <a:solidFill>
                  <a:srgbClr val="6E807B"/>
                </a:solidFill>
                <a:latin typeface="Arial"/>
                <a:ea typeface="Arial"/>
                <a:cs typeface="Arial"/>
              </a:defRPr>
            </a:lvl9pPr>
          </a:lstStyle>
          <a:p xmlns:a="http://schemas.openxmlformats.org/drawingml/2006/main">
            <a:pPr algn="l">
              <a:defRPr sz="1425" b="0">
                <a:solidFill>
                  <a:srgbClr val="6E807B"/>
                </a:solidFill>
                <a:latin typeface="Arial"/>
                <a:ea typeface="Arial"/>
                <a:cs typeface="Arial"/>
              </a:defRPr>
            </a:pPr>
            <a:r>
              <a:rPr sz="1425" b="0">
                <a:solidFill>
                  <a:srgbClr val="6E807B"/>
                </a:solidFill>
                <a:latin typeface="Arial"/>
                <a:ea typeface="Arial"/>
                <a:cs typeface="Arial"/>
              </a:rPr>
              <a:t>Turn observed patterns into questions to investigate</a:t>
            </a:r>
          </a:p>
        </p:txBody>
      </p:sp>
    </p:spTree>
    <p:extLst>
      <p:ext uri="{BB962C8B-B14F-4D97-AF65-F5344CB8AC3E}">
        <p14:creationId xmlns:p14="http://schemas.microsoft.com/office/powerpoint/2010/main" val="1654563214"/>
      </p:ext>
    </p:extLst>
  </p:cSld>
</p:sld>
</file>

<file path=ppt/slides/slide4.xml><?xml version="1.0" encoding="utf-8"?>
<p:sld xmlns:p="http://schemas.openxmlformats.org/presentationml/2006/main">
  <p:cSld>
    <p:bg>
      <p:bgPr>
        <a:solidFill xmlns:a="http://schemas.openxmlformats.org/drawingml/2006/main">
          <a:srgbClr val="F4F5EF"/>
        </a:solidFill>
      </p:bgPr>
    </p:bg>
    <p:spTree>
      <p:nvGrpSpPr>
        <p:cNvPr id="1" name=""/>
        <p:cNvGrpSpPr/>
        <p:nvPr/>
      </p:nvGrpSpPr>
      <p:grpSpPr>
        <a:xfrm xmlns:a="http://schemas.openxmlformats.org/drawingml/2006/main"/>
      </p:grpSpPr>
      <p:sp>
        <p:nvSpPr>
          <p:cNvPr id="32" name="section-label">
            <a:extLst xmlns:a="http://schemas.openxmlformats.org/drawingml/2006/main">
              <a:ext uri="{FF2B5EF4-FFF2-40B4-BE49-F238E27FC236}">
                <a16:creationId xmlns:a16="http://schemas.microsoft.com/office/drawing/2014/main" id="{119F0EDB-EDAE-4284-BCA6-B7ED9FE8D22A}"/>
              </a:ext>
            </a:extLst>
          </p:cNvPr>
          <p:cNvSpPr>
            <a:spLocks xmlns:a="http://schemas.openxmlformats.org/drawingml/2006/main" noGrp="1"/>
          </p:cNvSpPr>
          <p:nvPr/>
        </p:nvSpPr>
        <p:spPr>
          <a:xfrm xmlns:a="http://schemas.openxmlformats.org/drawingml/2006/main">
            <a:off x="609600" y="381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77F69"/>
                </a:solidFill>
                <a:latin typeface="Arial"/>
                <a:ea typeface="Arial"/>
                <a:cs typeface="Arial"/>
              </a:defRPr>
            </a:defPPr>
            <a:lvl1pPr algn="l">
              <a:defRPr sz="900" b="1">
                <a:solidFill>
                  <a:srgbClr val="177F69"/>
                </a:solidFill>
                <a:latin typeface="Arial"/>
                <a:ea typeface="Arial"/>
                <a:cs typeface="Arial"/>
              </a:defRPr>
            </a:lvl1pPr>
            <a:lvl2pPr algn="l">
              <a:defRPr sz="900" b="1">
                <a:solidFill>
                  <a:srgbClr val="177F69"/>
                </a:solidFill>
                <a:latin typeface="Arial"/>
                <a:ea typeface="Arial"/>
                <a:cs typeface="Arial"/>
              </a:defRPr>
            </a:lvl2pPr>
            <a:lvl3pPr algn="l">
              <a:defRPr sz="900" b="1">
                <a:solidFill>
                  <a:srgbClr val="177F69"/>
                </a:solidFill>
                <a:latin typeface="Arial"/>
                <a:ea typeface="Arial"/>
                <a:cs typeface="Arial"/>
              </a:defRPr>
            </a:lvl3pPr>
            <a:lvl4pPr algn="l">
              <a:defRPr sz="900" b="1">
                <a:solidFill>
                  <a:srgbClr val="177F69"/>
                </a:solidFill>
                <a:latin typeface="Arial"/>
                <a:ea typeface="Arial"/>
                <a:cs typeface="Arial"/>
              </a:defRPr>
            </a:lvl4pPr>
            <a:lvl5pPr algn="l">
              <a:defRPr sz="900" b="1">
                <a:solidFill>
                  <a:srgbClr val="177F69"/>
                </a:solidFill>
                <a:latin typeface="Arial"/>
                <a:ea typeface="Arial"/>
                <a:cs typeface="Arial"/>
              </a:defRPr>
            </a:lvl5pPr>
            <a:lvl6pPr algn="l">
              <a:defRPr sz="900" b="1">
                <a:solidFill>
                  <a:srgbClr val="177F69"/>
                </a:solidFill>
                <a:latin typeface="Arial"/>
                <a:ea typeface="Arial"/>
                <a:cs typeface="Arial"/>
              </a:defRPr>
            </a:lvl6pPr>
            <a:lvl7pPr algn="l">
              <a:defRPr sz="900" b="1">
                <a:solidFill>
                  <a:srgbClr val="177F69"/>
                </a:solidFill>
                <a:latin typeface="Arial"/>
                <a:ea typeface="Arial"/>
                <a:cs typeface="Arial"/>
              </a:defRPr>
            </a:lvl7pPr>
            <a:lvl8pPr algn="l">
              <a:defRPr sz="900" b="1">
                <a:solidFill>
                  <a:srgbClr val="177F69"/>
                </a:solidFill>
                <a:latin typeface="Arial"/>
                <a:ea typeface="Arial"/>
                <a:cs typeface="Arial"/>
              </a:defRPr>
            </a:lvl8pPr>
            <a:lvl9pPr algn="l">
              <a:defRPr sz="900" b="1">
                <a:solidFill>
                  <a:srgbClr val="177F69"/>
                </a:solidFill>
                <a:latin typeface="Arial"/>
                <a:ea typeface="Arial"/>
                <a:cs typeface="Arial"/>
              </a:defRPr>
            </a:lvl9pPr>
          </a:lstStyle>
          <a:p xmlns:a="http://schemas.openxmlformats.org/drawingml/2006/main">
            <a:pPr algn="l">
              <a:defRPr sz="900" b="1">
                <a:solidFill>
                  <a:srgbClr val="177F69"/>
                </a:solidFill>
                <a:latin typeface="Arial"/>
                <a:ea typeface="Arial"/>
                <a:cs typeface="Arial"/>
              </a:defRPr>
            </a:pPr>
            <a:r>
              <a:rPr sz="900" b="1">
                <a:solidFill>
                  <a:srgbClr val="177F69"/>
                </a:solidFill>
                <a:latin typeface="Arial"/>
                <a:ea typeface="Arial"/>
                <a:cs typeface="Arial"/>
              </a:rPr>
              <a:t>03  USER WORKFLOW</a:t>
            </a:r>
          </a:p>
        </p:txBody>
      </p:sp>
      <p:sp>
        <p:nvSpPr>
          <p:cNvPr id="2" name="slide-title">
            <a:extLst xmlns:a="http://schemas.openxmlformats.org/drawingml/2006/main">
              <a:ext uri="{FF2B5EF4-FFF2-40B4-BE49-F238E27FC236}">
                <a16:creationId xmlns:a16="http://schemas.microsoft.com/office/drawing/2014/main" id="{C80D6336-1EDC-4EA9-916A-F1E7385BD191}"/>
              </a:ext>
            </a:extLst>
          </p:cNvPr>
          <p:cNvSpPr>
            <a:spLocks xmlns:a="http://schemas.openxmlformats.org/drawingml/2006/main" noGrp="1"/>
          </p:cNvSpPr>
          <p:nvPr/>
        </p:nvSpPr>
        <p:spPr>
          <a:xfrm xmlns:a="http://schemas.openxmlformats.org/drawingml/2006/main">
            <a:off x="609600" y="714375"/>
            <a:ext cx="10906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83D37"/>
                </a:solidFill>
                <a:latin typeface="Arial"/>
                <a:ea typeface="Arial"/>
                <a:cs typeface="Arial"/>
              </a:defRPr>
            </a:defPPr>
            <a:lvl1pPr algn="l">
              <a:defRPr sz="3225" b="1">
                <a:solidFill>
                  <a:srgbClr val="183D37"/>
                </a:solidFill>
                <a:latin typeface="Arial"/>
                <a:ea typeface="Arial"/>
                <a:cs typeface="Arial"/>
              </a:defRPr>
            </a:lvl1pPr>
            <a:lvl2pPr algn="l">
              <a:defRPr sz="3225" b="1">
                <a:solidFill>
                  <a:srgbClr val="183D37"/>
                </a:solidFill>
                <a:latin typeface="Arial"/>
                <a:ea typeface="Arial"/>
                <a:cs typeface="Arial"/>
              </a:defRPr>
            </a:lvl2pPr>
            <a:lvl3pPr algn="l">
              <a:defRPr sz="3225" b="1">
                <a:solidFill>
                  <a:srgbClr val="183D37"/>
                </a:solidFill>
                <a:latin typeface="Arial"/>
                <a:ea typeface="Arial"/>
                <a:cs typeface="Arial"/>
              </a:defRPr>
            </a:lvl3pPr>
            <a:lvl4pPr algn="l">
              <a:defRPr sz="3225" b="1">
                <a:solidFill>
                  <a:srgbClr val="183D37"/>
                </a:solidFill>
                <a:latin typeface="Arial"/>
                <a:ea typeface="Arial"/>
                <a:cs typeface="Arial"/>
              </a:defRPr>
            </a:lvl4pPr>
            <a:lvl5pPr algn="l">
              <a:defRPr sz="3225" b="1">
                <a:solidFill>
                  <a:srgbClr val="183D37"/>
                </a:solidFill>
                <a:latin typeface="Arial"/>
                <a:ea typeface="Arial"/>
                <a:cs typeface="Arial"/>
              </a:defRPr>
            </a:lvl5pPr>
            <a:lvl6pPr algn="l">
              <a:defRPr sz="3225" b="1">
                <a:solidFill>
                  <a:srgbClr val="183D37"/>
                </a:solidFill>
                <a:latin typeface="Arial"/>
                <a:ea typeface="Arial"/>
                <a:cs typeface="Arial"/>
              </a:defRPr>
            </a:lvl6pPr>
            <a:lvl7pPr algn="l">
              <a:defRPr sz="3225" b="1">
                <a:solidFill>
                  <a:srgbClr val="183D37"/>
                </a:solidFill>
                <a:latin typeface="Arial"/>
                <a:ea typeface="Arial"/>
                <a:cs typeface="Arial"/>
              </a:defRPr>
            </a:lvl7pPr>
            <a:lvl8pPr algn="l">
              <a:defRPr sz="3225" b="1">
                <a:solidFill>
                  <a:srgbClr val="183D37"/>
                </a:solidFill>
                <a:latin typeface="Arial"/>
                <a:ea typeface="Arial"/>
                <a:cs typeface="Arial"/>
              </a:defRPr>
            </a:lvl8pPr>
            <a:lvl9pPr algn="l">
              <a:defRPr sz="3225" b="1">
                <a:solidFill>
                  <a:srgbClr val="183D37"/>
                </a:solidFill>
                <a:latin typeface="Arial"/>
                <a:ea typeface="Arial"/>
                <a:cs typeface="Arial"/>
              </a:defRPr>
            </a:lvl9pPr>
          </a:lstStyle>
          <a:p xmlns:a="http://schemas.openxmlformats.org/drawingml/2006/main">
            <a:pPr algn="l">
              <a:defRPr sz="3225" b="1">
                <a:solidFill>
                  <a:srgbClr val="183D37"/>
                </a:solidFill>
                <a:latin typeface="Arial"/>
                <a:ea typeface="Arial"/>
                <a:cs typeface="Arial"/>
              </a:defRPr>
            </a:pPr>
            <a:r>
              <a:rPr sz="3225" b="1">
                <a:solidFill>
                  <a:srgbClr val="183D37"/>
                </a:solidFill>
                <a:latin typeface="Arial"/>
                <a:ea typeface="Arial"/>
                <a:cs typeface="Arial"/>
              </a:rPr>
              <a:t>From a CSV to an investigation</a:t>
            </a:r>
          </a:p>
        </p:txBody>
      </p:sp>
      <p:sp>
        <p:nvSpPr>
          <p:cNvPr id="3" name="slide-subtitle">
            <a:extLst xmlns:a="http://schemas.openxmlformats.org/drawingml/2006/main">
              <a:ext uri="{FF2B5EF4-FFF2-40B4-BE49-F238E27FC236}">
                <a16:creationId xmlns:a16="http://schemas.microsoft.com/office/drawing/2014/main" id="{70A7C253-38FF-490E-8D5B-C3D7ACD5C3A1}"/>
              </a:ext>
            </a:extLst>
          </p:cNvPr>
          <p:cNvSpPr>
            <a:spLocks xmlns:a="http://schemas.openxmlformats.org/drawingml/2006/main" noGrp="1"/>
          </p:cNvSpPr>
          <p:nvPr/>
        </p:nvSpPr>
        <p:spPr>
          <a:xfrm xmlns:a="http://schemas.openxmlformats.org/drawingml/2006/main">
            <a:off x="609600" y="1333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E807B"/>
                </a:solidFill>
                <a:latin typeface="Arial"/>
                <a:ea typeface="Arial"/>
                <a:cs typeface="Arial"/>
              </a:defRPr>
            </a:defPPr>
            <a:lvl1pPr algn="l">
              <a:defRPr sz="1500" b="0">
                <a:solidFill>
                  <a:srgbClr val="6E807B"/>
                </a:solidFill>
                <a:latin typeface="Arial"/>
                <a:ea typeface="Arial"/>
                <a:cs typeface="Arial"/>
              </a:defRPr>
            </a:lvl1pPr>
            <a:lvl2pPr algn="l">
              <a:defRPr sz="1500" b="0">
                <a:solidFill>
                  <a:srgbClr val="6E807B"/>
                </a:solidFill>
                <a:latin typeface="Arial"/>
                <a:ea typeface="Arial"/>
                <a:cs typeface="Arial"/>
              </a:defRPr>
            </a:lvl2pPr>
            <a:lvl3pPr algn="l">
              <a:defRPr sz="1500" b="0">
                <a:solidFill>
                  <a:srgbClr val="6E807B"/>
                </a:solidFill>
                <a:latin typeface="Arial"/>
                <a:ea typeface="Arial"/>
                <a:cs typeface="Arial"/>
              </a:defRPr>
            </a:lvl3pPr>
            <a:lvl4pPr algn="l">
              <a:defRPr sz="1500" b="0">
                <a:solidFill>
                  <a:srgbClr val="6E807B"/>
                </a:solidFill>
                <a:latin typeface="Arial"/>
                <a:ea typeface="Arial"/>
                <a:cs typeface="Arial"/>
              </a:defRPr>
            </a:lvl4pPr>
            <a:lvl5pPr algn="l">
              <a:defRPr sz="1500" b="0">
                <a:solidFill>
                  <a:srgbClr val="6E807B"/>
                </a:solidFill>
                <a:latin typeface="Arial"/>
                <a:ea typeface="Arial"/>
                <a:cs typeface="Arial"/>
              </a:defRPr>
            </a:lvl5pPr>
            <a:lvl6pPr algn="l">
              <a:defRPr sz="1500" b="0">
                <a:solidFill>
                  <a:srgbClr val="6E807B"/>
                </a:solidFill>
                <a:latin typeface="Arial"/>
                <a:ea typeface="Arial"/>
                <a:cs typeface="Arial"/>
              </a:defRPr>
            </a:lvl6pPr>
            <a:lvl7pPr algn="l">
              <a:defRPr sz="1500" b="0">
                <a:solidFill>
                  <a:srgbClr val="6E807B"/>
                </a:solidFill>
                <a:latin typeface="Arial"/>
                <a:ea typeface="Arial"/>
                <a:cs typeface="Arial"/>
              </a:defRPr>
            </a:lvl7pPr>
            <a:lvl8pPr algn="l">
              <a:defRPr sz="1500" b="0">
                <a:solidFill>
                  <a:srgbClr val="6E807B"/>
                </a:solidFill>
                <a:latin typeface="Arial"/>
                <a:ea typeface="Arial"/>
                <a:cs typeface="Arial"/>
              </a:defRPr>
            </a:lvl8pPr>
            <a:lvl9pPr algn="l">
              <a:defRPr sz="1500" b="0">
                <a:solidFill>
                  <a:srgbClr val="6E807B"/>
                </a:solidFill>
                <a:latin typeface="Arial"/>
                <a:ea typeface="Arial"/>
                <a:cs typeface="Arial"/>
              </a:defRPr>
            </a:lvl9pPr>
          </a:lstStyle>
          <a:p xmlns:a="http://schemas.openxmlformats.org/drawingml/2006/main">
            <a:pPr algn="l">
              <a:defRPr sz="1500" b="0">
                <a:solidFill>
                  <a:srgbClr val="6E807B"/>
                </a:solidFill>
                <a:latin typeface="Arial"/>
                <a:ea typeface="Arial"/>
                <a:cs typeface="Arial"/>
              </a:defRPr>
            </a:pPr>
            <a:r>
              <a:rPr sz="1500" b="0">
                <a:solidFill>
                  <a:srgbClr val="6E807B"/>
                </a:solidFill>
                <a:latin typeface="Arial"/>
                <a:ea typeface="Arial"/>
                <a:cs typeface="Arial"/>
              </a:rPr>
              <a:t>Each step is visible and repeatable inside the browser.</a:t>
            </a:r>
          </a:p>
        </p:txBody>
      </p:sp>
      <p:sp>
        <p:nvSpPr>
          <p:cNvPr id="4" name="">
            <a:extLst xmlns:a="http://schemas.openxmlformats.org/drawingml/2006/main">
              <a:ext uri="{FF2B5EF4-FFF2-40B4-BE49-F238E27FC236}">
                <a16:creationId xmlns:a16="http://schemas.microsoft.com/office/drawing/2014/main" id="{2B534A66-9519-47BD-B64C-60D01D1C3AC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CD7D1"/>
            </a:solidFill>
            <a:prstDash val="solid"/>
          </a:ln>
        </p:spPr>
      </p:sp>
      <p:sp>
        <p:nvSpPr>
          <p:cNvPr id="5" name="footer-brand">
            <a:extLst xmlns:a="http://schemas.openxmlformats.org/drawingml/2006/main">
              <a:ext uri="{FF2B5EF4-FFF2-40B4-BE49-F238E27FC236}">
                <a16:creationId xmlns:a16="http://schemas.microsoft.com/office/drawing/2014/main" id="{4A1B802D-D21F-44DB-9287-01C07E1E537A}"/>
              </a:ext>
            </a:extLst>
          </p:cNvPr>
          <p:cNvSpPr>
            <a:spLocks xmlns:a="http://schemas.openxmlformats.org/drawingml/2006/main" noGrp="1"/>
          </p:cNvSpPr>
          <p:nvPr/>
        </p:nvSpPr>
        <p:spPr>
          <a:xfrm xmlns:a="http://schemas.openxmlformats.org/drawingml/2006/main">
            <a:off x="609600" y="64865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6E807B"/>
                </a:solidFill>
                <a:latin typeface="Arial"/>
                <a:ea typeface="Arial"/>
                <a:cs typeface="Arial"/>
              </a:defRPr>
            </a:defPPr>
            <a:lvl1pPr algn="l">
              <a:defRPr sz="825" b="1">
                <a:solidFill>
                  <a:srgbClr val="6E807B"/>
                </a:solidFill>
                <a:latin typeface="Arial"/>
                <a:ea typeface="Arial"/>
                <a:cs typeface="Arial"/>
              </a:defRPr>
            </a:lvl1pPr>
            <a:lvl2pPr algn="l">
              <a:defRPr sz="825" b="1">
                <a:solidFill>
                  <a:srgbClr val="6E807B"/>
                </a:solidFill>
                <a:latin typeface="Arial"/>
                <a:ea typeface="Arial"/>
                <a:cs typeface="Arial"/>
              </a:defRPr>
            </a:lvl2pPr>
            <a:lvl3pPr algn="l">
              <a:defRPr sz="825" b="1">
                <a:solidFill>
                  <a:srgbClr val="6E807B"/>
                </a:solidFill>
                <a:latin typeface="Arial"/>
                <a:ea typeface="Arial"/>
                <a:cs typeface="Arial"/>
              </a:defRPr>
            </a:lvl3pPr>
            <a:lvl4pPr algn="l">
              <a:defRPr sz="825" b="1">
                <a:solidFill>
                  <a:srgbClr val="6E807B"/>
                </a:solidFill>
                <a:latin typeface="Arial"/>
                <a:ea typeface="Arial"/>
                <a:cs typeface="Arial"/>
              </a:defRPr>
            </a:lvl4pPr>
            <a:lvl5pPr algn="l">
              <a:defRPr sz="825" b="1">
                <a:solidFill>
                  <a:srgbClr val="6E807B"/>
                </a:solidFill>
                <a:latin typeface="Arial"/>
                <a:ea typeface="Arial"/>
                <a:cs typeface="Arial"/>
              </a:defRPr>
            </a:lvl5pPr>
            <a:lvl6pPr algn="l">
              <a:defRPr sz="825" b="1">
                <a:solidFill>
                  <a:srgbClr val="6E807B"/>
                </a:solidFill>
                <a:latin typeface="Arial"/>
                <a:ea typeface="Arial"/>
                <a:cs typeface="Arial"/>
              </a:defRPr>
            </a:lvl6pPr>
            <a:lvl7pPr algn="l">
              <a:defRPr sz="825" b="1">
                <a:solidFill>
                  <a:srgbClr val="6E807B"/>
                </a:solidFill>
                <a:latin typeface="Arial"/>
                <a:ea typeface="Arial"/>
                <a:cs typeface="Arial"/>
              </a:defRPr>
            </a:lvl7pPr>
            <a:lvl8pPr algn="l">
              <a:defRPr sz="825" b="1">
                <a:solidFill>
                  <a:srgbClr val="6E807B"/>
                </a:solidFill>
                <a:latin typeface="Arial"/>
                <a:ea typeface="Arial"/>
                <a:cs typeface="Arial"/>
              </a:defRPr>
            </a:lvl8pPr>
            <a:lvl9pPr algn="l">
              <a:defRPr sz="825" b="1">
                <a:solidFill>
                  <a:srgbClr val="6E807B"/>
                </a:solidFill>
                <a:latin typeface="Arial"/>
                <a:ea typeface="Arial"/>
                <a:cs typeface="Arial"/>
              </a:defRPr>
            </a:lvl9pPr>
          </a:lstStyle>
          <a:p xmlns:a="http://schemas.openxmlformats.org/drawingml/2006/main">
            <a:pPr algn="l">
              <a:defRPr sz="825" b="1">
                <a:solidFill>
                  <a:srgbClr val="6E807B"/>
                </a:solidFill>
                <a:latin typeface="Arial"/>
                <a:ea typeface="Arial"/>
                <a:cs typeface="Arial"/>
              </a:defRPr>
            </a:pPr>
            <a:r>
              <a:rPr sz="825" b="1">
                <a:solidFill>
                  <a:srgbClr val="6E807B"/>
                </a:solidFill>
                <a:latin typeface="Arial"/>
                <a:ea typeface="Arial"/>
                <a:cs typeface="Arial"/>
              </a:rPr>
              <a:t>COMMERCELENS  /  PROJECT 29</a:t>
            </a:r>
          </a:p>
        </p:txBody>
      </p:sp>
      <p:sp>
        <p:nvSpPr>
          <p:cNvPr id="6" name="footer-page">
            <a:extLst xmlns:a="http://schemas.openxmlformats.org/drawingml/2006/main">
              <a:ext uri="{FF2B5EF4-FFF2-40B4-BE49-F238E27FC236}">
                <a16:creationId xmlns:a16="http://schemas.microsoft.com/office/drawing/2014/main" id="{3B2D1C90-F06D-44EE-A54E-AF720DA42564}"/>
              </a:ext>
            </a:extLst>
          </p:cNvPr>
          <p:cNvSpPr>
            <a:spLocks xmlns:a="http://schemas.openxmlformats.org/drawingml/2006/main" noGrp="1"/>
          </p:cNvSpPr>
          <p:nvPr/>
        </p:nvSpPr>
        <p:spPr>
          <a:xfrm xmlns:a="http://schemas.openxmlformats.org/drawingml/2006/main">
            <a:off x="11144250" y="64770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6E807B"/>
                </a:solidFill>
                <a:latin typeface="Arial"/>
                <a:ea typeface="Arial"/>
                <a:cs typeface="Arial"/>
              </a:defRPr>
            </a:defPPr>
            <a:lvl1pPr algn="r">
              <a:defRPr sz="825" b="1">
                <a:solidFill>
                  <a:srgbClr val="6E807B"/>
                </a:solidFill>
                <a:latin typeface="Arial"/>
                <a:ea typeface="Arial"/>
                <a:cs typeface="Arial"/>
              </a:defRPr>
            </a:lvl1pPr>
            <a:lvl2pPr algn="r">
              <a:defRPr sz="825" b="1">
                <a:solidFill>
                  <a:srgbClr val="6E807B"/>
                </a:solidFill>
                <a:latin typeface="Arial"/>
                <a:ea typeface="Arial"/>
                <a:cs typeface="Arial"/>
              </a:defRPr>
            </a:lvl2pPr>
            <a:lvl3pPr algn="r">
              <a:defRPr sz="825" b="1">
                <a:solidFill>
                  <a:srgbClr val="6E807B"/>
                </a:solidFill>
                <a:latin typeface="Arial"/>
                <a:ea typeface="Arial"/>
                <a:cs typeface="Arial"/>
              </a:defRPr>
            </a:lvl3pPr>
            <a:lvl4pPr algn="r">
              <a:defRPr sz="825" b="1">
                <a:solidFill>
                  <a:srgbClr val="6E807B"/>
                </a:solidFill>
                <a:latin typeface="Arial"/>
                <a:ea typeface="Arial"/>
                <a:cs typeface="Arial"/>
              </a:defRPr>
            </a:lvl4pPr>
            <a:lvl5pPr algn="r">
              <a:defRPr sz="825" b="1">
                <a:solidFill>
                  <a:srgbClr val="6E807B"/>
                </a:solidFill>
                <a:latin typeface="Arial"/>
                <a:ea typeface="Arial"/>
                <a:cs typeface="Arial"/>
              </a:defRPr>
            </a:lvl5pPr>
            <a:lvl6pPr algn="r">
              <a:defRPr sz="825" b="1">
                <a:solidFill>
                  <a:srgbClr val="6E807B"/>
                </a:solidFill>
                <a:latin typeface="Arial"/>
                <a:ea typeface="Arial"/>
                <a:cs typeface="Arial"/>
              </a:defRPr>
            </a:lvl6pPr>
            <a:lvl7pPr algn="r">
              <a:defRPr sz="825" b="1">
                <a:solidFill>
                  <a:srgbClr val="6E807B"/>
                </a:solidFill>
                <a:latin typeface="Arial"/>
                <a:ea typeface="Arial"/>
                <a:cs typeface="Arial"/>
              </a:defRPr>
            </a:lvl7pPr>
            <a:lvl8pPr algn="r">
              <a:defRPr sz="825" b="1">
                <a:solidFill>
                  <a:srgbClr val="6E807B"/>
                </a:solidFill>
                <a:latin typeface="Arial"/>
                <a:ea typeface="Arial"/>
                <a:cs typeface="Arial"/>
              </a:defRPr>
            </a:lvl8pPr>
            <a:lvl9pPr algn="r">
              <a:defRPr sz="825" b="1">
                <a:solidFill>
                  <a:srgbClr val="6E807B"/>
                </a:solidFill>
                <a:latin typeface="Arial"/>
                <a:ea typeface="Arial"/>
                <a:cs typeface="Arial"/>
              </a:defRPr>
            </a:lvl9pPr>
          </a:lstStyle>
          <a:p xmlns:a="http://schemas.openxmlformats.org/drawingml/2006/main">
            <a:pPr algn="r">
              <a:defRPr sz="825" b="1">
                <a:solidFill>
                  <a:srgbClr val="6E807B"/>
                </a:solidFill>
                <a:latin typeface="Arial"/>
                <a:ea typeface="Arial"/>
                <a:cs typeface="Arial"/>
              </a:defRPr>
            </a:pPr>
            <a:r>
              <a:rPr sz="825" b="1">
                <a:solidFill>
                  <a:srgbClr val="6E807B"/>
                </a:solidFill>
                <a:latin typeface="Arial"/>
                <a:ea typeface="Arial"/>
                <a:cs typeface="Arial"/>
              </a:rPr>
              <a:t>04</a:t>
            </a:r>
          </a:p>
        </p:txBody>
      </p:sp>
      <p:sp>
        <p:nvSpPr>
          <p:cNvPr id="7" name="step-box-0">
            <a:extLst xmlns:a="http://schemas.openxmlformats.org/drawingml/2006/main">
              <a:ext uri="{FF2B5EF4-FFF2-40B4-BE49-F238E27FC236}">
                <a16:creationId xmlns:a16="http://schemas.microsoft.com/office/drawing/2014/main" id="{9E31715B-4E57-4395-B5BF-404C490A4CDF}"/>
              </a:ext>
            </a:extLst>
          </p:cNvPr>
          <p:cNvSpPr>
            <a:spLocks xmlns:a="http://schemas.openxmlformats.org/drawingml/2006/main" noGrp="1"/>
          </p:cNvSpPr>
          <p:nvPr/>
        </p:nvSpPr>
        <p:spPr>
          <a:xfrm xmlns:a="http://schemas.openxmlformats.org/drawingml/2006/main">
            <a:off x="628650" y="2619375"/>
            <a:ext cx="1924050" cy="179070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D7E1DC"/>
            </a:solidFill>
            <a:prstDash val="solid"/>
          </a:ln>
        </p:spPr>
      </p:sp>
      <p:sp>
        <p:nvSpPr>
          <p:cNvPr id="8" name="step-num-0">
            <a:extLst xmlns:a="http://schemas.openxmlformats.org/drawingml/2006/main">
              <a:ext uri="{FF2B5EF4-FFF2-40B4-BE49-F238E27FC236}">
                <a16:creationId xmlns:a16="http://schemas.microsoft.com/office/drawing/2014/main" id="{77956D28-F2FB-4C6E-BDFB-4B0233A2A52F}"/>
              </a:ext>
            </a:extLst>
          </p:cNvPr>
          <p:cNvSpPr>
            <a:spLocks xmlns:a="http://schemas.openxmlformats.org/drawingml/2006/main" noGrp="1"/>
          </p:cNvSpPr>
          <p:nvPr/>
        </p:nvSpPr>
        <p:spPr>
          <a:xfrm xmlns:a="http://schemas.openxmlformats.org/drawingml/2006/main">
            <a:off x="800100" y="2781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77F69"/>
                </a:solidFill>
                <a:latin typeface="Arial"/>
                <a:ea typeface="Arial"/>
                <a:cs typeface="Arial"/>
              </a:defRPr>
            </a:defPPr>
            <a:lvl1pPr algn="l">
              <a:defRPr sz="1050" b="1">
                <a:solidFill>
                  <a:srgbClr val="177F69"/>
                </a:solidFill>
                <a:latin typeface="Arial"/>
                <a:ea typeface="Arial"/>
                <a:cs typeface="Arial"/>
              </a:defRPr>
            </a:lvl1pPr>
            <a:lvl2pPr algn="l">
              <a:defRPr sz="1050" b="1">
                <a:solidFill>
                  <a:srgbClr val="177F69"/>
                </a:solidFill>
                <a:latin typeface="Arial"/>
                <a:ea typeface="Arial"/>
                <a:cs typeface="Arial"/>
              </a:defRPr>
            </a:lvl2pPr>
            <a:lvl3pPr algn="l">
              <a:defRPr sz="1050" b="1">
                <a:solidFill>
                  <a:srgbClr val="177F69"/>
                </a:solidFill>
                <a:latin typeface="Arial"/>
                <a:ea typeface="Arial"/>
                <a:cs typeface="Arial"/>
              </a:defRPr>
            </a:lvl3pPr>
            <a:lvl4pPr algn="l">
              <a:defRPr sz="1050" b="1">
                <a:solidFill>
                  <a:srgbClr val="177F69"/>
                </a:solidFill>
                <a:latin typeface="Arial"/>
                <a:ea typeface="Arial"/>
                <a:cs typeface="Arial"/>
              </a:defRPr>
            </a:lvl4pPr>
            <a:lvl5pPr algn="l">
              <a:defRPr sz="1050" b="1">
                <a:solidFill>
                  <a:srgbClr val="177F69"/>
                </a:solidFill>
                <a:latin typeface="Arial"/>
                <a:ea typeface="Arial"/>
                <a:cs typeface="Arial"/>
              </a:defRPr>
            </a:lvl5pPr>
            <a:lvl6pPr algn="l">
              <a:defRPr sz="1050" b="1">
                <a:solidFill>
                  <a:srgbClr val="177F69"/>
                </a:solidFill>
                <a:latin typeface="Arial"/>
                <a:ea typeface="Arial"/>
                <a:cs typeface="Arial"/>
              </a:defRPr>
            </a:lvl6pPr>
            <a:lvl7pPr algn="l">
              <a:defRPr sz="1050" b="1">
                <a:solidFill>
                  <a:srgbClr val="177F69"/>
                </a:solidFill>
                <a:latin typeface="Arial"/>
                <a:ea typeface="Arial"/>
                <a:cs typeface="Arial"/>
              </a:defRPr>
            </a:lvl7pPr>
            <a:lvl8pPr algn="l">
              <a:defRPr sz="1050" b="1">
                <a:solidFill>
                  <a:srgbClr val="177F69"/>
                </a:solidFill>
                <a:latin typeface="Arial"/>
                <a:ea typeface="Arial"/>
                <a:cs typeface="Arial"/>
              </a:defRPr>
            </a:lvl8pPr>
            <a:lvl9pPr algn="l">
              <a:defRPr sz="1050" b="1">
                <a:solidFill>
                  <a:srgbClr val="177F69"/>
                </a:solidFill>
                <a:latin typeface="Arial"/>
                <a:ea typeface="Arial"/>
                <a:cs typeface="Arial"/>
              </a:defRPr>
            </a:lvl9pPr>
          </a:lstStyle>
          <a:p xmlns:a="http://schemas.openxmlformats.org/drawingml/2006/main">
            <a:pPr algn="l">
              <a:defRPr sz="1050" b="1">
                <a:solidFill>
                  <a:srgbClr val="177F69"/>
                </a:solidFill>
                <a:latin typeface="Arial"/>
                <a:ea typeface="Arial"/>
                <a:cs typeface="Arial"/>
              </a:defRPr>
            </a:pPr>
            <a:r>
              <a:rPr sz="1050" b="1">
                <a:solidFill>
                  <a:srgbClr val="177F69"/>
                </a:solidFill>
                <a:latin typeface="Arial"/>
                <a:ea typeface="Arial"/>
                <a:cs typeface="Arial"/>
              </a:rPr>
              <a:t>01</a:t>
            </a:r>
          </a:p>
        </p:txBody>
      </p:sp>
      <p:sp>
        <p:nvSpPr>
          <p:cNvPr id="9" name="step-name-0">
            <a:extLst xmlns:a="http://schemas.openxmlformats.org/drawingml/2006/main">
              <a:ext uri="{FF2B5EF4-FFF2-40B4-BE49-F238E27FC236}">
                <a16:creationId xmlns:a16="http://schemas.microsoft.com/office/drawing/2014/main" id="{12E1696A-54E9-4BB9-A085-A61C4E2CCB90}"/>
              </a:ext>
            </a:extLst>
          </p:cNvPr>
          <p:cNvSpPr>
            <a:spLocks xmlns:a="http://schemas.openxmlformats.org/drawingml/2006/main" noGrp="1"/>
          </p:cNvSpPr>
          <p:nvPr/>
        </p:nvSpPr>
        <p:spPr>
          <a:xfrm xmlns:a="http://schemas.openxmlformats.org/drawingml/2006/main">
            <a:off x="800100" y="3190875"/>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83D37"/>
                </a:solidFill>
                <a:latin typeface="Arial"/>
                <a:ea typeface="Arial"/>
                <a:cs typeface="Arial"/>
              </a:defRPr>
            </a:defPPr>
            <a:lvl1pPr algn="l">
              <a:defRPr sz="1650" b="1">
                <a:solidFill>
                  <a:srgbClr val="183D37"/>
                </a:solidFill>
                <a:latin typeface="Arial"/>
                <a:ea typeface="Arial"/>
                <a:cs typeface="Arial"/>
              </a:defRPr>
            </a:lvl1pPr>
            <a:lvl2pPr algn="l">
              <a:defRPr sz="1650" b="1">
                <a:solidFill>
                  <a:srgbClr val="183D37"/>
                </a:solidFill>
                <a:latin typeface="Arial"/>
                <a:ea typeface="Arial"/>
                <a:cs typeface="Arial"/>
              </a:defRPr>
            </a:lvl2pPr>
            <a:lvl3pPr algn="l">
              <a:defRPr sz="1650" b="1">
                <a:solidFill>
                  <a:srgbClr val="183D37"/>
                </a:solidFill>
                <a:latin typeface="Arial"/>
                <a:ea typeface="Arial"/>
                <a:cs typeface="Arial"/>
              </a:defRPr>
            </a:lvl3pPr>
            <a:lvl4pPr algn="l">
              <a:defRPr sz="1650" b="1">
                <a:solidFill>
                  <a:srgbClr val="183D37"/>
                </a:solidFill>
                <a:latin typeface="Arial"/>
                <a:ea typeface="Arial"/>
                <a:cs typeface="Arial"/>
              </a:defRPr>
            </a:lvl4pPr>
            <a:lvl5pPr algn="l">
              <a:defRPr sz="1650" b="1">
                <a:solidFill>
                  <a:srgbClr val="183D37"/>
                </a:solidFill>
                <a:latin typeface="Arial"/>
                <a:ea typeface="Arial"/>
                <a:cs typeface="Arial"/>
              </a:defRPr>
            </a:lvl5pPr>
            <a:lvl6pPr algn="l">
              <a:defRPr sz="1650" b="1">
                <a:solidFill>
                  <a:srgbClr val="183D37"/>
                </a:solidFill>
                <a:latin typeface="Arial"/>
                <a:ea typeface="Arial"/>
                <a:cs typeface="Arial"/>
              </a:defRPr>
            </a:lvl6pPr>
            <a:lvl7pPr algn="l">
              <a:defRPr sz="1650" b="1">
                <a:solidFill>
                  <a:srgbClr val="183D37"/>
                </a:solidFill>
                <a:latin typeface="Arial"/>
                <a:ea typeface="Arial"/>
                <a:cs typeface="Arial"/>
              </a:defRPr>
            </a:lvl7pPr>
            <a:lvl8pPr algn="l">
              <a:defRPr sz="1650" b="1">
                <a:solidFill>
                  <a:srgbClr val="183D37"/>
                </a:solidFill>
                <a:latin typeface="Arial"/>
                <a:ea typeface="Arial"/>
                <a:cs typeface="Arial"/>
              </a:defRPr>
            </a:lvl8pPr>
            <a:lvl9pPr algn="l">
              <a:defRPr sz="1650" b="1">
                <a:solidFill>
                  <a:srgbClr val="183D37"/>
                </a:solidFill>
                <a:latin typeface="Arial"/>
                <a:ea typeface="Arial"/>
                <a:cs typeface="Arial"/>
              </a:defRPr>
            </a:lvl9pPr>
          </a:lstStyle>
          <a:p xmlns:a="http://schemas.openxmlformats.org/drawingml/2006/main">
            <a:pPr algn="l">
              <a:defRPr sz="1650" b="1">
                <a:solidFill>
                  <a:srgbClr val="183D37"/>
                </a:solidFill>
                <a:latin typeface="Arial"/>
                <a:ea typeface="Arial"/>
                <a:cs typeface="Arial"/>
              </a:defRPr>
            </a:pPr>
            <a:r>
              <a:rPr sz="1650" b="1">
                <a:solidFill>
                  <a:srgbClr val="183D37"/>
                </a:solidFill>
                <a:latin typeface="Arial"/>
                <a:ea typeface="Arial"/>
                <a:cs typeface="Arial"/>
              </a:rPr>
              <a:t>Import</a:t>
            </a:r>
          </a:p>
        </p:txBody>
      </p:sp>
      <p:sp>
        <p:nvSpPr>
          <p:cNvPr id="10" name="step-copy-0">
            <a:extLst xmlns:a="http://schemas.openxmlformats.org/drawingml/2006/main">
              <a:ext uri="{FF2B5EF4-FFF2-40B4-BE49-F238E27FC236}">
                <a16:creationId xmlns:a16="http://schemas.microsoft.com/office/drawing/2014/main" id="{82B41FCE-0990-4DF5-868F-2F84CF9F46C4}"/>
              </a:ext>
            </a:extLst>
          </p:cNvPr>
          <p:cNvSpPr>
            <a:spLocks xmlns:a="http://schemas.openxmlformats.org/drawingml/2006/main" noGrp="1"/>
          </p:cNvSpPr>
          <p:nvPr/>
        </p:nvSpPr>
        <p:spPr>
          <a:xfrm xmlns:a="http://schemas.openxmlformats.org/drawingml/2006/main">
            <a:off x="800100" y="3686175"/>
            <a:ext cx="15906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E807B"/>
                </a:solidFill>
                <a:latin typeface="Arial"/>
                <a:ea typeface="Arial"/>
                <a:cs typeface="Arial"/>
              </a:defRPr>
            </a:defPPr>
            <a:lvl1pPr algn="l">
              <a:defRPr sz="1275" b="0">
                <a:solidFill>
                  <a:srgbClr val="6E807B"/>
                </a:solidFill>
                <a:latin typeface="Arial"/>
                <a:ea typeface="Arial"/>
                <a:cs typeface="Arial"/>
              </a:defRPr>
            </a:lvl1pPr>
            <a:lvl2pPr algn="l">
              <a:defRPr sz="1275" b="0">
                <a:solidFill>
                  <a:srgbClr val="6E807B"/>
                </a:solidFill>
                <a:latin typeface="Arial"/>
                <a:ea typeface="Arial"/>
                <a:cs typeface="Arial"/>
              </a:defRPr>
            </a:lvl2pPr>
            <a:lvl3pPr algn="l">
              <a:defRPr sz="1275" b="0">
                <a:solidFill>
                  <a:srgbClr val="6E807B"/>
                </a:solidFill>
                <a:latin typeface="Arial"/>
                <a:ea typeface="Arial"/>
                <a:cs typeface="Arial"/>
              </a:defRPr>
            </a:lvl3pPr>
            <a:lvl4pPr algn="l">
              <a:defRPr sz="1275" b="0">
                <a:solidFill>
                  <a:srgbClr val="6E807B"/>
                </a:solidFill>
                <a:latin typeface="Arial"/>
                <a:ea typeface="Arial"/>
                <a:cs typeface="Arial"/>
              </a:defRPr>
            </a:lvl4pPr>
            <a:lvl5pPr algn="l">
              <a:defRPr sz="1275" b="0">
                <a:solidFill>
                  <a:srgbClr val="6E807B"/>
                </a:solidFill>
                <a:latin typeface="Arial"/>
                <a:ea typeface="Arial"/>
                <a:cs typeface="Arial"/>
              </a:defRPr>
            </a:lvl5pPr>
            <a:lvl6pPr algn="l">
              <a:defRPr sz="1275" b="0">
                <a:solidFill>
                  <a:srgbClr val="6E807B"/>
                </a:solidFill>
                <a:latin typeface="Arial"/>
                <a:ea typeface="Arial"/>
                <a:cs typeface="Arial"/>
              </a:defRPr>
            </a:lvl6pPr>
            <a:lvl7pPr algn="l">
              <a:defRPr sz="1275" b="0">
                <a:solidFill>
                  <a:srgbClr val="6E807B"/>
                </a:solidFill>
                <a:latin typeface="Arial"/>
                <a:ea typeface="Arial"/>
                <a:cs typeface="Arial"/>
              </a:defRPr>
            </a:lvl7pPr>
            <a:lvl8pPr algn="l">
              <a:defRPr sz="1275" b="0">
                <a:solidFill>
                  <a:srgbClr val="6E807B"/>
                </a:solidFill>
                <a:latin typeface="Arial"/>
                <a:ea typeface="Arial"/>
                <a:cs typeface="Arial"/>
              </a:defRPr>
            </a:lvl8pPr>
            <a:lvl9pPr algn="l">
              <a:defRPr sz="1275" b="0">
                <a:solidFill>
                  <a:srgbClr val="6E807B"/>
                </a:solidFill>
                <a:latin typeface="Arial"/>
                <a:ea typeface="Arial"/>
                <a:cs typeface="Arial"/>
              </a:defRPr>
            </a:lvl9pPr>
          </a:lstStyle>
          <a:p xmlns:a="http://schemas.openxmlformats.org/drawingml/2006/main">
            <a:pPr algn="l">
              <a:defRPr sz="1275" b="0">
                <a:solidFill>
                  <a:srgbClr val="6E807B"/>
                </a:solidFill>
                <a:latin typeface="Arial"/>
                <a:ea typeface="Arial"/>
                <a:cs typeface="Arial"/>
              </a:defRPr>
            </a:pPr>
            <a:r>
              <a:rPr sz="1275" b="0">
                <a:solidFill>
                  <a:srgbClr val="6E807B"/>
                </a:solidFill>
                <a:latin typeface="Arial"/>
                <a:ea typeface="Arial"/>
                <a:cs typeface="Arial"/>
              </a:rPr>
              <a:t>Bundled sample</a:t>
            </a:r>
          </a:p>
          <a:p xmlns:a="http://schemas.openxmlformats.org/drawingml/2006/main">
            <a:pPr algn="l">
              <a:defRPr sz="1275" b="0">
                <a:solidFill>
                  <a:srgbClr val="6E807B"/>
                </a:solidFill>
                <a:latin typeface="Arial"/>
                <a:ea typeface="Arial"/>
                <a:cs typeface="Arial"/>
              </a:defRPr>
            </a:pPr>
            <a:r>
              <a:rPr sz="1275" b="0">
                <a:solidFill>
                  <a:srgbClr val="6E807B"/>
                </a:solidFill>
                <a:latin typeface="Arial"/>
                <a:ea typeface="Arial"/>
                <a:cs typeface="Arial"/>
              </a:rPr>
              <a:t>or CSV file</a:t>
            </a:r>
          </a:p>
        </p:txBody>
      </p:sp>
      <p:sp>
        <p:nvSpPr>
          <p:cNvPr id="11" name="workflow-arrow">
            <a:extLst xmlns:a="http://schemas.openxmlformats.org/drawingml/2006/main">
              <a:ext uri="{FF2B5EF4-FFF2-40B4-BE49-F238E27FC236}">
                <a16:creationId xmlns:a16="http://schemas.microsoft.com/office/drawing/2014/main" id="{66F416AA-A25F-49C1-98C5-48CAA5B05334}"/>
              </a:ext>
            </a:extLst>
          </p:cNvPr>
          <p:cNvSpPr>
            <a:spLocks xmlns:a="http://schemas.openxmlformats.org/drawingml/2006/main" noGrp="1"/>
          </p:cNvSpPr>
          <p:nvPr/>
        </p:nvSpPr>
        <p:spPr>
          <a:xfrm xmlns:a="http://schemas.openxmlformats.org/drawingml/2006/main">
            <a:off x="2590800" y="3352800"/>
            <a:ext cx="152400" cy="266700"/>
          </a:xfrm>
          <a:prstGeom xmlns:a="http://schemas.openxmlformats.org/drawingml/2006/main" prst="rightArrow">
            <a:avLst/>
          </a:prstGeom>
          <a:solidFill xmlns:a="http://schemas.openxmlformats.org/drawingml/2006/main">
            <a:srgbClr val="177F69"/>
          </a:solidFill>
          <a:ln xmlns:a="http://schemas.openxmlformats.org/drawingml/2006/main" w="0">
            <a:noFill/>
            <a:prstDash val="solid"/>
          </a:ln>
        </p:spPr>
      </p:sp>
      <p:sp>
        <p:nvSpPr>
          <p:cNvPr id="12" name="step-box-1">
            <a:extLst xmlns:a="http://schemas.openxmlformats.org/drawingml/2006/main">
              <a:ext uri="{FF2B5EF4-FFF2-40B4-BE49-F238E27FC236}">
                <a16:creationId xmlns:a16="http://schemas.microsoft.com/office/drawing/2014/main" id="{E13576F5-DFF5-4D9F-A58E-CE5A0C32DAEF}"/>
              </a:ext>
            </a:extLst>
          </p:cNvPr>
          <p:cNvSpPr>
            <a:spLocks xmlns:a="http://schemas.openxmlformats.org/drawingml/2006/main" noGrp="1"/>
          </p:cNvSpPr>
          <p:nvPr/>
        </p:nvSpPr>
        <p:spPr>
          <a:xfrm xmlns:a="http://schemas.openxmlformats.org/drawingml/2006/main">
            <a:off x="2781300" y="2619375"/>
            <a:ext cx="1924050" cy="179070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D7E1DC"/>
            </a:solidFill>
            <a:prstDash val="solid"/>
          </a:ln>
        </p:spPr>
      </p:sp>
      <p:sp>
        <p:nvSpPr>
          <p:cNvPr id="13" name="step-num-1">
            <a:extLst xmlns:a="http://schemas.openxmlformats.org/drawingml/2006/main">
              <a:ext uri="{FF2B5EF4-FFF2-40B4-BE49-F238E27FC236}">
                <a16:creationId xmlns:a16="http://schemas.microsoft.com/office/drawing/2014/main" id="{F3426EE3-0193-41CE-97A0-8F4675D62CE4}"/>
              </a:ext>
            </a:extLst>
          </p:cNvPr>
          <p:cNvSpPr>
            <a:spLocks xmlns:a="http://schemas.openxmlformats.org/drawingml/2006/main" noGrp="1"/>
          </p:cNvSpPr>
          <p:nvPr/>
        </p:nvSpPr>
        <p:spPr>
          <a:xfrm xmlns:a="http://schemas.openxmlformats.org/drawingml/2006/main">
            <a:off x="2952750" y="2781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77F69"/>
                </a:solidFill>
                <a:latin typeface="Arial"/>
                <a:ea typeface="Arial"/>
                <a:cs typeface="Arial"/>
              </a:defRPr>
            </a:defPPr>
            <a:lvl1pPr algn="l">
              <a:defRPr sz="1050" b="1">
                <a:solidFill>
                  <a:srgbClr val="177F69"/>
                </a:solidFill>
                <a:latin typeface="Arial"/>
                <a:ea typeface="Arial"/>
                <a:cs typeface="Arial"/>
              </a:defRPr>
            </a:lvl1pPr>
            <a:lvl2pPr algn="l">
              <a:defRPr sz="1050" b="1">
                <a:solidFill>
                  <a:srgbClr val="177F69"/>
                </a:solidFill>
                <a:latin typeface="Arial"/>
                <a:ea typeface="Arial"/>
                <a:cs typeface="Arial"/>
              </a:defRPr>
            </a:lvl2pPr>
            <a:lvl3pPr algn="l">
              <a:defRPr sz="1050" b="1">
                <a:solidFill>
                  <a:srgbClr val="177F69"/>
                </a:solidFill>
                <a:latin typeface="Arial"/>
                <a:ea typeface="Arial"/>
                <a:cs typeface="Arial"/>
              </a:defRPr>
            </a:lvl3pPr>
            <a:lvl4pPr algn="l">
              <a:defRPr sz="1050" b="1">
                <a:solidFill>
                  <a:srgbClr val="177F69"/>
                </a:solidFill>
                <a:latin typeface="Arial"/>
                <a:ea typeface="Arial"/>
                <a:cs typeface="Arial"/>
              </a:defRPr>
            </a:lvl4pPr>
            <a:lvl5pPr algn="l">
              <a:defRPr sz="1050" b="1">
                <a:solidFill>
                  <a:srgbClr val="177F69"/>
                </a:solidFill>
                <a:latin typeface="Arial"/>
                <a:ea typeface="Arial"/>
                <a:cs typeface="Arial"/>
              </a:defRPr>
            </a:lvl5pPr>
            <a:lvl6pPr algn="l">
              <a:defRPr sz="1050" b="1">
                <a:solidFill>
                  <a:srgbClr val="177F69"/>
                </a:solidFill>
                <a:latin typeface="Arial"/>
                <a:ea typeface="Arial"/>
                <a:cs typeface="Arial"/>
              </a:defRPr>
            </a:lvl6pPr>
            <a:lvl7pPr algn="l">
              <a:defRPr sz="1050" b="1">
                <a:solidFill>
                  <a:srgbClr val="177F69"/>
                </a:solidFill>
                <a:latin typeface="Arial"/>
                <a:ea typeface="Arial"/>
                <a:cs typeface="Arial"/>
              </a:defRPr>
            </a:lvl7pPr>
            <a:lvl8pPr algn="l">
              <a:defRPr sz="1050" b="1">
                <a:solidFill>
                  <a:srgbClr val="177F69"/>
                </a:solidFill>
                <a:latin typeface="Arial"/>
                <a:ea typeface="Arial"/>
                <a:cs typeface="Arial"/>
              </a:defRPr>
            </a:lvl8pPr>
            <a:lvl9pPr algn="l">
              <a:defRPr sz="1050" b="1">
                <a:solidFill>
                  <a:srgbClr val="177F69"/>
                </a:solidFill>
                <a:latin typeface="Arial"/>
                <a:ea typeface="Arial"/>
                <a:cs typeface="Arial"/>
              </a:defRPr>
            </a:lvl9pPr>
          </a:lstStyle>
          <a:p xmlns:a="http://schemas.openxmlformats.org/drawingml/2006/main">
            <a:pPr algn="l">
              <a:defRPr sz="1050" b="1">
                <a:solidFill>
                  <a:srgbClr val="177F69"/>
                </a:solidFill>
                <a:latin typeface="Arial"/>
                <a:ea typeface="Arial"/>
                <a:cs typeface="Arial"/>
              </a:defRPr>
            </a:pPr>
            <a:r>
              <a:rPr sz="1050" b="1">
                <a:solidFill>
                  <a:srgbClr val="177F69"/>
                </a:solidFill>
                <a:latin typeface="Arial"/>
                <a:ea typeface="Arial"/>
                <a:cs typeface="Arial"/>
              </a:rPr>
              <a:t>02</a:t>
            </a:r>
          </a:p>
        </p:txBody>
      </p:sp>
      <p:sp>
        <p:nvSpPr>
          <p:cNvPr id="14" name="step-name-1">
            <a:extLst xmlns:a="http://schemas.openxmlformats.org/drawingml/2006/main">
              <a:ext uri="{FF2B5EF4-FFF2-40B4-BE49-F238E27FC236}">
                <a16:creationId xmlns:a16="http://schemas.microsoft.com/office/drawing/2014/main" id="{8530E36D-22DB-4AC2-8CB6-299DA7ED415E}"/>
              </a:ext>
            </a:extLst>
          </p:cNvPr>
          <p:cNvSpPr>
            <a:spLocks xmlns:a="http://schemas.openxmlformats.org/drawingml/2006/main" noGrp="1"/>
          </p:cNvSpPr>
          <p:nvPr/>
        </p:nvSpPr>
        <p:spPr>
          <a:xfrm xmlns:a="http://schemas.openxmlformats.org/drawingml/2006/main">
            <a:off x="2952750" y="3190875"/>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83D37"/>
                </a:solidFill>
                <a:latin typeface="Arial"/>
                <a:ea typeface="Arial"/>
                <a:cs typeface="Arial"/>
              </a:defRPr>
            </a:defPPr>
            <a:lvl1pPr algn="l">
              <a:defRPr sz="1650" b="1">
                <a:solidFill>
                  <a:srgbClr val="183D37"/>
                </a:solidFill>
                <a:latin typeface="Arial"/>
                <a:ea typeface="Arial"/>
                <a:cs typeface="Arial"/>
              </a:defRPr>
            </a:lvl1pPr>
            <a:lvl2pPr algn="l">
              <a:defRPr sz="1650" b="1">
                <a:solidFill>
                  <a:srgbClr val="183D37"/>
                </a:solidFill>
                <a:latin typeface="Arial"/>
                <a:ea typeface="Arial"/>
                <a:cs typeface="Arial"/>
              </a:defRPr>
            </a:lvl2pPr>
            <a:lvl3pPr algn="l">
              <a:defRPr sz="1650" b="1">
                <a:solidFill>
                  <a:srgbClr val="183D37"/>
                </a:solidFill>
                <a:latin typeface="Arial"/>
                <a:ea typeface="Arial"/>
                <a:cs typeface="Arial"/>
              </a:defRPr>
            </a:lvl3pPr>
            <a:lvl4pPr algn="l">
              <a:defRPr sz="1650" b="1">
                <a:solidFill>
                  <a:srgbClr val="183D37"/>
                </a:solidFill>
                <a:latin typeface="Arial"/>
                <a:ea typeface="Arial"/>
                <a:cs typeface="Arial"/>
              </a:defRPr>
            </a:lvl4pPr>
            <a:lvl5pPr algn="l">
              <a:defRPr sz="1650" b="1">
                <a:solidFill>
                  <a:srgbClr val="183D37"/>
                </a:solidFill>
                <a:latin typeface="Arial"/>
                <a:ea typeface="Arial"/>
                <a:cs typeface="Arial"/>
              </a:defRPr>
            </a:lvl5pPr>
            <a:lvl6pPr algn="l">
              <a:defRPr sz="1650" b="1">
                <a:solidFill>
                  <a:srgbClr val="183D37"/>
                </a:solidFill>
                <a:latin typeface="Arial"/>
                <a:ea typeface="Arial"/>
                <a:cs typeface="Arial"/>
              </a:defRPr>
            </a:lvl6pPr>
            <a:lvl7pPr algn="l">
              <a:defRPr sz="1650" b="1">
                <a:solidFill>
                  <a:srgbClr val="183D37"/>
                </a:solidFill>
                <a:latin typeface="Arial"/>
                <a:ea typeface="Arial"/>
                <a:cs typeface="Arial"/>
              </a:defRPr>
            </a:lvl7pPr>
            <a:lvl8pPr algn="l">
              <a:defRPr sz="1650" b="1">
                <a:solidFill>
                  <a:srgbClr val="183D37"/>
                </a:solidFill>
                <a:latin typeface="Arial"/>
                <a:ea typeface="Arial"/>
                <a:cs typeface="Arial"/>
              </a:defRPr>
            </a:lvl8pPr>
            <a:lvl9pPr algn="l">
              <a:defRPr sz="1650" b="1">
                <a:solidFill>
                  <a:srgbClr val="183D37"/>
                </a:solidFill>
                <a:latin typeface="Arial"/>
                <a:ea typeface="Arial"/>
                <a:cs typeface="Arial"/>
              </a:defRPr>
            </a:lvl9pPr>
          </a:lstStyle>
          <a:p xmlns:a="http://schemas.openxmlformats.org/drawingml/2006/main">
            <a:pPr algn="l">
              <a:defRPr sz="1650" b="1">
                <a:solidFill>
                  <a:srgbClr val="183D37"/>
                </a:solidFill>
                <a:latin typeface="Arial"/>
                <a:ea typeface="Arial"/>
                <a:cs typeface="Arial"/>
              </a:defRPr>
            </a:pPr>
            <a:r>
              <a:rPr sz="1650" b="1">
                <a:solidFill>
                  <a:srgbClr val="183D37"/>
                </a:solidFill>
                <a:latin typeface="Arial"/>
                <a:ea typeface="Arial"/>
                <a:cs typeface="Arial"/>
              </a:rPr>
              <a:t>Filter</a:t>
            </a:r>
          </a:p>
        </p:txBody>
      </p:sp>
      <p:sp>
        <p:nvSpPr>
          <p:cNvPr id="15" name="step-copy-1">
            <a:extLst xmlns:a="http://schemas.openxmlformats.org/drawingml/2006/main">
              <a:ext uri="{FF2B5EF4-FFF2-40B4-BE49-F238E27FC236}">
                <a16:creationId xmlns:a16="http://schemas.microsoft.com/office/drawing/2014/main" id="{F7033D2B-26E0-4F4C-825F-0301DF16C86D}"/>
              </a:ext>
            </a:extLst>
          </p:cNvPr>
          <p:cNvSpPr>
            <a:spLocks xmlns:a="http://schemas.openxmlformats.org/drawingml/2006/main" noGrp="1"/>
          </p:cNvSpPr>
          <p:nvPr/>
        </p:nvSpPr>
        <p:spPr>
          <a:xfrm xmlns:a="http://schemas.openxmlformats.org/drawingml/2006/main">
            <a:off x="2952750" y="3686175"/>
            <a:ext cx="15906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E807B"/>
                </a:solidFill>
                <a:latin typeface="Arial"/>
                <a:ea typeface="Arial"/>
                <a:cs typeface="Arial"/>
              </a:defRPr>
            </a:defPPr>
            <a:lvl1pPr algn="l">
              <a:defRPr sz="1275" b="0">
                <a:solidFill>
                  <a:srgbClr val="6E807B"/>
                </a:solidFill>
                <a:latin typeface="Arial"/>
                <a:ea typeface="Arial"/>
                <a:cs typeface="Arial"/>
              </a:defRPr>
            </a:lvl1pPr>
            <a:lvl2pPr algn="l">
              <a:defRPr sz="1275" b="0">
                <a:solidFill>
                  <a:srgbClr val="6E807B"/>
                </a:solidFill>
                <a:latin typeface="Arial"/>
                <a:ea typeface="Arial"/>
                <a:cs typeface="Arial"/>
              </a:defRPr>
            </a:lvl2pPr>
            <a:lvl3pPr algn="l">
              <a:defRPr sz="1275" b="0">
                <a:solidFill>
                  <a:srgbClr val="6E807B"/>
                </a:solidFill>
                <a:latin typeface="Arial"/>
                <a:ea typeface="Arial"/>
                <a:cs typeface="Arial"/>
              </a:defRPr>
            </a:lvl3pPr>
            <a:lvl4pPr algn="l">
              <a:defRPr sz="1275" b="0">
                <a:solidFill>
                  <a:srgbClr val="6E807B"/>
                </a:solidFill>
                <a:latin typeface="Arial"/>
                <a:ea typeface="Arial"/>
                <a:cs typeface="Arial"/>
              </a:defRPr>
            </a:lvl4pPr>
            <a:lvl5pPr algn="l">
              <a:defRPr sz="1275" b="0">
                <a:solidFill>
                  <a:srgbClr val="6E807B"/>
                </a:solidFill>
                <a:latin typeface="Arial"/>
                <a:ea typeface="Arial"/>
                <a:cs typeface="Arial"/>
              </a:defRPr>
            </a:lvl5pPr>
            <a:lvl6pPr algn="l">
              <a:defRPr sz="1275" b="0">
                <a:solidFill>
                  <a:srgbClr val="6E807B"/>
                </a:solidFill>
                <a:latin typeface="Arial"/>
                <a:ea typeface="Arial"/>
                <a:cs typeface="Arial"/>
              </a:defRPr>
            </a:lvl6pPr>
            <a:lvl7pPr algn="l">
              <a:defRPr sz="1275" b="0">
                <a:solidFill>
                  <a:srgbClr val="6E807B"/>
                </a:solidFill>
                <a:latin typeface="Arial"/>
                <a:ea typeface="Arial"/>
                <a:cs typeface="Arial"/>
              </a:defRPr>
            </a:lvl7pPr>
            <a:lvl8pPr algn="l">
              <a:defRPr sz="1275" b="0">
                <a:solidFill>
                  <a:srgbClr val="6E807B"/>
                </a:solidFill>
                <a:latin typeface="Arial"/>
                <a:ea typeface="Arial"/>
                <a:cs typeface="Arial"/>
              </a:defRPr>
            </a:lvl8pPr>
            <a:lvl9pPr algn="l">
              <a:defRPr sz="1275" b="0">
                <a:solidFill>
                  <a:srgbClr val="6E807B"/>
                </a:solidFill>
                <a:latin typeface="Arial"/>
                <a:ea typeface="Arial"/>
                <a:cs typeface="Arial"/>
              </a:defRPr>
            </a:lvl9pPr>
          </a:lstStyle>
          <a:p xmlns:a="http://schemas.openxmlformats.org/drawingml/2006/main">
            <a:pPr algn="l">
              <a:defRPr sz="1275" b="0">
                <a:solidFill>
                  <a:srgbClr val="6E807B"/>
                </a:solidFill>
                <a:latin typeface="Arial"/>
                <a:ea typeface="Arial"/>
                <a:cs typeface="Arial"/>
              </a:defRPr>
            </a:pPr>
            <a:r>
              <a:rPr sz="1275" b="0">
                <a:solidFill>
                  <a:srgbClr val="6E807B"/>
                </a:solidFill>
                <a:latin typeface="Arial"/>
                <a:ea typeface="Arial"/>
                <a:cs typeface="Arial"/>
              </a:rPr>
              <a:t>Date range</a:t>
            </a:r>
          </a:p>
          <a:p xmlns:a="http://schemas.openxmlformats.org/drawingml/2006/main">
            <a:pPr algn="l">
              <a:defRPr sz="1275" b="0">
                <a:solidFill>
                  <a:srgbClr val="6E807B"/>
                </a:solidFill>
                <a:latin typeface="Arial"/>
                <a:ea typeface="Arial"/>
                <a:cs typeface="Arial"/>
              </a:defRPr>
            </a:pPr>
            <a:r>
              <a:rPr sz="1275" b="0">
                <a:solidFill>
                  <a:srgbClr val="6E807B"/>
                </a:solidFill>
                <a:latin typeface="Arial"/>
                <a:ea typeface="Arial"/>
                <a:cs typeface="Arial"/>
              </a:rPr>
              <a:t>and category</a:t>
            </a:r>
          </a:p>
        </p:txBody>
      </p:sp>
      <p:sp>
        <p:nvSpPr>
          <p:cNvPr id="16" name="workflow-arrow">
            <a:extLst xmlns:a="http://schemas.openxmlformats.org/drawingml/2006/main">
              <a:ext uri="{FF2B5EF4-FFF2-40B4-BE49-F238E27FC236}">
                <a16:creationId xmlns:a16="http://schemas.microsoft.com/office/drawing/2014/main" id="{E59D76E8-1A9B-4025-B1CF-4C3AD48EF140}"/>
              </a:ext>
            </a:extLst>
          </p:cNvPr>
          <p:cNvSpPr>
            <a:spLocks xmlns:a="http://schemas.openxmlformats.org/drawingml/2006/main" noGrp="1"/>
          </p:cNvSpPr>
          <p:nvPr/>
        </p:nvSpPr>
        <p:spPr>
          <a:xfrm xmlns:a="http://schemas.openxmlformats.org/drawingml/2006/main">
            <a:off x="4743450" y="3352800"/>
            <a:ext cx="152400" cy="266700"/>
          </a:xfrm>
          <a:prstGeom xmlns:a="http://schemas.openxmlformats.org/drawingml/2006/main" prst="rightArrow">
            <a:avLst/>
          </a:prstGeom>
          <a:solidFill xmlns:a="http://schemas.openxmlformats.org/drawingml/2006/main">
            <a:srgbClr val="177F69"/>
          </a:solidFill>
          <a:ln xmlns:a="http://schemas.openxmlformats.org/drawingml/2006/main" w="0">
            <a:noFill/>
            <a:prstDash val="solid"/>
          </a:ln>
        </p:spPr>
      </p:sp>
      <p:sp>
        <p:nvSpPr>
          <p:cNvPr id="17" name="step-box-2">
            <a:extLst xmlns:a="http://schemas.openxmlformats.org/drawingml/2006/main">
              <a:ext uri="{FF2B5EF4-FFF2-40B4-BE49-F238E27FC236}">
                <a16:creationId xmlns:a16="http://schemas.microsoft.com/office/drawing/2014/main" id="{52647BC3-6EA5-46EC-B346-4D04C7369934}"/>
              </a:ext>
            </a:extLst>
          </p:cNvPr>
          <p:cNvSpPr>
            <a:spLocks xmlns:a="http://schemas.openxmlformats.org/drawingml/2006/main" noGrp="1"/>
          </p:cNvSpPr>
          <p:nvPr/>
        </p:nvSpPr>
        <p:spPr>
          <a:xfrm xmlns:a="http://schemas.openxmlformats.org/drawingml/2006/main">
            <a:off x="4933950" y="2619375"/>
            <a:ext cx="1924050" cy="1790700"/>
          </a:xfrm>
          <a:prstGeom xmlns:a="http://schemas.openxmlformats.org/drawingml/2006/main" prst="roundRect">
            <a:avLst>
              <a:gd name="adj" fmla="val 4255"/>
            </a:avLst>
          </a:prstGeom>
          <a:solidFill xmlns:a="http://schemas.openxmlformats.org/drawingml/2006/main">
            <a:srgbClr val="153E39"/>
          </a:solidFill>
          <a:ln xmlns:a="http://schemas.openxmlformats.org/drawingml/2006/main" w="9525">
            <a:solidFill>
              <a:srgbClr val="153E39"/>
            </a:solidFill>
            <a:prstDash val="solid"/>
          </a:ln>
        </p:spPr>
      </p:sp>
      <p:sp>
        <p:nvSpPr>
          <p:cNvPr id="18" name="step-num-2">
            <a:extLst xmlns:a="http://schemas.openxmlformats.org/drawingml/2006/main">
              <a:ext uri="{FF2B5EF4-FFF2-40B4-BE49-F238E27FC236}">
                <a16:creationId xmlns:a16="http://schemas.microsoft.com/office/drawing/2014/main" id="{0CE864E5-80F2-450E-BF4A-FF4CB6B287A1}"/>
              </a:ext>
            </a:extLst>
          </p:cNvPr>
          <p:cNvSpPr>
            <a:spLocks xmlns:a="http://schemas.openxmlformats.org/drawingml/2006/main" noGrp="1"/>
          </p:cNvSpPr>
          <p:nvPr/>
        </p:nvSpPr>
        <p:spPr>
          <a:xfrm xmlns:a="http://schemas.openxmlformats.org/drawingml/2006/main">
            <a:off x="5105400" y="2781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D7EBA5"/>
                </a:solidFill>
                <a:latin typeface="Arial"/>
                <a:ea typeface="Arial"/>
                <a:cs typeface="Arial"/>
              </a:defRPr>
            </a:defPPr>
            <a:lvl1pPr algn="l">
              <a:defRPr sz="1050" b="1">
                <a:solidFill>
                  <a:srgbClr val="D7EBA5"/>
                </a:solidFill>
                <a:latin typeface="Arial"/>
                <a:ea typeface="Arial"/>
                <a:cs typeface="Arial"/>
              </a:defRPr>
            </a:lvl1pPr>
            <a:lvl2pPr algn="l">
              <a:defRPr sz="1050" b="1">
                <a:solidFill>
                  <a:srgbClr val="D7EBA5"/>
                </a:solidFill>
                <a:latin typeface="Arial"/>
                <a:ea typeface="Arial"/>
                <a:cs typeface="Arial"/>
              </a:defRPr>
            </a:lvl2pPr>
            <a:lvl3pPr algn="l">
              <a:defRPr sz="1050" b="1">
                <a:solidFill>
                  <a:srgbClr val="D7EBA5"/>
                </a:solidFill>
                <a:latin typeface="Arial"/>
                <a:ea typeface="Arial"/>
                <a:cs typeface="Arial"/>
              </a:defRPr>
            </a:lvl3pPr>
            <a:lvl4pPr algn="l">
              <a:defRPr sz="1050" b="1">
                <a:solidFill>
                  <a:srgbClr val="D7EBA5"/>
                </a:solidFill>
                <a:latin typeface="Arial"/>
                <a:ea typeface="Arial"/>
                <a:cs typeface="Arial"/>
              </a:defRPr>
            </a:lvl4pPr>
            <a:lvl5pPr algn="l">
              <a:defRPr sz="1050" b="1">
                <a:solidFill>
                  <a:srgbClr val="D7EBA5"/>
                </a:solidFill>
                <a:latin typeface="Arial"/>
                <a:ea typeface="Arial"/>
                <a:cs typeface="Arial"/>
              </a:defRPr>
            </a:lvl5pPr>
            <a:lvl6pPr algn="l">
              <a:defRPr sz="1050" b="1">
                <a:solidFill>
                  <a:srgbClr val="D7EBA5"/>
                </a:solidFill>
                <a:latin typeface="Arial"/>
                <a:ea typeface="Arial"/>
                <a:cs typeface="Arial"/>
              </a:defRPr>
            </a:lvl6pPr>
            <a:lvl7pPr algn="l">
              <a:defRPr sz="1050" b="1">
                <a:solidFill>
                  <a:srgbClr val="D7EBA5"/>
                </a:solidFill>
                <a:latin typeface="Arial"/>
                <a:ea typeface="Arial"/>
                <a:cs typeface="Arial"/>
              </a:defRPr>
            </a:lvl7pPr>
            <a:lvl8pPr algn="l">
              <a:defRPr sz="1050" b="1">
                <a:solidFill>
                  <a:srgbClr val="D7EBA5"/>
                </a:solidFill>
                <a:latin typeface="Arial"/>
                <a:ea typeface="Arial"/>
                <a:cs typeface="Arial"/>
              </a:defRPr>
            </a:lvl8pPr>
            <a:lvl9pPr algn="l">
              <a:defRPr sz="1050" b="1">
                <a:solidFill>
                  <a:srgbClr val="D7EBA5"/>
                </a:solidFill>
                <a:latin typeface="Arial"/>
                <a:ea typeface="Arial"/>
                <a:cs typeface="Arial"/>
              </a:defRPr>
            </a:lvl9pPr>
          </a:lstStyle>
          <a:p xmlns:a="http://schemas.openxmlformats.org/drawingml/2006/main">
            <a:pPr algn="l">
              <a:defRPr sz="1050" b="1">
                <a:solidFill>
                  <a:srgbClr val="D7EBA5"/>
                </a:solidFill>
                <a:latin typeface="Arial"/>
                <a:ea typeface="Arial"/>
                <a:cs typeface="Arial"/>
              </a:defRPr>
            </a:pPr>
            <a:r>
              <a:rPr sz="1050" b="1">
                <a:solidFill>
                  <a:srgbClr val="D7EBA5"/>
                </a:solidFill>
                <a:latin typeface="Arial"/>
                <a:ea typeface="Arial"/>
                <a:cs typeface="Arial"/>
              </a:rPr>
              <a:t>03</a:t>
            </a:r>
          </a:p>
        </p:txBody>
      </p:sp>
      <p:sp>
        <p:nvSpPr>
          <p:cNvPr id="19" name="step-name-2">
            <a:extLst xmlns:a="http://schemas.openxmlformats.org/drawingml/2006/main">
              <a:ext uri="{FF2B5EF4-FFF2-40B4-BE49-F238E27FC236}">
                <a16:creationId xmlns:a16="http://schemas.microsoft.com/office/drawing/2014/main" id="{7CEF18B4-E871-4653-B05F-37F534DEB367}"/>
              </a:ext>
            </a:extLst>
          </p:cNvPr>
          <p:cNvSpPr>
            <a:spLocks xmlns:a="http://schemas.openxmlformats.org/drawingml/2006/main" noGrp="1"/>
          </p:cNvSpPr>
          <p:nvPr/>
        </p:nvSpPr>
        <p:spPr>
          <a:xfrm xmlns:a="http://schemas.openxmlformats.org/drawingml/2006/main">
            <a:off x="5105400" y="3190875"/>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Calculate</a:t>
            </a:r>
          </a:p>
        </p:txBody>
      </p:sp>
      <p:sp>
        <p:nvSpPr>
          <p:cNvPr id="20" name="step-copy-2">
            <a:extLst xmlns:a="http://schemas.openxmlformats.org/drawingml/2006/main">
              <a:ext uri="{FF2B5EF4-FFF2-40B4-BE49-F238E27FC236}">
                <a16:creationId xmlns:a16="http://schemas.microsoft.com/office/drawing/2014/main" id="{86D19773-57AE-4F17-B035-505A3E6E16F8}"/>
              </a:ext>
            </a:extLst>
          </p:cNvPr>
          <p:cNvSpPr>
            <a:spLocks xmlns:a="http://schemas.openxmlformats.org/drawingml/2006/main" noGrp="1"/>
          </p:cNvSpPr>
          <p:nvPr/>
        </p:nvSpPr>
        <p:spPr>
          <a:xfrm xmlns:a="http://schemas.openxmlformats.org/drawingml/2006/main">
            <a:off x="5105400" y="3686175"/>
            <a:ext cx="15906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CFDBD6"/>
                </a:solidFill>
                <a:latin typeface="Arial"/>
                <a:ea typeface="Arial"/>
                <a:cs typeface="Arial"/>
              </a:defRPr>
            </a:defPPr>
            <a:lvl1pPr algn="l">
              <a:defRPr sz="1275" b="0">
                <a:solidFill>
                  <a:srgbClr val="CFDBD6"/>
                </a:solidFill>
                <a:latin typeface="Arial"/>
                <a:ea typeface="Arial"/>
                <a:cs typeface="Arial"/>
              </a:defRPr>
            </a:lvl1pPr>
            <a:lvl2pPr algn="l">
              <a:defRPr sz="1275" b="0">
                <a:solidFill>
                  <a:srgbClr val="CFDBD6"/>
                </a:solidFill>
                <a:latin typeface="Arial"/>
                <a:ea typeface="Arial"/>
                <a:cs typeface="Arial"/>
              </a:defRPr>
            </a:lvl2pPr>
            <a:lvl3pPr algn="l">
              <a:defRPr sz="1275" b="0">
                <a:solidFill>
                  <a:srgbClr val="CFDBD6"/>
                </a:solidFill>
                <a:latin typeface="Arial"/>
                <a:ea typeface="Arial"/>
                <a:cs typeface="Arial"/>
              </a:defRPr>
            </a:lvl3pPr>
            <a:lvl4pPr algn="l">
              <a:defRPr sz="1275" b="0">
                <a:solidFill>
                  <a:srgbClr val="CFDBD6"/>
                </a:solidFill>
                <a:latin typeface="Arial"/>
                <a:ea typeface="Arial"/>
                <a:cs typeface="Arial"/>
              </a:defRPr>
            </a:lvl4pPr>
            <a:lvl5pPr algn="l">
              <a:defRPr sz="1275" b="0">
                <a:solidFill>
                  <a:srgbClr val="CFDBD6"/>
                </a:solidFill>
                <a:latin typeface="Arial"/>
                <a:ea typeface="Arial"/>
                <a:cs typeface="Arial"/>
              </a:defRPr>
            </a:lvl5pPr>
            <a:lvl6pPr algn="l">
              <a:defRPr sz="1275" b="0">
                <a:solidFill>
                  <a:srgbClr val="CFDBD6"/>
                </a:solidFill>
                <a:latin typeface="Arial"/>
                <a:ea typeface="Arial"/>
                <a:cs typeface="Arial"/>
              </a:defRPr>
            </a:lvl6pPr>
            <a:lvl7pPr algn="l">
              <a:defRPr sz="1275" b="0">
                <a:solidFill>
                  <a:srgbClr val="CFDBD6"/>
                </a:solidFill>
                <a:latin typeface="Arial"/>
                <a:ea typeface="Arial"/>
                <a:cs typeface="Arial"/>
              </a:defRPr>
            </a:lvl7pPr>
            <a:lvl8pPr algn="l">
              <a:defRPr sz="1275" b="0">
                <a:solidFill>
                  <a:srgbClr val="CFDBD6"/>
                </a:solidFill>
                <a:latin typeface="Arial"/>
                <a:ea typeface="Arial"/>
                <a:cs typeface="Arial"/>
              </a:defRPr>
            </a:lvl8pPr>
            <a:lvl9pPr algn="l">
              <a:defRPr sz="1275" b="0">
                <a:solidFill>
                  <a:srgbClr val="CFDBD6"/>
                </a:solidFill>
                <a:latin typeface="Arial"/>
                <a:ea typeface="Arial"/>
                <a:cs typeface="Arial"/>
              </a:defRPr>
            </a:lvl9pPr>
          </a:lstStyle>
          <a:p xmlns:a="http://schemas.openxmlformats.org/drawingml/2006/main">
            <a:pPr algn="l">
              <a:defRPr sz="1275" b="0">
                <a:solidFill>
                  <a:srgbClr val="CFDBD6"/>
                </a:solidFill>
                <a:latin typeface="Arial"/>
                <a:ea typeface="Arial"/>
                <a:cs typeface="Arial"/>
              </a:defRPr>
            </a:pPr>
            <a:r>
              <a:rPr sz="1275" b="0">
                <a:solidFill>
                  <a:srgbClr val="CFDBD6"/>
                </a:solidFill>
                <a:latin typeface="Arial"/>
                <a:ea typeface="Arial"/>
                <a:cs typeface="Arial"/>
              </a:rPr>
              <a:t>Sales, RFM</a:t>
            </a:r>
          </a:p>
          <a:p xmlns:a="http://schemas.openxmlformats.org/drawingml/2006/main">
            <a:pPr algn="l">
              <a:defRPr sz="1275" b="0">
                <a:solidFill>
                  <a:srgbClr val="CFDBD6"/>
                </a:solidFill>
                <a:latin typeface="Arial"/>
                <a:ea typeface="Arial"/>
                <a:cs typeface="Arial"/>
              </a:defRPr>
            </a:pPr>
            <a:r>
              <a:rPr sz="1275" b="0">
                <a:solidFill>
                  <a:srgbClr val="CFDBD6"/>
                </a:solidFill>
                <a:latin typeface="Arial"/>
                <a:ea typeface="Arial"/>
                <a:cs typeface="Arial"/>
              </a:rPr>
              <a:t>and category pairs</a:t>
            </a:r>
          </a:p>
        </p:txBody>
      </p:sp>
      <p:sp>
        <p:nvSpPr>
          <p:cNvPr id="21" name="workflow-arrow">
            <a:extLst xmlns:a="http://schemas.openxmlformats.org/drawingml/2006/main">
              <a:ext uri="{FF2B5EF4-FFF2-40B4-BE49-F238E27FC236}">
                <a16:creationId xmlns:a16="http://schemas.microsoft.com/office/drawing/2014/main" id="{D6C23044-D5D9-4BFE-8E72-FF9A4272BC69}"/>
              </a:ext>
            </a:extLst>
          </p:cNvPr>
          <p:cNvSpPr>
            <a:spLocks xmlns:a="http://schemas.openxmlformats.org/drawingml/2006/main" noGrp="1"/>
          </p:cNvSpPr>
          <p:nvPr/>
        </p:nvSpPr>
        <p:spPr>
          <a:xfrm xmlns:a="http://schemas.openxmlformats.org/drawingml/2006/main">
            <a:off x="6896100" y="3352800"/>
            <a:ext cx="152400" cy="266700"/>
          </a:xfrm>
          <a:prstGeom xmlns:a="http://schemas.openxmlformats.org/drawingml/2006/main" prst="rightArrow">
            <a:avLst/>
          </a:prstGeom>
          <a:solidFill xmlns:a="http://schemas.openxmlformats.org/drawingml/2006/main">
            <a:srgbClr val="177F69"/>
          </a:solidFill>
          <a:ln xmlns:a="http://schemas.openxmlformats.org/drawingml/2006/main" w="0">
            <a:noFill/>
            <a:prstDash val="solid"/>
          </a:ln>
        </p:spPr>
      </p:sp>
      <p:sp>
        <p:nvSpPr>
          <p:cNvPr id="22" name="step-box-3">
            <a:extLst xmlns:a="http://schemas.openxmlformats.org/drawingml/2006/main">
              <a:ext uri="{FF2B5EF4-FFF2-40B4-BE49-F238E27FC236}">
                <a16:creationId xmlns:a16="http://schemas.microsoft.com/office/drawing/2014/main" id="{3367AF4D-8281-42A4-A70B-2846861BFE06}"/>
              </a:ext>
            </a:extLst>
          </p:cNvPr>
          <p:cNvSpPr>
            <a:spLocks xmlns:a="http://schemas.openxmlformats.org/drawingml/2006/main" noGrp="1"/>
          </p:cNvSpPr>
          <p:nvPr/>
        </p:nvSpPr>
        <p:spPr>
          <a:xfrm xmlns:a="http://schemas.openxmlformats.org/drawingml/2006/main">
            <a:off x="7086600" y="2619375"/>
            <a:ext cx="1924050" cy="179070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D7E1DC"/>
            </a:solidFill>
            <a:prstDash val="solid"/>
          </a:ln>
        </p:spPr>
      </p:sp>
      <p:sp>
        <p:nvSpPr>
          <p:cNvPr id="23" name="step-num-3">
            <a:extLst xmlns:a="http://schemas.openxmlformats.org/drawingml/2006/main">
              <a:ext uri="{FF2B5EF4-FFF2-40B4-BE49-F238E27FC236}">
                <a16:creationId xmlns:a16="http://schemas.microsoft.com/office/drawing/2014/main" id="{CFCA4E96-958B-496A-A50A-71E19981E92D}"/>
              </a:ext>
            </a:extLst>
          </p:cNvPr>
          <p:cNvSpPr>
            <a:spLocks xmlns:a="http://schemas.openxmlformats.org/drawingml/2006/main" noGrp="1"/>
          </p:cNvSpPr>
          <p:nvPr/>
        </p:nvSpPr>
        <p:spPr>
          <a:xfrm xmlns:a="http://schemas.openxmlformats.org/drawingml/2006/main">
            <a:off x="7258050" y="2781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77F69"/>
                </a:solidFill>
                <a:latin typeface="Arial"/>
                <a:ea typeface="Arial"/>
                <a:cs typeface="Arial"/>
              </a:defRPr>
            </a:defPPr>
            <a:lvl1pPr algn="l">
              <a:defRPr sz="1050" b="1">
                <a:solidFill>
                  <a:srgbClr val="177F69"/>
                </a:solidFill>
                <a:latin typeface="Arial"/>
                <a:ea typeface="Arial"/>
                <a:cs typeface="Arial"/>
              </a:defRPr>
            </a:lvl1pPr>
            <a:lvl2pPr algn="l">
              <a:defRPr sz="1050" b="1">
                <a:solidFill>
                  <a:srgbClr val="177F69"/>
                </a:solidFill>
                <a:latin typeface="Arial"/>
                <a:ea typeface="Arial"/>
                <a:cs typeface="Arial"/>
              </a:defRPr>
            </a:lvl2pPr>
            <a:lvl3pPr algn="l">
              <a:defRPr sz="1050" b="1">
                <a:solidFill>
                  <a:srgbClr val="177F69"/>
                </a:solidFill>
                <a:latin typeface="Arial"/>
                <a:ea typeface="Arial"/>
                <a:cs typeface="Arial"/>
              </a:defRPr>
            </a:lvl3pPr>
            <a:lvl4pPr algn="l">
              <a:defRPr sz="1050" b="1">
                <a:solidFill>
                  <a:srgbClr val="177F69"/>
                </a:solidFill>
                <a:latin typeface="Arial"/>
                <a:ea typeface="Arial"/>
                <a:cs typeface="Arial"/>
              </a:defRPr>
            </a:lvl4pPr>
            <a:lvl5pPr algn="l">
              <a:defRPr sz="1050" b="1">
                <a:solidFill>
                  <a:srgbClr val="177F69"/>
                </a:solidFill>
                <a:latin typeface="Arial"/>
                <a:ea typeface="Arial"/>
                <a:cs typeface="Arial"/>
              </a:defRPr>
            </a:lvl5pPr>
            <a:lvl6pPr algn="l">
              <a:defRPr sz="1050" b="1">
                <a:solidFill>
                  <a:srgbClr val="177F69"/>
                </a:solidFill>
                <a:latin typeface="Arial"/>
                <a:ea typeface="Arial"/>
                <a:cs typeface="Arial"/>
              </a:defRPr>
            </a:lvl6pPr>
            <a:lvl7pPr algn="l">
              <a:defRPr sz="1050" b="1">
                <a:solidFill>
                  <a:srgbClr val="177F69"/>
                </a:solidFill>
                <a:latin typeface="Arial"/>
                <a:ea typeface="Arial"/>
                <a:cs typeface="Arial"/>
              </a:defRPr>
            </a:lvl7pPr>
            <a:lvl8pPr algn="l">
              <a:defRPr sz="1050" b="1">
                <a:solidFill>
                  <a:srgbClr val="177F69"/>
                </a:solidFill>
                <a:latin typeface="Arial"/>
                <a:ea typeface="Arial"/>
                <a:cs typeface="Arial"/>
              </a:defRPr>
            </a:lvl8pPr>
            <a:lvl9pPr algn="l">
              <a:defRPr sz="1050" b="1">
                <a:solidFill>
                  <a:srgbClr val="177F69"/>
                </a:solidFill>
                <a:latin typeface="Arial"/>
                <a:ea typeface="Arial"/>
                <a:cs typeface="Arial"/>
              </a:defRPr>
            </a:lvl9pPr>
          </a:lstStyle>
          <a:p xmlns:a="http://schemas.openxmlformats.org/drawingml/2006/main">
            <a:pPr algn="l">
              <a:defRPr sz="1050" b="1">
                <a:solidFill>
                  <a:srgbClr val="177F69"/>
                </a:solidFill>
                <a:latin typeface="Arial"/>
                <a:ea typeface="Arial"/>
                <a:cs typeface="Arial"/>
              </a:defRPr>
            </a:pPr>
            <a:r>
              <a:rPr sz="1050" b="1">
                <a:solidFill>
                  <a:srgbClr val="177F69"/>
                </a:solidFill>
                <a:latin typeface="Arial"/>
                <a:ea typeface="Arial"/>
                <a:cs typeface="Arial"/>
              </a:rPr>
              <a:t>04</a:t>
            </a:r>
          </a:p>
        </p:txBody>
      </p:sp>
      <p:sp>
        <p:nvSpPr>
          <p:cNvPr id="24" name="step-name-3">
            <a:extLst xmlns:a="http://schemas.openxmlformats.org/drawingml/2006/main">
              <a:ext uri="{FF2B5EF4-FFF2-40B4-BE49-F238E27FC236}">
                <a16:creationId xmlns:a16="http://schemas.microsoft.com/office/drawing/2014/main" id="{5940AFE6-D6AC-4AB9-9B40-58F58E44FB5D}"/>
              </a:ext>
            </a:extLst>
          </p:cNvPr>
          <p:cNvSpPr>
            <a:spLocks xmlns:a="http://schemas.openxmlformats.org/drawingml/2006/main" noGrp="1"/>
          </p:cNvSpPr>
          <p:nvPr/>
        </p:nvSpPr>
        <p:spPr>
          <a:xfrm xmlns:a="http://schemas.openxmlformats.org/drawingml/2006/main">
            <a:off x="7258050" y="3190875"/>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83D37"/>
                </a:solidFill>
                <a:latin typeface="Arial"/>
                <a:ea typeface="Arial"/>
                <a:cs typeface="Arial"/>
              </a:defRPr>
            </a:defPPr>
            <a:lvl1pPr algn="l">
              <a:defRPr sz="1650" b="1">
                <a:solidFill>
                  <a:srgbClr val="183D37"/>
                </a:solidFill>
                <a:latin typeface="Arial"/>
                <a:ea typeface="Arial"/>
                <a:cs typeface="Arial"/>
              </a:defRPr>
            </a:lvl1pPr>
            <a:lvl2pPr algn="l">
              <a:defRPr sz="1650" b="1">
                <a:solidFill>
                  <a:srgbClr val="183D37"/>
                </a:solidFill>
                <a:latin typeface="Arial"/>
                <a:ea typeface="Arial"/>
                <a:cs typeface="Arial"/>
              </a:defRPr>
            </a:lvl2pPr>
            <a:lvl3pPr algn="l">
              <a:defRPr sz="1650" b="1">
                <a:solidFill>
                  <a:srgbClr val="183D37"/>
                </a:solidFill>
                <a:latin typeface="Arial"/>
                <a:ea typeface="Arial"/>
                <a:cs typeface="Arial"/>
              </a:defRPr>
            </a:lvl3pPr>
            <a:lvl4pPr algn="l">
              <a:defRPr sz="1650" b="1">
                <a:solidFill>
                  <a:srgbClr val="183D37"/>
                </a:solidFill>
                <a:latin typeface="Arial"/>
                <a:ea typeface="Arial"/>
                <a:cs typeface="Arial"/>
              </a:defRPr>
            </a:lvl4pPr>
            <a:lvl5pPr algn="l">
              <a:defRPr sz="1650" b="1">
                <a:solidFill>
                  <a:srgbClr val="183D37"/>
                </a:solidFill>
                <a:latin typeface="Arial"/>
                <a:ea typeface="Arial"/>
                <a:cs typeface="Arial"/>
              </a:defRPr>
            </a:lvl5pPr>
            <a:lvl6pPr algn="l">
              <a:defRPr sz="1650" b="1">
                <a:solidFill>
                  <a:srgbClr val="183D37"/>
                </a:solidFill>
                <a:latin typeface="Arial"/>
                <a:ea typeface="Arial"/>
                <a:cs typeface="Arial"/>
              </a:defRPr>
            </a:lvl6pPr>
            <a:lvl7pPr algn="l">
              <a:defRPr sz="1650" b="1">
                <a:solidFill>
                  <a:srgbClr val="183D37"/>
                </a:solidFill>
                <a:latin typeface="Arial"/>
                <a:ea typeface="Arial"/>
                <a:cs typeface="Arial"/>
              </a:defRPr>
            </a:lvl7pPr>
            <a:lvl8pPr algn="l">
              <a:defRPr sz="1650" b="1">
                <a:solidFill>
                  <a:srgbClr val="183D37"/>
                </a:solidFill>
                <a:latin typeface="Arial"/>
                <a:ea typeface="Arial"/>
                <a:cs typeface="Arial"/>
              </a:defRPr>
            </a:lvl8pPr>
            <a:lvl9pPr algn="l">
              <a:defRPr sz="1650" b="1">
                <a:solidFill>
                  <a:srgbClr val="183D37"/>
                </a:solidFill>
                <a:latin typeface="Arial"/>
                <a:ea typeface="Arial"/>
                <a:cs typeface="Arial"/>
              </a:defRPr>
            </a:lvl9pPr>
          </a:lstStyle>
          <a:p xmlns:a="http://schemas.openxmlformats.org/drawingml/2006/main">
            <a:pPr algn="l">
              <a:defRPr sz="1650" b="1">
                <a:solidFill>
                  <a:srgbClr val="183D37"/>
                </a:solidFill>
                <a:latin typeface="Arial"/>
                <a:ea typeface="Arial"/>
                <a:cs typeface="Arial"/>
              </a:defRPr>
            </a:pPr>
            <a:r>
              <a:rPr sz="1650" b="1">
                <a:solidFill>
                  <a:srgbClr val="183D37"/>
                </a:solidFill>
                <a:latin typeface="Arial"/>
                <a:ea typeface="Arial"/>
                <a:cs typeface="Arial"/>
              </a:rPr>
              <a:t>Explore</a:t>
            </a:r>
          </a:p>
        </p:txBody>
      </p:sp>
      <p:sp>
        <p:nvSpPr>
          <p:cNvPr id="25" name="step-copy-3">
            <a:extLst xmlns:a="http://schemas.openxmlformats.org/drawingml/2006/main">
              <a:ext uri="{FF2B5EF4-FFF2-40B4-BE49-F238E27FC236}">
                <a16:creationId xmlns:a16="http://schemas.microsoft.com/office/drawing/2014/main" id="{CDAE7533-47C7-42B5-B3DC-B9177090E0A4}"/>
              </a:ext>
            </a:extLst>
          </p:cNvPr>
          <p:cNvSpPr>
            <a:spLocks xmlns:a="http://schemas.openxmlformats.org/drawingml/2006/main" noGrp="1"/>
          </p:cNvSpPr>
          <p:nvPr/>
        </p:nvSpPr>
        <p:spPr>
          <a:xfrm xmlns:a="http://schemas.openxmlformats.org/drawingml/2006/main">
            <a:off x="7258050" y="3686175"/>
            <a:ext cx="15906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E807B"/>
                </a:solidFill>
                <a:latin typeface="Arial"/>
                <a:ea typeface="Arial"/>
                <a:cs typeface="Arial"/>
              </a:defRPr>
            </a:defPPr>
            <a:lvl1pPr algn="l">
              <a:defRPr sz="1275" b="0">
                <a:solidFill>
                  <a:srgbClr val="6E807B"/>
                </a:solidFill>
                <a:latin typeface="Arial"/>
                <a:ea typeface="Arial"/>
                <a:cs typeface="Arial"/>
              </a:defRPr>
            </a:lvl1pPr>
            <a:lvl2pPr algn="l">
              <a:defRPr sz="1275" b="0">
                <a:solidFill>
                  <a:srgbClr val="6E807B"/>
                </a:solidFill>
                <a:latin typeface="Arial"/>
                <a:ea typeface="Arial"/>
                <a:cs typeface="Arial"/>
              </a:defRPr>
            </a:lvl2pPr>
            <a:lvl3pPr algn="l">
              <a:defRPr sz="1275" b="0">
                <a:solidFill>
                  <a:srgbClr val="6E807B"/>
                </a:solidFill>
                <a:latin typeface="Arial"/>
                <a:ea typeface="Arial"/>
                <a:cs typeface="Arial"/>
              </a:defRPr>
            </a:lvl3pPr>
            <a:lvl4pPr algn="l">
              <a:defRPr sz="1275" b="0">
                <a:solidFill>
                  <a:srgbClr val="6E807B"/>
                </a:solidFill>
                <a:latin typeface="Arial"/>
                <a:ea typeface="Arial"/>
                <a:cs typeface="Arial"/>
              </a:defRPr>
            </a:lvl4pPr>
            <a:lvl5pPr algn="l">
              <a:defRPr sz="1275" b="0">
                <a:solidFill>
                  <a:srgbClr val="6E807B"/>
                </a:solidFill>
                <a:latin typeface="Arial"/>
                <a:ea typeface="Arial"/>
                <a:cs typeface="Arial"/>
              </a:defRPr>
            </a:lvl5pPr>
            <a:lvl6pPr algn="l">
              <a:defRPr sz="1275" b="0">
                <a:solidFill>
                  <a:srgbClr val="6E807B"/>
                </a:solidFill>
                <a:latin typeface="Arial"/>
                <a:ea typeface="Arial"/>
                <a:cs typeface="Arial"/>
              </a:defRPr>
            </a:lvl6pPr>
            <a:lvl7pPr algn="l">
              <a:defRPr sz="1275" b="0">
                <a:solidFill>
                  <a:srgbClr val="6E807B"/>
                </a:solidFill>
                <a:latin typeface="Arial"/>
                <a:ea typeface="Arial"/>
                <a:cs typeface="Arial"/>
              </a:defRPr>
            </a:lvl7pPr>
            <a:lvl8pPr algn="l">
              <a:defRPr sz="1275" b="0">
                <a:solidFill>
                  <a:srgbClr val="6E807B"/>
                </a:solidFill>
                <a:latin typeface="Arial"/>
                <a:ea typeface="Arial"/>
                <a:cs typeface="Arial"/>
              </a:defRPr>
            </a:lvl8pPr>
            <a:lvl9pPr algn="l">
              <a:defRPr sz="1275" b="0">
                <a:solidFill>
                  <a:srgbClr val="6E807B"/>
                </a:solidFill>
                <a:latin typeface="Arial"/>
                <a:ea typeface="Arial"/>
                <a:cs typeface="Arial"/>
              </a:defRPr>
            </a:lvl9pPr>
          </a:lstStyle>
          <a:p xmlns:a="http://schemas.openxmlformats.org/drawingml/2006/main">
            <a:pPr algn="l">
              <a:defRPr sz="1275" b="0">
                <a:solidFill>
                  <a:srgbClr val="6E807B"/>
                </a:solidFill>
                <a:latin typeface="Arial"/>
                <a:ea typeface="Arial"/>
                <a:cs typeface="Arial"/>
              </a:defRPr>
            </a:pPr>
            <a:r>
              <a:rPr sz="1275" b="0">
                <a:solidFill>
                  <a:srgbClr val="6E807B"/>
                </a:solidFill>
                <a:latin typeface="Arial"/>
                <a:ea typeface="Arial"/>
                <a:cs typeface="Arial"/>
              </a:rPr>
              <a:t>Charts, tables</a:t>
            </a:r>
          </a:p>
          <a:p xmlns:a="http://schemas.openxmlformats.org/drawingml/2006/main">
            <a:pPr algn="l">
              <a:defRPr sz="1275" b="0">
                <a:solidFill>
                  <a:srgbClr val="6E807B"/>
                </a:solidFill>
                <a:latin typeface="Arial"/>
                <a:ea typeface="Arial"/>
                <a:cs typeface="Arial"/>
              </a:defRPr>
            </a:pPr>
            <a:r>
              <a:rPr sz="1275" b="0">
                <a:solidFill>
                  <a:srgbClr val="6E807B"/>
                </a:solidFill>
                <a:latin typeface="Arial"/>
                <a:ea typeface="Arial"/>
                <a:cs typeface="Arial"/>
              </a:rPr>
              <a:t>and observations</a:t>
            </a:r>
          </a:p>
        </p:txBody>
      </p:sp>
      <p:sp>
        <p:nvSpPr>
          <p:cNvPr id="26" name="workflow-arrow">
            <a:extLst xmlns:a="http://schemas.openxmlformats.org/drawingml/2006/main">
              <a:ext uri="{FF2B5EF4-FFF2-40B4-BE49-F238E27FC236}">
                <a16:creationId xmlns:a16="http://schemas.microsoft.com/office/drawing/2014/main" id="{3D148575-FD32-42AD-9013-BB6378D0228C}"/>
              </a:ext>
            </a:extLst>
          </p:cNvPr>
          <p:cNvSpPr>
            <a:spLocks xmlns:a="http://schemas.openxmlformats.org/drawingml/2006/main" noGrp="1"/>
          </p:cNvSpPr>
          <p:nvPr/>
        </p:nvSpPr>
        <p:spPr>
          <a:xfrm xmlns:a="http://schemas.openxmlformats.org/drawingml/2006/main">
            <a:off x="9048750" y="3352800"/>
            <a:ext cx="152400" cy="266700"/>
          </a:xfrm>
          <a:prstGeom xmlns:a="http://schemas.openxmlformats.org/drawingml/2006/main" prst="rightArrow">
            <a:avLst/>
          </a:prstGeom>
          <a:solidFill xmlns:a="http://schemas.openxmlformats.org/drawingml/2006/main">
            <a:srgbClr val="177F69"/>
          </a:solidFill>
          <a:ln xmlns:a="http://schemas.openxmlformats.org/drawingml/2006/main" w="0">
            <a:noFill/>
            <a:prstDash val="solid"/>
          </a:ln>
        </p:spPr>
      </p:sp>
      <p:sp>
        <p:nvSpPr>
          <p:cNvPr id="27" name="step-box-4">
            <a:extLst xmlns:a="http://schemas.openxmlformats.org/drawingml/2006/main">
              <a:ext uri="{FF2B5EF4-FFF2-40B4-BE49-F238E27FC236}">
                <a16:creationId xmlns:a16="http://schemas.microsoft.com/office/drawing/2014/main" id="{147D1A81-A0C0-42CE-8F43-5150376FAFF3}"/>
              </a:ext>
            </a:extLst>
          </p:cNvPr>
          <p:cNvSpPr>
            <a:spLocks xmlns:a="http://schemas.openxmlformats.org/drawingml/2006/main" noGrp="1"/>
          </p:cNvSpPr>
          <p:nvPr/>
        </p:nvSpPr>
        <p:spPr>
          <a:xfrm xmlns:a="http://schemas.openxmlformats.org/drawingml/2006/main">
            <a:off x="9239250" y="2619375"/>
            <a:ext cx="1924050" cy="179070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D7E1DC"/>
            </a:solidFill>
            <a:prstDash val="solid"/>
          </a:ln>
        </p:spPr>
      </p:sp>
      <p:sp>
        <p:nvSpPr>
          <p:cNvPr id="28" name="step-num-4">
            <a:extLst xmlns:a="http://schemas.openxmlformats.org/drawingml/2006/main">
              <a:ext uri="{FF2B5EF4-FFF2-40B4-BE49-F238E27FC236}">
                <a16:creationId xmlns:a16="http://schemas.microsoft.com/office/drawing/2014/main" id="{B5E23B3F-24F2-4964-80EB-15B7FE06C432}"/>
              </a:ext>
            </a:extLst>
          </p:cNvPr>
          <p:cNvSpPr>
            <a:spLocks xmlns:a="http://schemas.openxmlformats.org/drawingml/2006/main" noGrp="1"/>
          </p:cNvSpPr>
          <p:nvPr/>
        </p:nvSpPr>
        <p:spPr>
          <a:xfrm xmlns:a="http://schemas.openxmlformats.org/drawingml/2006/main">
            <a:off x="9410700" y="2781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77F69"/>
                </a:solidFill>
                <a:latin typeface="Arial"/>
                <a:ea typeface="Arial"/>
                <a:cs typeface="Arial"/>
              </a:defRPr>
            </a:defPPr>
            <a:lvl1pPr algn="l">
              <a:defRPr sz="1050" b="1">
                <a:solidFill>
                  <a:srgbClr val="177F69"/>
                </a:solidFill>
                <a:latin typeface="Arial"/>
                <a:ea typeface="Arial"/>
                <a:cs typeface="Arial"/>
              </a:defRPr>
            </a:lvl1pPr>
            <a:lvl2pPr algn="l">
              <a:defRPr sz="1050" b="1">
                <a:solidFill>
                  <a:srgbClr val="177F69"/>
                </a:solidFill>
                <a:latin typeface="Arial"/>
                <a:ea typeface="Arial"/>
                <a:cs typeface="Arial"/>
              </a:defRPr>
            </a:lvl2pPr>
            <a:lvl3pPr algn="l">
              <a:defRPr sz="1050" b="1">
                <a:solidFill>
                  <a:srgbClr val="177F69"/>
                </a:solidFill>
                <a:latin typeface="Arial"/>
                <a:ea typeface="Arial"/>
                <a:cs typeface="Arial"/>
              </a:defRPr>
            </a:lvl3pPr>
            <a:lvl4pPr algn="l">
              <a:defRPr sz="1050" b="1">
                <a:solidFill>
                  <a:srgbClr val="177F69"/>
                </a:solidFill>
                <a:latin typeface="Arial"/>
                <a:ea typeface="Arial"/>
                <a:cs typeface="Arial"/>
              </a:defRPr>
            </a:lvl4pPr>
            <a:lvl5pPr algn="l">
              <a:defRPr sz="1050" b="1">
                <a:solidFill>
                  <a:srgbClr val="177F69"/>
                </a:solidFill>
                <a:latin typeface="Arial"/>
                <a:ea typeface="Arial"/>
                <a:cs typeface="Arial"/>
              </a:defRPr>
            </a:lvl5pPr>
            <a:lvl6pPr algn="l">
              <a:defRPr sz="1050" b="1">
                <a:solidFill>
                  <a:srgbClr val="177F69"/>
                </a:solidFill>
                <a:latin typeface="Arial"/>
                <a:ea typeface="Arial"/>
                <a:cs typeface="Arial"/>
              </a:defRPr>
            </a:lvl6pPr>
            <a:lvl7pPr algn="l">
              <a:defRPr sz="1050" b="1">
                <a:solidFill>
                  <a:srgbClr val="177F69"/>
                </a:solidFill>
                <a:latin typeface="Arial"/>
                <a:ea typeface="Arial"/>
                <a:cs typeface="Arial"/>
              </a:defRPr>
            </a:lvl7pPr>
            <a:lvl8pPr algn="l">
              <a:defRPr sz="1050" b="1">
                <a:solidFill>
                  <a:srgbClr val="177F69"/>
                </a:solidFill>
                <a:latin typeface="Arial"/>
                <a:ea typeface="Arial"/>
                <a:cs typeface="Arial"/>
              </a:defRPr>
            </a:lvl8pPr>
            <a:lvl9pPr algn="l">
              <a:defRPr sz="1050" b="1">
                <a:solidFill>
                  <a:srgbClr val="177F69"/>
                </a:solidFill>
                <a:latin typeface="Arial"/>
                <a:ea typeface="Arial"/>
                <a:cs typeface="Arial"/>
              </a:defRPr>
            </a:lvl9pPr>
          </a:lstStyle>
          <a:p xmlns:a="http://schemas.openxmlformats.org/drawingml/2006/main">
            <a:pPr algn="l">
              <a:defRPr sz="1050" b="1">
                <a:solidFill>
                  <a:srgbClr val="177F69"/>
                </a:solidFill>
                <a:latin typeface="Arial"/>
                <a:ea typeface="Arial"/>
                <a:cs typeface="Arial"/>
              </a:defRPr>
            </a:pPr>
            <a:r>
              <a:rPr sz="1050" b="1">
                <a:solidFill>
                  <a:srgbClr val="177F69"/>
                </a:solidFill>
                <a:latin typeface="Arial"/>
                <a:ea typeface="Arial"/>
                <a:cs typeface="Arial"/>
              </a:rPr>
              <a:t>05</a:t>
            </a:r>
          </a:p>
        </p:txBody>
      </p:sp>
      <p:sp>
        <p:nvSpPr>
          <p:cNvPr id="29" name="step-name-4">
            <a:extLst xmlns:a="http://schemas.openxmlformats.org/drawingml/2006/main">
              <a:ext uri="{FF2B5EF4-FFF2-40B4-BE49-F238E27FC236}">
                <a16:creationId xmlns:a16="http://schemas.microsoft.com/office/drawing/2014/main" id="{EB53790C-79C3-45E4-BA50-A0FC241AA424}"/>
              </a:ext>
            </a:extLst>
          </p:cNvPr>
          <p:cNvSpPr>
            <a:spLocks xmlns:a="http://schemas.openxmlformats.org/drawingml/2006/main" noGrp="1"/>
          </p:cNvSpPr>
          <p:nvPr/>
        </p:nvSpPr>
        <p:spPr>
          <a:xfrm xmlns:a="http://schemas.openxmlformats.org/drawingml/2006/main">
            <a:off x="9410700" y="3190875"/>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83D37"/>
                </a:solidFill>
                <a:latin typeface="Arial"/>
                <a:ea typeface="Arial"/>
                <a:cs typeface="Arial"/>
              </a:defRPr>
            </a:defPPr>
            <a:lvl1pPr algn="l">
              <a:defRPr sz="1650" b="1">
                <a:solidFill>
                  <a:srgbClr val="183D37"/>
                </a:solidFill>
                <a:latin typeface="Arial"/>
                <a:ea typeface="Arial"/>
                <a:cs typeface="Arial"/>
              </a:defRPr>
            </a:lvl1pPr>
            <a:lvl2pPr algn="l">
              <a:defRPr sz="1650" b="1">
                <a:solidFill>
                  <a:srgbClr val="183D37"/>
                </a:solidFill>
                <a:latin typeface="Arial"/>
                <a:ea typeface="Arial"/>
                <a:cs typeface="Arial"/>
              </a:defRPr>
            </a:lvl2pPr>
            <a:lvl3pPr algn="l">
              <a:defRPr sz="1650" b="1">
                <a:solidFill>
                  <a:srgbClr val="183D37"/>
                </a:solidFill>
                <a:latin typeface="Arial"/>
                <a:ea typeface="Arial"/>
                <a:cs typeface="Arial"/>
              </a:defRPr>
            </a:lvl3pPr>
            <a:lvl4pPr algn="l">
              <a:defRPr sz="1650" b="1">
                <a:solidFill>
                  <a:srgbClr val="183D37"/>
                </a:solidFill>
                <a:latin typeface="Arial"/>
                <a:ea typeface="Arial"/>
                <a:cs typeface="Arial"/>
              </a:defRPr>
            </a:lvl4pPr>
            <a:lvl5pPr algn="l">
              <a:defRPr sz="1650" b="1">
                <a:solidFill>
                  <a:srgbClr val="183D37"/>
                </a:solidFill>
                <a:latin typeface="Arial"/>
                <a:ea typeface="Arial"/>
                <a:cs typeface="Arial"/>
              </a:defRPr>
            </a:lvl5pPr>
            <a:lvl6pPr algn="l">
              <a:defRPr sz="1650" b="1">
                <a:solidFill>
                  <a:srgbClr val="183D37"/>
                </a:solidFill>
                <a:latin typeface="Arial"/>
                <a:ea typeface="Arial"/>
                <a:cs typeface="Arial"/>
              </a:defRPr>
            </a:lvl6pPr>
            <a:lvl7pPr algn="l">
              <a:defRPr sz="1650" b="1">
                <a:solidFill>
                  <a:srgbClr val="183D37"/>
                </a:solidFill>
                <a:latin typeface="Arial"/>
                <a:ea typeface="Arial"/>
                <a:cs typeface="Arial"/>
              </a:defRPr>
            </a:lvl7pPr>
            <a:lvl8pPr algn="l">
              <a:defRPr sz="1650" b="1">
                <a:solidFill>
                  <a:srgbClr val="183D37"/>
                </a:solidFill>
                <a:latin typeface="Arial"/>
                <a:ea typeface="Arial"/>
                <a:cs typeface="Arial"/>
              </a:defRPr>
            </a:lvl8pPr>
            <a:lvl9pPr algn="l">
              <a:defRPr sz="1650" b="1">
                <a:solidFill>
                  <a:srgbClr val="183D37"/>
                </a:solidFill>
                <a:latin typeface="Arial"/>
                <a:ea typeface="Arial"/>
                <a:cs typeface="Arial"/>
              </a:defRPr>
            </a:lvl9pPr>
          </a:lstStyle>
          <a:p xmlns:a="http://schemas.openxmlformats.org/drawingml/2006/main">
            <a:pPr algn="l">
              <a:defRPr sz="1650" b="1">
                <a:solidFill>
                  <a:srgbClr val="183D37"/>
                </a:solidFill>
                <a:latin typeface="Arial"/>
                <a:ea typeface="Arial"/>
                <a:cs typeface="Arial"/>
              </a:defRPr>
            </a:pPr>
            <a:r>
              <a:rPr sz="1650" b="1">
                <a:solidFill>
                  <a:srgbClr val="183D37"/>
                </a:solidFill>
                <a:latin typeface="Arial"/>
                <a:ea typeface="Arial"/>
                <a:cs typeface="Arial"/>
              </a:rPr>
              <a:t>Export</a:t>
            </a:r>
          </a:p>
        </p:txBody>
      </p:sp>
      <p:sp>
        <p:nvSpPr>
          <p:cNvPr id="30" name="step-copy-4">
            <a:extLst xmlns:a="http://schemas.openxmlformats.org/drawingml/2006/main">
              <a:ext uri="{FF2B5EF4-FFF2-40B4-BE49-F238E27FC236}">
                <a16:creationId xmlns:a16="http://schemas.microsoft.com/office/drawing/2014/main" id="{6A3B1E06-A8D3-4716-83CA-77E358A366CD}"/>
              </a:ext>
            </a:extLst>
          </p:cNvPr>
          <p:cNvSpPr>
            <a:spLocks xmlns:a="http://schemas.openxmlformats.org/drawingml/2006/main" noGrp="1"/>
          </p:cNvSpPr>
          <p:nvPr/>
        </p:nvSpPr>
        <p:spPr>
          <a:xfrm xmlns:a="http://schemas.openxmlformats.org/drawingml/2006/main">
            <a:off x="9410700" y="3686175"/>
            <a:ext cx="15906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E807B"/>
                </a:solidFill>
                <a:latin typeface="Arial"/>
                <a:ea typeface="Arial"/>
                <a:cs typeface="Arial"/>
              </a:defRPr>
            </a:defPPr>
            <a:lvl1pPr algn="l">
              <a:defRPr sz="1275" b="0">
                <a:solidFill>
                  <a:srgbClr val="6E807B"/>
                </a:solidFill>
                <a:latin typeface="Arial"/>
                <a:ea typeface="Arial"/>
                <a:cs typeface="Arial"/>
              </a:defRPr>
            </a:lvl1pPr>
            <a:lvl2pPr algn="l">
              <a:defRPr sz="1275" b="0">
                <a:solidFill>
                  <a:srgbClr val="6E807B"/>
                </a:solidFill>
                <a:latin typeface="Arial"/>
                <a:ea typeface="Arial"/>
                <a:cs typeface="Arial"/>
              </a:defRPr>
            </a:lvl2pPr>
            <a:lvl3pPr algn="l">
              <a:defRPr sz="1275" b="0">
                <a:solidFill>
                  <a:srgbClr val="6E807B"/>
                </a:solidFill>
                <a:latin typeface="Arial"/>
                <a:ea typeface="Arial"/>
                <a:cs typeface="Arial"/>
              </a:defRPr>
            </a:lvl3pPr>
            <a:lvl4pPr algn="l">
              <a:defRPr sz="1275" b="0">
                <a:solidFill>
                  <a:srgbClr val="6E807B"/>
                </a:solidFill>
                <a:latin typeface="Arial"/>
                <a:ea typeface="Arial"/>
                <a:cs typeface="Arial"/>
              </a:defRPr>
            </a:lvl4pPr>
            <a:lvl5pPr algn="l">
              <a:defRPr sz="1275" b="0">
                <a:solidFill>
                  <a:srgbClr val="6E807B"/>
                </a:solidFill>
                <a:latin typeface="Arial"/>
                <a:ea typeface="Arial"/>
                <a:cs typeface="Arial"/>
              </a:defRPr>
            </a:lvl5pPr>
            <a:lvl6pPr algn="l">
              <a:defRPr sz="1275" b="0">
                <a:solidFill>
                  <a:srgbClr val="6E807B"/>
                </a:solidFill>
                <a:latin typeface="Arial"/>
                <a:ea typeface="Arial"/>
                <a:cs typeface="Arial"/>
              </a:defRPr>
            </a:lvl6pPr>
            <a:lvl7pPr algn="l">
              <a:defRPr sz="1275" b="0">
                <a:solidFill>
                  <a:srgbClr val="6E807B"/>
                </a:solidFill>
                <a:latin typeface="Arial"/>
                <a:ea typeface="Arial"/>
                <a:cs typeface="Arial"/>
              </a:defRPr>
            </a:lvl7pPr>
            <a:lvl8pPr algn="l">
              <a:defRPr sz="1275" b="0">
                <a:solidFill>
                  <a:srgbClr val="6E807B"/>
                </a:solidFill>
                <a:latin typeface="Arial"/>
                <a:ea typeface="Arial"/>
                <a:cs typeface="Arial"/>
              </a:defRPr>
            </a:lvl8pPr>
            <a:lvl9pPr algn="l">
              <a:defRPr sz="1275" b="0">
                <a:solidFill>
                  <a:srgbClr val="6E807B"/>
                </a:solidFill>
                <a:latin typeface="Arial"/>
                <a:ea typeface="Arial"/>
                <a:cs typeface="Arial"/>
              </a:defRPr>
            </a:lvl9pPr>
          </a:lstStyle>
          <a:p xmlns:a="http://schemas.openxmlformats.org/drawingml/2006/main">
            <a:pPr algn="l">
              <a:defRPr sz="1275" b="0">
                <a:solidFill>
                  <a:srgbClr val="6E807B"/>
                </a:solidFill>
                <a:latin typeface="Arial"/>
                <a:ea typeface="Arial"/>
                <a:cs typeface="Arial"/>
              </a:defRPr>
            </a:pPr>
            <a:r>
              <a:rPr sz="1275" b="0">
                <a:solidFill>
                  <a:srgbClr val="6E807B"/>
                </a:solidFill>
                <a:latin typeface="Arial"/>
                <a:ea typeface="Arial"/>
                <a:cs typeface="Arial"/>
              </a:rPr>
              <a:t>Filtered item</a:t>
            </a:r>
          </a:p>
          <a:p xmlns:a="http://schemas.openxmlformats.org/drawingml/2006/main">
            <a:pPr algn="l">
              <a:defRPr sz="1275" b="0">
                <a:solidFill>
                  <a:srgbClr val="6E807B"/>
                </a:solidFill>
                <a:latin typeface="Arial"/>
                <a:ea typeface="Arial"/>
                <a:cs typeface="Arial"/>
              </a:defRPr>
            </a:pPr>
            <a:r>
              <a:rPr sz="1275" b="0">
                <a:solidFill>
                  <a:srgbClr val="6E807B"/>
                </a:solidFill>
                <a:latin typeface="Arial"/>
                <a:ea typeface="Arial"/>
                <a:cs typeface="Arial"/>
              </a:rPr>
              <a:t>records to CSV</a:t>
            </a:r>
          </a:p>
        </p:txBody>
      </p:sp>
      <p:sp>
        <p:nvSpPr>
          <p:cNvPr id="31" name="workflow-note">
            <a:extLst xmlns:a="http://schemas.openxmlformats.org/drawingml/2006/main">
              <a:ext uri="{FF2B5EF4-FFF2-40B4-BE49-F238E27FC236}">
                <a16:creationId xmlns:a16="http://schemas.microsoft.com/office/drawing/2014/main" id="{6036AB88-DFEA-4099-85B3-ACB2980EA558}"/>
              </a:ext>
            </a:extLst>
          </p:cNvPr>
          <p:cNvSpPr>
            <a:spLocks xmlns:a="http://schemas.openxmlformats.org/drawingml/2006/main" noGrp="1"/>
          </p:cNvSpPr>
          <p:nvPr/>
        </p:nvSpPr>
        <p:spPr>
          <a:xfrm xmlns:a="http://schemas.openxmlformats.org/drawingml/2006/main">
            <a:off x="685800" y="4895850"/>
            <a:ext cx="1000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6E807B"/>
                </a:solidFill>
                <a:latin typeface="Arial"/>
                <a:ea typeface="Arial"/>
                <a:cs typeface="Arial"/>
              </a:defRPr>
            </a:defPPr>
            <a:lvl1pPr algn="l">
              <a:defRPr sz="1350" b="0">
                <a:solidFill>
                  <a:srgbClr val="6E807B"/>
                </a:solidFill>
                <a:latin typeface="Arial"/>
                <a:ea typeface="Arial"/>
                <a:cs typeface="Arial"/>
              </a:defRPr>
            </a:lvl1pPr>
            <a:lvl2pPr algn="l">
              <a:defRPr sz="1350" b="0">
                <a:solidFill>
                  <a:srgbClr val="6E807B"/>
                </a:solidFill>
                <a:latin typeface="Arial"/>
                <a:ea typeface="Arial"/>
                <a:cs typeface="Arial"/>
              </a:defRPr>
            </a:lvl2pPr>
            <a:lvl3pPr algn="l">
              <a:defRPr sz="1350" b="0">
                <a:solidFill>
                  <a:srgbClr val="6E807B"/>
                </a:solidFill>
                <a:latin typeface="Arial"/>
                <a:ea typeface="Arial"/>
                <a:cs typeface="Arial"/>
              </a:defRPr>
            </a:lvl3pPr>
            <a:lvl4pPr algn="l">
              <a:defRPr sz="1350" b="0">
                <a:solidFill>
                  <a:srgbClr val="6E807B"/>
                </a:solidFill>
                <a:latin typeface="Arial"/>
                <a:ea typeface="Arial"/>
                <a:cs typeface="Arial"/>
              </a:defRPr>
            </a:lvl4pPr>
            <a:lvl5pPr algn="l">
              <a:defRPr sz="1350" b="0">
                <a:solidFill>
                  <a:srgbClr val="6E807B"/>
                </a:solidFill>
                <a:latin typeface="Arial"/>
                <a:ea typeface="Arial"/>
                <a:cs typeface="Arial"/>
              </a:defRPr>
            </a:lvl5pPr>
            <a:lvl6pPr algn="l">
              <a:defRPr sz="1350" b="0">
                <a:solidFill>
                  <a:srgbClr val="6E807B"/>
                </a:solidFill>
                <a:latin typeface="Arial"/>
                <a:ea typeface="Arial"/>
                <a:cs typeface="Arial"/>
              </a:defRPr>
            </a:lvl6pPr>
            <a:lvl7pPr algn="l">
              <a:defRPr sz="1350" b="0">
                <a:solidFill>
                  <a:srgbClr val="6E807B"/>
                </a:solidFill>
                <a:latin typeface="Arial"/>
                <a:ea typeface="Arial"/>
                <a:cs typeface="Arial"/>
              </a:defRPr>
            </a:lvl7pPr>
            <a:lvl8pPr algn="l">
              <a:defRPr sz="1350" b="0">
                <a:solidFill>
                  <a:srgbClr val="6E807B"/>
                </a:solidFill>
                <a:latin typeface="Arial"/>
                <a:ea typeface="Arial"/>
                <a:cs typeface="Arial"/>
              </a:defRPr>
            </a:lvl8pPr>
            <a:lvl9pPr algn="l">
              <a:defRPr sz="1350" b="0">
                <a:solidFill>
                  <a:srgbClr val="6E807B"/>
                </a:solidFill>
                <a:latin typeface="Arial"/>
                <a:ea typeface="Arial"/>
                <a:cs typeface="Arial"/>
              </a:defRPr>
            </a:lvl9pPr>
          </a:lstStyle>
          <a:p xmlns:a="http://schemas.openxmlformats.org/drawingml/2006/main">
            <a:pPr algn="l">
              <a:defRPr sz="1350" b="0">
                <a:solidFill>
                  <a:srgbClr val="6E807B"/>
                </a:solidFill>
                <a:latin typeface="Arial"/>
                <a:ea typeface="Arial"/>
                <a:cs typeface="Arial"/>
              </a:defRPr>
            </a:pPr>
            <a:r>
              <a:rPr sz="1350" b="0">
                <a:solidFill>
                  <a:srgbClr val="6E807B"/>
                </a:solidFill>
                <a:latin typeface="Arial"/>
                <a:ea typeface="Arial"/>
                <a:cs typeface="Arial"/>
              </a:rPr>
              <a:t>Imported rows stay in browser memory for the current session; reloading restores the bundled demo data.</a:t>
            </a:r>
          </a:p>
        </p:txBody>
      </p:sp>
    </p:spTree>
    <p:extLst>
      <p:ext uri="{BB962C8B-B14F-4D97-AF65-F5344CB8AC3E}">
        <p14:creationId xmlns:p14="http://schemas.microsoft.com/office/powerpoint/2010/main" val="763433817"/>
      </p:ext>
    </p:extLst>
  </p:cSld>
</p:sld>
</file>

<file path=ppt/slides/slide5.xml><?xml version="1.0" encoding="utf-8"?>
<p:sld xmlns:p="http://schemas.openxmlformats.org/presentationml/2006/main">
  <p:cSld>
    <p:bg>
      <p:bgPr>
        <a:solidFill xmlns:a="http://schemas.openxmlformats.org/drawingml/2006/main">
          <a:srgbClr val="F4F5EF"/>
        </a:solidFill>
      </p:bgPr>
    </p:bg>
    <p:spTree>
      <p:nvGrpSpPr>
        <p:cNvPr id="1" name=""/>
        <p:cNvGrpSpPr/>
        <p:nvPr/>
      </p:nvGrpSpPr>
      <p:grpSpPr>
        <a:xfrm xmlns:a="http://schemas.openxmlformats.org/drawingml/2006/main"/>
      </p:grpSpPr>
      <p:sp>
        <p:nvSpPr>
          <p:cNvPr id="27" name="section-label">
            <a:extLst xmlns:a="http://schemas.openxmlformats.org/drawingml/2006/main">
              <a:ext uri="{FF2B5EF4-FFF2-40B4-BE49-F238E27FC236}">
                <a16:creationId xmlns:a16="http://schemas.microsoft.com/office/drawing/2014/main" id="{D0B5A2FE-3057-47EC-A304-6DF1A428764E}"/>
              </a:ext>
            </a:extLst>
          </p:cNvPr>
          <p:cNvSpPr>
            <a:spLocks xmlns:a="http://schemas.openxmlformats.org/drawingml/2006/main" noGrp="1"/>
          </p:cNvSpPr>
          <p:nvPr/>
        </p:nvSpPr>
        <p:spPr>
          <a:xfrm xmlns:a="http://schemas.openxmlformats.org/drawingml/2006/main">
            <a:off x="609600" y="381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77F69"/>
                </a:solidFill>
                <a:latin typeface="Arial"/>
                <a:ea typeface="Arial"/>
                <a:cs typeface="Arial"/>
              </a:defRPr>
            </a:defPPr>
            <a:lvl1pPr algn="l">
              <a:defRPr sz="900" b="1">
                <a:solidFill>
                  <a:srgbClr val="177F69"/>
                </a:solidFill>
                <a:latin typeface="Arial"/>
                <a:ea typeface="Arial"/>
                <a:cs typeface="Arial"/>
              </a:defRPr>
            </a:lvl1pPr>
            <a:lvl2pPr algn="l">
              <a:defRPr sz="900" b="1">
                <a:solidFill>
                  <a:srgbClr val="177F69"/>
                </a:solidFill>
                <a:latin typeface="Arial"/>
                <a:ea typeface="Arial"/>
                <a:cs typeface="Arial"/>
              </a:defRPr>
            </a:lvl2pPr>
            <a:lvl3pPr algn="l">
              <a:defRPr sz="900" b="1">
                <a:solidFill>
                  <a:srgbClr val="177F69"/>
                </a:solidFill>
                <a:latin typeface="Arial"/>
                <a:ea typeface="Arial"/>
                <a:cs typeface="Arial"/>
              </a:defRPr>
            </a:lvl3pPr>
            <a:lvl4pPr algn="l">
              <a:defRPr sz="900" b="1">
                <a:solidFill>
                  <a:srgbClr val="177F69"/>
                </a:solidFill>
                <a:latin typeface="Arial"/>
                <a:ea typeface="Arial"/>
                <a:cs typeface="Arial"/>
              </a:defRPr>
            </a:lvl4pPr>
            <a:lvl5pPr algn="l">
              <a:defRPr sz="900" b="1">
                <a:solidFill>
                  <a:srgbClr val="177F69"/>
                </a:solidFill>
                <a:latin typeface="Arial"/>
                <a:ea typeface="Arial"/>
                <a:cs typeface="Arial"/>
              </a:defRPr>
            </a:lvl5pPr>
            <a:lvl6pPr algn="l">
              <a:defRPr sz="900" b="1">
                <a:solidFill>
                  <a:srgbClr val="177F69"/>
                </a:solidFill>
                <a:latin typeface="Arial"/>
                <a:ea typeface="Arial"/>
                <a:cs typeface="Arial"/>
              </a:defRPr>
            </a:lvl6pPr>
            <a:lvl7pPr algn="l">
              <a:defRPr sz="900" b="1">
                <a:solidFill>
                  <a:srgbClr val="177F69"/>
                </a:solidFill>
                <a:latin typeface="Arial"/>
                <a:ea typeface="Arial"/>
                <a:cs typeface="Arial"/>
              </a:defRPr>
            </a:lvl7pPr>
            <a:lvl8pPr algn="l">
              <a:defRPr sz="900" b="1">
                <a:solidFill>
                  <a:srgbClr val="177F69"/>
                </a:solidFill>
                <a:latin typeface="Arial"/>
                <a:ea typeface="Arial"/>
                <a:cs typeface="Arial"/>
              </a:defRPr>
            </a:lvl8pPr>
            <a:lvl9pPr algn="l">
              <a:defRPr sz="900" b="1">
                <a:solidFill>
                  <a:srgbClr val="177F69"/>
                </a:solidFill>
                <a:latin typeface="Arial"/>
                <a:ea typeface="Arial"/>
                <a:cs typeface="Arial"/>
              </a:defRPr>
            </a:lvl9pPr>
          </a:lstStyle>
          <a:p xmlns:a="http://schemas.openxmlformats.org/drawingml/2006/main">
            <a:pPr algn="l">
              <a:defRPr sz="900" b="1">
                <a:solidFill>
                  <a:srgbClr val="177F69"/>
                </a:solidFill>
                <a:latin typeface="Arial"/>
                <a:ea typeface="Arial"/>
                <a:cs typeface="Arial"/>
              </a:defRPr>
            </a:pPr>
            <a:r>
              <a:rPr sz="900" b="1">
                <a:solidFill>
                  <a:srgbClr val="177F69"/>
                </a:solidFill>
                <a:latin typeface="Arial"/>
                <a:ea typeface="Arial"/>
                <a:cs typeface="Arial"/>
              </a:rPr>
              <a:t>04  SAMPLE DATASET</a:t>
            </a:r>
          </a:p>
        </p:txBody>
      </p:sp>
      <p:sp>
        <p:nvSpPr>
          <p:cNvPr id="2" name="slide-title">
            <a:extLst xmlns:a="http://schemas.openxmlformats.org/drawingml/2006/main">
              <a:ext uri="{FF2B5EF4-FFF2-40B4-BE49-F238E27FC236}">
                <a16:creationId xmlns:a16="http://schemas.microsoft.com/office/drawing/2014/main" id="{7CB3138E-2599-4D93-AD37-B29578B0DB17}"/>
              </a:ext>
            </a:extLst>
          </p:cNvPr>
          <p:cNvSpPr>
            <a:spLocks xmlns:a="http://schemas.openxmlformats.org/drawingml/2006/main" noGrp="1"/>
          </p:cNvSpPr>
          <p:nvPr/>
        </p:nvSpPr>
        <p:spPr>
          <a:xfrm xmlns:a="http://schemas.openxmlformats.org/drawingml/2006/main">
            <a:off x="609600" y="714375"/>
            <a:ext cx="10906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83D37"/>
                </a:solidFill>
                <a:latin typeface="Arial"/>
                <a:ea typeface="Arial"/>
                <a:cs typeface="Arial"/>
              </a:defRPr>
            </a:defPPr>
            <a:lvl1pPr algn="l">
              <a:defRPr sz="3225" b="1">
                <a:solidFill>
                  <a:srgbClr val="183D37"/>
                </a:solidFill>
                <a:latin typeface="Arial"/>
                <a:ea typeface="Arial"/>
                <a:cs typeface="Arial"/>
              </a:defRPr>
            </a:lvl1pPr>
            <a:lvl2pPr algn="l">
              <a:defRPr sz="3225" b="1">
                <a:solidFill>
                  <a:srgbClr val="183D37"/>
                </a:solidFill>
                <a:latin typeface="Arial"/>
                <a:ea typeface="Arial"/>
                <a:cs typeface="Arial"/>
              </a:defRPr>
            </a:lvl2pPr>
            <a:lvl3pPr algn="l">
              <a:defRPr sz="3225" b="1">
                <a:solidFill>
                  <a:srgbClr val="183D37"/>
                </a:solidFill>
                <a:latin typeface="Arial"/>
                <a:ea typeface="Arial"/>
                <a:cs typeface="Arial"/>
              </a:defRPr>
            </a:lvl3pPr>
            <a:lvl4pPr algn="l">
              <a:defRPr sz="3225" b="1">
                <a:solidFill>
                  <a:srgbClr val="183D37"/>
                </a:solidFill>
                <a:latin typeface="Arial"/>
                <a:ea typeface="Arial"/>
                <a:cs typeface="Arial"/>
              </a:defRPr>
            </a:lvl4pPr>
            <a:lvl5pPr algn="l">
              <a:defRPr sz="3225" b="1">
                <a:solidFill>
                  <a:srgbClr val="183D37"/>
                </a:solidFill>
                <a:latin typeface="Arial"/>
                <a:ea typeface="Arial"/>
                <a:cs typeface="Arial"/>
              </a:defRPr>
            </a:lvl5pPr>
            <a:lvl6pPr algn="l">
              <a:defRPr sz="3225" b="1">
                <a:solidFill>
                  <a:srgbClr val="183D37"/>
                </a:solidFill>
                <a:latin typeface="Arial"/>
                <a:ea typeface="Arial"/>
                <a:cs typeface="Arial"/>
              </a:defRPr>
            </a:lvl6pPr>
            <a:lvl7pPr algn="l">
              <a:defRPr sz="3225" b="1">
                <a:solidFill>
                  <a:srgbClr val="183D37"/>
                </a:solidFill>
                <a:latin typeface="Arial"/>
                <a:ea typeface="Arial"/>
                <a:cs typeface="Arial"/>
              </a:defRPr>
            </a:lvl7pPr>
            <a:lvl8pPr algn="l">
              <a:defRPr sz="3225" b="1">
                <a:solidFill>
                  <a:srgbClr val="183D37"/>
                </a:solidFill>
                <a:latin typeface="Arial"/>
                <a:ea typeface="Arial"/>
                <a:cs typeface="Arial"/>
              </a:defRPr>
            </a:lvl8pPr>
            <a:lvl9pPr algn="l">
              <a:defRPr sz="3225" b="1">
                <a:solidFill>
                  <a:srgbClr val="183D37"/>
                </a:solidFill>
                <a:latin typeface="Arial"/>
                <a:ea typeface="Arial"/>
                <a:cs typeface="Arial"/>
              </a:defRPr>
            </a:lvl9pPr>
          </a:lstStyle>
          <a:p xmlns:a="http://schemas.openxmlformats.org/drawingml/2006/main">
            <a:pPr algn="l">
              <a:defRPr sz="3225" b="1">
                <a:solidFill>
                  <a:srgbClr val="183D37"/>
                </a:solidFill>
                <a:latin typeface="Arial"/>
                <a:ea typeface="Arial"/>
                <a:cs typeface="Arial"/>
              </a:defRPr>
            </a:pPr>
            <a:r>
              <a:rPr sz="3225" b="1">
                <a:solidFill>
                  <a:srgbClr val="183D37"/>
                </a:solidFill>
                <a:latin typeface="Arial"/>
                <a:ea typeface="Arial"/>
                <a:cs typeface="Arial"/>
              </a:rPr>
              <a:t>A reproducible demonstration dataset</a:t>
            </a:r>
          </a:p>
        </p:txBody>
      </p:sp>
      <p:sp>
        <p:nvSpPr>
          <p:cNvPr id="3" name="slide-subtitle">
            <a:extLst xmlns:a="http://schemas.openxmlformats.org/drawingml/2006/main">
              <a:ext uri="{FF2B5EF4-FFF2-40B4-BE49-F238E27FC236}">
                <a16:creationId xmlns:a16="http://schemas.microsoft.com/office/drawing/2014/main" id="{E55D585B-EFF9-436F-B041-92BC44393728}"/>
              </a:ext>
            </a:extLst>
          </p:cNvPr>
          <p:cNvSpPr>
            <a:spLocks xmlns:a="http://schemas.openxmlformats.org/drawingml/2006/main" noGrp="1"/>
          </p:cNvSpPr>
          <p:nvPr/>
        </p:nvSpPr>
        <p:spPr>
          <a:xfrm xmlns:a="http://schemas.openxmlformats.org/drawingml/2006/main">
            <a:off x="609600" y="1333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E807B"/>
                </a:solidFill>
                <a:latin typeface="Arial"/>
                <a:ea typeface="Arial"/>
                <a:cs typeface="Arial"/>
              </a:defRPr>
            </a:defPPr>
            <a:lvl1pPr algn="l">
              <a:defRPr sz="1500" b="0">
                <a:solidFill>
                  <a:srgbClr val="6E807B"/>
                </a:solidFill>
                <a:latin typeface="Arial"/>
                <a:ea typeface="Arial"/>
                <a:cs typeface="Arial"/>
              </a:defRPr>
            </a:lvl1pPr>
            <a:lvl2pPr algn="l">
              <a:defRPr sz="1500" b="0">
                <a:solidFill>
                  <a:srgbClr val="6E807B"/>
                </a:solidFill>
                <a:latin typeface="Arial"/>
                <a:ea typeface="Arial"/>
                <a:cs typeface="Arial"/>
              </a:defRPr>
            </a:lvl2pPr>
            <a:lvl3pPr algn="l">
              <a:defRPr sz="1500" b="0">
                <a:solidFill>
                  <a:srgbClr val="6E807B"/>
                </a:solidFill>
                <a:latin typeface="Arial"/>
                <a:ea typeface="Arial"/>
                <a:cs typeface="Arial"/>
              </a:defRPr>
            </a:lvl3pPr>
            <a:lvl4pPr algn="l">
              <a:defRPr sz="1500" b="0">
                <a:solidFill>
                  <a:srgbClr val="6E807B"/>
                </a:solidFill>
                <a:latin typeface="Arial"/>
                <a:ea typeface="Arial"/>
                <a:cs typeface="Arial"/>
              </a:defRPr>
            </a:lvl4pPr>
            <a:lvl5pPr algn="l">
              <a:defRPr sz="1500" b="0">
                <a:solidFill>
                  <a:srgbClr val="6E807B"/>
                </a:solidFill>
                <a:latin typeface="Arial"/>
                <a:ea typeface="Arial"/>
                <a:cs typeface="Arial"/>
              </a:defRPr>
            </a:lvl5pPr>
            <a:lvl6pPr algn="l">
              <a:defRPr sz="1500" b="0">
                <a:solidFill>
                  <a:srgbClr val="6E807B"/>
                </a:solidFill>
                <a:latin typeface="Arial"/>
                <a:ea typeface="Arial"/>
                <a:cs typeface="Arial"/>
              </a:defRPr>
            </a:lvl6pPr>
            <a:lvl7pPr algn="l">
              <a:defRPr sz="1500" b="0">
                <a:solidFill>
                  <a:srgbClr val="6E807B"/>
                </a:solidFill>
                <a:latin typeface="Arial"/>
                <a:ea typeface="Arial"/>
                <a:cs typeface="Arial"/>
              </a:defRPr>
            </a:lvl7pPr>
            <a:lvl8pPr algn="l">
              <a:defRPr sz="1500" b="0">
                <a:solidFill>
                  <a:srgbClr val="6E807B"/>
                </a:solidFill>
                <a:latin typeface="Arial"/>
                <a:ea typeface="Arial"/>
                <a:cs typeface="Arial"/>
              </a:defRPr>
            </a:lvl8pPr>
            <a:lvl9pPr algn="l">
              <a:defRPr sz="1500" b="0">
                <a:solidFill>
                  <a:srgbClr val="6E807B"/>
                </a:solidFill>
                <a:latin typeface="Arial"/>
                <a:ea typeface="Arial"/>
                <a:cs typeface="Arial"/>
              </a:defRPr>
            </a:lvl9pPr>
          </a:lstStyle>
          <a:p xmlns:a="http://schemas.openxmlformats.org/drawingml/2006/main">
            <a:pPr algn="l">
              <a:defRPr sz="1500" b="0">
                <a:solidFill>
                  <a:srgbClr val="6E807B"/>
                </a:solidFill>
                <a:latin typeface="Arial"/>
                <a:ea typeface="Arial"/>
                <a:cs typeface="Arial"/>
              </a:defRPr>
            </a:pPr>
            <a:r>
              <a:rPr sz="1500" b="0">
                <a:solidFill>
                  <a:srgbClr val="6E807B"/>
                </a:solidFill>
                <a:latin typeface="Arial"/>
                <a:ea typeface="Arial"/>
                <a:cs typeface="Arial"/>
              </a:rPr>
              <a:t>Generated illustrative transactions; not a record of real customers or purchases.</a:t>
            </a:r>
          </a:p>
        </p:txBody>
      </p:sp>
      <p:sp>
        <p:nvSpPr>
          <p:cNvPr id="4" name="">
            <a:extLst xmlns:a="http://schemas.openxmlformats.org/drawingml/2006/main">
              <a:ext uri="{FF2B5EF4-FFF2-40B4-BE49-F238E27FC236}">
                <a16:creationId xmlns:a16="http://schemas.microsoft.com/office/drawing/2014/main" id="{258AC1DD-F8ED-444E-8FA8-3847DB1B89F1}"/>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CD7D1"/>
            </a:solidFill>
            <a:prstDash val="solid"/>
          </a:ln>
        </p:spPr>
      </p:sp>
      <p:sp>
        <p:nvSpPr>
          <p:cNvPr id="5" name="footer-brand">
            <a:extLst xmlns:a="http://schemas.openxmlformats.org/drawingml/2006/main">
              <a:ext uri="{FF2B5EF4-FFF2-40B4-BE49-F238E27FC236}">
                <a16:creationId xmlns:a16="http://schemas.microsoft.com/office/drawing/2014/main" id="{46C63329-2397-4B70-9A5E-3D9B884193E4}"/>
              </a:ext>
            </a:extLst>
          </p:cNvPr>
          <p:cNvSpPr>
            <a:spLocks xmlns:a="http://schemas.openxmlformats.org/drawingml/2006/main" noGrp="1"/>
          </p:cNvSpPr>
          <p:nvPr/>
        </p:nvSpPr>
        <p:spPr>
          <a:xfrm xmlns:a="http://schemas.openxmlformats.org/drawingml/2006/main">
            <a:off x="609600" y="64865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6E807B"/>
                </a:solidFill>
                <a:latin typeface="Arial"/>
                <a:ea typeface="Arial"/>
                <a:cs typeface="Arial"/>
              </a:defRPr>
            </a:defPPr>
            <a:lvl1pPr algn="l">
              <a:defRPr sz="825" b="1">
                <a:solidFill>
                  <a:srgbClr val="6E807B"/>
                </a:solidFill>
                <a:latin typeface="Arial"/>
                <a:ea typeface="Arial"/>
                <a:cs typeface="Arial"/>
              </a:defRPr>
            </a:lvl1pPr>
            <a:lvl2pPr algn="l">
              <a:defRPr sz="825" b="1">
                <a:solidFill>
                  <a:srgbClr val="6E807B"/>
                </a:solidFill>
                <a:latin typeface="Arial"/>
                <a:ea typeface="Arial"/>
                <a:cs typeface="Arial"/>
              </a:defRPr>
            </a:lvl2pPr>
            <a:lvl3pPr algn="l">
              <a:defRPr sz="825" b="1">
                <a:solidFill>
                  <a:srgbClr val="6E807B"/>
                </a:solidFill>
                <a:latin typeface="Arial"/>
                <a:ea typeface="Arial"/>
                <a:cs typeface="Arial"/>
              </a:defRPr>
            </a:lvl3pPr>
            <a:lvl4pPr algn="l">
              <a:defRPr sz="825" b="1">
                <a:solidFill>
                  <a:srgbClr val="6E807B"/>
                </a:solidFill>
                <a:latin typeface="Arial"/>
                <a:ea typeface="Arial"/>
                <a:cs typeface="Arial"/>
              </a:defRPr>
            </a:lvl4pPr>
            <a:lvl5pPr algn="l">
              <a:defRPr sz="825" b="1">
                <a:solidFill>
                  <a:srgbClr val="6E807B"/>
                </a:solidFill>
                <a:latin typeface="Arial"/>
                <a:ea typeface="Arial"/>
                <a:cs typeface="Arial"/>
              </a:defRPr>
            </a:lvl5pPr>
            <a:lvl6pPr algn="l">
              <a:defRPr sz="825" b="1">
                <a:solidFill>
                  <a:srgbClr val="6E807B"/>
                </a:solidFill>
                <a:latin typeface="Arial"/>
                <a:ea typeface="Arial"/>
                <a:cs typeface="Arial"/>
              </a:defRPr>
            </a:lvl6pPr>
            <a:lvl7pPr algn="l">
              <a:defRPr sz="825" b="1">
                <a:solidFill>
                  <a:srgbClr val="6E807B"/>
                </a:solidFill>
                <a:latin typeface="Arial"/>
                <a:ea typeface="Arial"/>
                <a:cs typeface="Arial"/>
              </a:defRPr>
            </a:lvl7pPr>
            <a:lvl8pPr algn="l">
              <a:defRPr sz="825" b="1">
                <a:solidFill>
                  <a:srgbClr val="6E807B"/>
                </a:solidFill>
                <a:latin typeface="Arial"/>
                <a:ea typeface="Arial"/>
                <a:cs typeface="Arial"/>
              </a:defRPr>
            </a:lvl8pPr>
            <a:lvl9pPr algn="l">
              <a:defRPr sz="825" b="1">
                <a:solidFill>
                  <a:srgbClr val="6E807B"/>
                </a:solidFill>
                <a:latin typeface="Arial"/>
                <a:ea typeface="Arial"/>
                <a:cs typeface="Arial"/>
              </a:defRPr>
            </a:lvl9pPr>
          </a:lstStyle>
          <a:p xmlns:a="http://schemas.openxmlformats.org/drawingml/2006/main">
            <a:pPr algn="l">
              <a:defRPr sz="825" b="1">
                <a:solidFill>
                  <a:srgbClr val="6E807B"/>
                </a:solidFill>
                <a:latin typeface="Arial"/>
                <a:ea typeface="Arial"/>
                <a:cs typeface="Arial"/>
              </a:defRPr>
            </a:pPr>
            <a:r>
              <a:rPr sz="825" b="1">
                <a:solidFill>
                  <a:srgbClr val="6E807B"/>
                </a:solidFill>
                <a:latin typeface="Arial"/>
                <a:ea typeface="Arial"/>
                <a:cs typeface="Arial"/>
              </a:rPr>
              <a:t>COMMERCELENS  /  PROJECT 29</a:t>
            </a:r>
          </a:p>
        </p:txBody>
      </p:sp>
      <p:sp>
        <p:nvSpPr>
          <p:cNvPr id="6" name="footer-page">
            <a:extLst xmlns:a="http://schemas.openxmlformats.org/drawingml/2006/main">
              <a:ext uri="{FF2B5EF4-FFF2-40B4-BE49-F238E27FC236}">
                <a16:creationId xmlns:a16="http://schemas.microsoft.com/office/drawing/2014/main" id="{A489A0A6-03E6-48D5-8F21-8D12098C05CD}"/>
              </a:ext>
            </a:extLst>
          </p:cNvPr>
          <p:cNvSpPr>
            <a:spLocks xmlns:a="http://schemas.openxmlformats.org/drawingml/2006/main" noGrp="1"/>
          </p:cNvSpPr>
          <p:nvPr/>
        </p:nvSpPr>
        <p:spPr>
          <a:xfrm xmlns:a="http://schemas.openxmlformats.org/drawingml/2006/main">
            <a:off x="11144250" y="64770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6E807B"/>
                </a:solidFill>
                <a:latin typeface="Arial"/>
                <a:ea typeface="Arial"/>
                <a:cs typeface="Arial"/>
              </a:defRPr>
            </a:defPPr>
            <a:lvl1pPr algn="r">
              <a:defRPr sz="825" b="1">
                <a:solidFill>
                  <a:srgbClr val="6E807B"/>
                </a:solidFill>
                <a:latin typeface="Arial"/>
                <a:ea typeface="Arial"/>
                <a:cs typeface="Arial"/>
              </a:defRPr>
            </a:lvl1pPr>
            <a:lvl2pPr algn="r">
              <a:defRPr sz="825" b="1">
                <a:solidFill>
                  <a:srgbClr val="6E807B"/>
                </a:solidFill>
                <a:latin typeface="Arial"/>
                <a:ea typeface="Arial"/>
                <a:cs typeface="Arial"/>
              </a:defRPr>
            </a:lvl2pPr>
            <a:lvl3pPr algn="r">
              <a:defRPr sz="825" b="1">
                <a:solidFill>
                  <a:srgbClr val="6E807B"/>
                </a:solidFill>
                <a:latin typeface="Arial"/>
                <a:ea typeface="Arial"/>
                <a:cs typeface="Arial"/>
              </a:defRPr>
            </a:lvl3pPr>
            <a:lvl4pPr algn="r">
              <a:defRPr sz="825" b="1">
                <a:solidFill>
                  <a:srgbClr val="6E807B"/>
                </a:solidFill>
                <a:latin typeface="Arial"/>
                <a:ea typeface="Arial"/>
                <a:cs typeface="Arial"/>
              </a:defRPr>
            </a:lvl4pPr>
            <a:lvl5pPr algn="r">
              <a:defRPr sz="825" b="1">
                <a:solidFill>
                  <a:srgbClr val="6E807B"/>
                </a:solidFill>
                <a:latin typeface="Arial"/>
                <a:ea typeface="Arial"/>
                <a:cs typeface="Arial"/>
              </a:defRPr>
            </a:lvl5pPr>
            <a:lvl6pPr algn="r">
              <a:defRPr sz="825" b="1">
                <a:solidFill>
                  <a:srgbClr val="6E807B"/>
                </a:solidFill>
                <a:latin typeface="Arial"/>
                <a:ea typeface="Arial"/>
                <a:cs typeface="Arial"/>
              </a:defRPr>
            </a:lvl6pPr>
            <a:lvl7pPr algn="r">
              <a:defRPr sz="825" b="1">
                <a:solidFill>
                  <a:srgbClr val="6E807B"/>
                </a:solidFill>
                <a:latin typeface="Arial"/>
                <a:ea typeface="Arial"/>
                <a:cs typeface="Arial"/>
              </a:defRPr>
            </a:lvl7pPr>
            <a:lvl8pPr algn="r">
              <a:defRPr sz="825" b="1">
                <a:solidFill>
                  <a:srgbClr val="6E807B"/>
                </a:solidFill>
                <a:latin typeface="Arial"/>
                <a:ea typeface="Arial"/>
                <a:cs typeface="Arial"/>
              </a:defRPr>
            </a:lvl8pPr>
            <a:lvl9pPr algn="r">
              <a:defRPr sz="825" b="1">
                <a:solidFill>
                  <a:srgbClr val="6E807B"/>
                </a:solidFill>
                <a:latin typeface="Arial"/>
                <a:ea typeface="Arial"/>
                <a:cs typeface="Arial"/>
              </a:defRPr>
            </a:lvl9pPr>
          </a:lstStyle>
          <a:p xmlns:a="http://schemas.openxmlformats.org/drawingml/2006/main">
            <a:pPr algn="r">
              <a:defRPr sz="825" b="1">
                <a:solidFill>
                  <a:srgbClr val="6E807B"/>
                </a:solidFill>
                <a:latin typeface="Arial"/>
                <a:ea typeface="Arial"/>
                <a:cs typeface="Arial"/>
              </a:defRPr>
            </a:pPr>
            <a:r>
              <a:rPr sz="825" b="1">
                <a:solidFill>
                  <a:srgbClr val="6E807B"/>
                </a:solidFill>
                <a:latin typeface="Arial"/>
                <a:ea typeface="Arial"/>
                <a:cs typeface="Arial"/>
              </a:rPr>
              <a:t>05</a:t>
            </a:r>
          </a:p>
        </p:txBody>
      </p:sp>
      <p:sp>
        <p:nvSpPr>
          <p:cNvPr id="7" name="dataset-value-0">
            <a:extLst xmlns:a="http://schemas.openxmlformats.org/drawingml/2006/main">
              <a:ext uri="{FF2B5EF4-FFF2-40B4-BE49-F238E27FC236}">
                <a16:creationId xmlns:a16="http://schemas.microsoft.com/office/drawing/2014/main" id="{E5E3A756-E193-4DD9-834C-689D7353E08C}"/>
              </a:ext>
            </a:extLst>
          </p:cNvPr>
          <p:cNvSpPr>
            <a:spLocks xmlns:a="http://schemas.openxmlformats.org/drawingml/2006/main" noGrp="1"/>
          </p:cNvSpPr>
          <p:nvPr/>
        </p:nvSpPr>
        <p:spPr>
          <a:xfrm xmlns:a="http://schemas.openxmlformats.org/drawingml/2006/main">
            <a:off x="647700" y="2266950"/>
            <a:ext cx="198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77F69"/>
                </a:solidFill>
                <a:latin typeface="Arial"/>
                <a:ea typeface="Arial"/>
                <a:cs typeface="Arial"/>
              </a:defRPr>
            </a:defPPr>
            <a:lvl1pPr algn="l">
              <a:defRPr sz="2550" b="1">
                <a:solidFill>
                  <a:srgbClr val="177F69"/>
                </a:solidFill>
                <a:latin typeface="Arial"/>
                <a:ea typeface="Arial"/>
                <a:cs typeface="Arial"/>
              </a:defRPr>
            </a:lvl1pPr>
            <a:lvl2pPr algn="l">
              <a:defRPr sz="2550" b="1">
                <a:solidFill>
                  <a:srgbClr val="177F69"/>
                </a:solidFill>
                <a:latin typeface="Arial"/>
                <a:ea typeface="Arial"/>
                <a:cs typeface="Arial"/>
              </a:defRPr>
            </a:lvl2pPr>
            <a:lvl3pPr algn="l">
              <a:defRPr sz="2550" b="1">
                <a:solidFill>
                  <a:srgbClr val="177F69"/>
                </a:solidFill>
                <a:latin typeface="Arial"/>
                <a:ea typeface="Arial"/>
                <a:cs typeface="Arial"/>
              </a:defRPr>
            </a:lvl3pPr>
            <a:lvl4pPr algn="l">
              <a:defRPr sz="2550" b="1">
                <a:solidFill>
                  <a:srgbClr val="177F69"/>
                </a:solidFill>
                <a:latin typeface="Arial"/>
                <a:ea typeface="Arial"/>
                <a:cs typeface="Arial"/>
              </a:defRPr>
            </a:lvl4pPr>
            <a:lvl5pPr algn="l">
              <a:defRPr sz="2550" b="1">
                <a:solidFill>
                  <a:srgbClr val="177F69"/>
                </a:solidFill>
                <a:latin typeface="Arial"/>
                <a:ea typeface="Arial"/>
                <a:cs typeface="Arial"/>
              </a:defRPr>
            </a:lvl5pPr>
            <a:lvl6pPr algn="l">
              <a:defRPr sz="2550" b="1">
                <a:solidFill>
                  <a:srgbClr val="177F69"/>
                </a:solidFill>
                <a:latin typeface="Arial"/>
                <a:ea typeface="Arial"/>
                <a:cs typeface="Arial"/>
              </a:defRPr>
            </a:lvl6pPr>
            <a:lvl7pPr algn="l">
              <a:defRPr sz="2550" b="1">
                <a:solidFill>
                  <a:srgbClr val="177F69"/>
                </a:solidFill>
                <a:latin typeface="Arial"/>
                <a:ea typeface="Arial"/>
                <a:cs typeface="Arial"/>
              </a:defRPr>
            </a:lvl7pPr>
            <a:lvl8pPr algn="l">
              <a:defRPr sz="2550" b="1">
                <a:solidFill>
                  <a:srgbClr val="177F69"/>
                </a:solidFill>
                <a:latin typeface="Arial"/>
                <a:ea typeface="Arial"/>
                <a:cs typeface="Arial"/>
              </a:defRPr>
            </a:lvl8pPr>
            <a:lvl9pPr algn="l">
              <a:defRPr sz="2550" b="1">
                <a:solidFill>
                  <a:srgbClr val="177F69"/>
                </a:solidFill>
                <a:latin typeface="Arial"/>
                <a:ea typeface="Arial"/>
                <a:cs typeface="Arial"/>
              </a:defRPr>
            </a:lvl9pPr>
          </a:lstStyle>
          <a:p xmlns:a="http://schemas.openxmlformats.org/drawingml/2006/main">
            <a:pPr algn="l">
              <a:defRPr sz="2550" b="1">
                <a:solidFill>
                  <a:srgbClr val="177F69"/>
                </a:solidFill>
                <a:latin typeface="Arial"/>
                <a:ea typeface="Arial"/>
                <a:cs typeface="Arial"/>
              </a:defRPr>
            </a:pPr>
            <a:r>
              <a:rPr sz="2550" b="1">
                <a:solidFill>
                  <a:srgbClr val="177F69"/>
                </a:solidFill>
                <a:latin typeface="Arial"/>
                <a:ea typeface="Arial"/>
                <a:cs typeface="Arial"/>
              </a:rPr>
              <a:t>4,661</a:t>
            </a:r>
          </a:p>
        </p:txBody>
      </p:sp>
      <p:sp>
        <p:nvSpPr>
          <p:cNvPr id="8" name="dataset-label-0">
            <a:extLst xmlns:a="http://schemas.openxmlformats.org/drawingml/2006/main">
              <a:ext uri="{FF2B5EF4-FFF2-40B4-BE49-F238E27FC236}">
                <a16:creationId xmlns:a16="http://schemas.microsoft.com/office/drawing/2014/main" id="{51977034-4D0F-4CE3-8D03-584A8A4C8892}"/>
              </a:ext>
            </a:extLst>
          </p:cNvPr>
          <p:cNvSpPr>
            <a:spLocks xmlns:a="http://schemas.openxmlformats.org/drawingml/2006/main" noGrp="1"/>
          </p:cNvSpPr>
          <p:nvPr/>
        </p:nvSpPr>
        <p:spPr>
          <a:xfrm xmlns:a="http://schemas.openxmlformats.org/drawingml/2006/main">
            <a:off x="647700" y="2828925"/>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E807B"/>
                </a:solidFill>
                <a:latin typeface="Arial"/>
                <a:ea typeface="Arial"/>
                <a:cs typeface="Arial"/>
              </a:defRPr>
            </a:defPPr>
            <a:lvl1pPr algn="l">
              <a:defRPr sz="1125" b="0">
                <a:solidFill>
                  <a:srgbClr val="6E807B"/>
                </a:solidFill>
                <a:latin typeface="Arial"/>
                <a:ea typeface="Arial"/>
                <a:cs typeface="Arial"/>
              </a:defRPr>
            </a:lvl1pPr>
            <a:lvl2pPr algn="l">
              <a:defRPr sz="1125" b="0">
                <a:solidFill>
                  <a:srgbClr val="6E807B"/>
                </a:solidFill>
                <a:latin typeface="Arial"/>
                <a:ea typeface="Arial"/>
                <a:cs typeface="Arial"/>
              </a:defRPr>
            </a:lvl2pPr>
            <a:lvl3pPr algn="l">
              <a:defRPr sz="1125" b="0">
                <a:solidFill>
                  <a:srgbClr val="6E807B"/>
                </a:solidFill>
                <a:latin typeface="Arial"/>
                <a:ea typeface="Arial"/>
                <a:cs typeface="Arial"/>
              </a:defRPr>
            </a:lvl3pPr>
            <a:lvl4pPr algn="l">
              <a:defRPr sz="1125" b="0">
                <a:solidFill>
                  <a:srgbClr val="6E807B"/>
                </a:solidFill>
                <a:latin typeface="Arial"/>
                <a:ea typeface="Arial"/>
                <a:cs typeface="Arial"/>
              </a:defRPr>
            </a:lvl4pPr>
            <a:lvl5pPr algn="l">
              <a:defRPr sz="1125" b="0">
                <a:solidFill>
                  <a:srgbClr val="6E807B"/>
                </a:solidFill>
                <a:latin typeface="Arial"/>
                <a:ea typeface="Arial"/>
                <a:cs typeface="Arial"/>
              </a:defRPr>
            </a:lvl5pPr>
            <a:lvl6pPr algn="l">
              <a:defRPr sz="1125" b="0">
                <a:solidFill>
                  <a:srgbClr val="6E807B"/>
                </a:solidFill>
                <a:latin typeface="Arial"/>
                <a:ea typeface="Arial"/>
                <a:cs typeface="Arial"/>
              </a:defRPr>
            </a:lvl6pPr>
            <a:lvl7pPr algn="l">
              <a:defRPr sz="1125" b="0">
                <a:solidFill>
                  <a:srgbClr val="6E807B"/>
                </a:solidFill>
                <a:latin typeface="Arial"/>
                <a:ea typeface="Arial"/>
                <a:cs typeface="Arial"/>
              </a:defRPr>
            </a:lvl7pPr>
            <a:lvl8pPr algn="l">
              <a:defRPr sz="1125" b="0">
                <a:solidFill>
                  <a:srgbClr val="6E807B"/>
                </a:solidFill>
                <a:latin typeface="Arial"/>
                <a:ea typeface="Arial"/>
                <a:cs typeface="Arial"/>
              </a:defRPr>
            </a:lvl8pPr>
            <a:lvl9pPr algn="l">
              <a:defRPr sz="1125" b="0">
                <a:solidFill>
                  <a:srgbClr val="6E807B"/>
                </a:solidFill>
                <a:latin typeface="Arial"/>
                <a:ea typeface="Arial"/>
                <a:cs typeface="Arial"/>
              </a:defRPr>
            </a:lvl9pPr>
          </a:lstStyle>
          <a:p xmlns:a="http://schemas.openxmlformats.org/drawingml/2006/main">
            <a:pPr algn="l">
              <a:defRPr sz="1125" b="0">
                <a:solidFill>
                  <a:srgbClr val="6E807B"/>
                </a:solidFill>
                <a:latin typeface="Arial"/>
                <a:ea typeface="Arial"/>
                <a:cs typeface="Arial"/>
              </a:defRPr>
            </a:pPr>
            <a:r>
              <a:rPr sz="1125" b="0">
                <a:solidFill>
                  <a:srgbClr val="6E807B"/>
                </a:solidFill>
                <a:latin typeface="Arial"/>
                <a:ea typeface="Arial"/>
                <a:cs typeface="Arial"/>
              </a:rPr>
              <a:t>item lines</a:t>
            </a:r>
          </a:p>
        </p:txBody>
      </p:sp>
      <p:sp>
        <p:nvSpPr>
          <p:cNvPr id="9" name="">
            <a:extLst xmlns:a="http://schemas.openxmlformats.org/drawingml/2006/main">
              <a:ext uri="{FF2B5EF4-FFF2-40B4-BE49-F238E27FC236}">
                <a16:creationId xmlns:a16="http://schemas.microsoft.com/office/drawing/2014/main" id="{CEE80436-4437-4C85-8D7F-961C240A4E4F}"/>
              </a:ext>
            </a:extLst>
          </p:cNvPr>
          <p:cNvSpPr>
            <a:spLocks xmlns:a="http://schemas.openxmlformats.org/drawingml/2006/main" noGrp="1"/>
          </p:cNvSpPr>
          <p:nvPr/>
        </p:nvSpPr>
        <p:spPr>
          <a:xfrm xmlns:a="http://schemas.openxmlformats.org/drawingml/2006/main">
            <a:off x="2647950" y="2190750"/>
            <a:ext cx="0" cy="990600"/>
          </a:xfrm>
          <a:prstGeom xmlns:a="http://schemas.openxmlformats.org/drawingml/2006/main" prst="line">
            <a:avLst/>
          </a:prstGeom>
          <a:noFill xmlns:a="http://schemas.openxmlformats.org/drawingml/2006/main"/>
          <a:ln xmlns:a="http://schemas.openxmlformats.org/drawingml/2006/main" w="9525">
            <a:solidFill>
              <a:srgbClr val="D8E2DD"/>
            </a:solidFill>
            <a:prstDash val="solid"/>
          </a:ln>
        </p:spPr>
      </p:sp>
      <p:sp>
        <p:nvSpPr>
          <p:cNvPr id="10" name="dataset-value-1">
            <a:extLst xmlns:a="http://schemas.openxmlformats.org/drawingml/2006/main">
              <a:ext uri="{FF2B5EF4-FFF2-40B4-BE49-F238E27FC236}">
                <a16:creationId xmlns:a16="http://schemas.microsoft.com/office/drawing/2014/main" id="{B28C0AE7-719F-46B4-82D4-41FD9C0A9649}"/>
              </a:ext>
            </a:extLst>
          </p:cNvPr>
          <p:cNvSpPr>
            <a:spLocks xmlns:a="http://schemas.openxmlformats.org/drawingml/2006/main" noGrp="1"/>
          </p:cNvSpPr>
          <p:nvPr/>
        </p:nvSpPr>
        <p:spPr>
          <a:xfrm xmlns:a="http://schemas.openxmlformats.org/drawingml/2006/main">
            <a:off x="2895600" y="2266950"/>
            <a:ext cx="198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77F69"/>
                </a:solidFill>
                <a:latin typeface="Arial"/>
                <a:ea typeface="Arial"/>
                <a:cs typeface="Arial"/>
              </a:defRPr>
            </a:defPPr>
            <a:lvl1pPr algn="l">
              <a:defRPr sz="2550" b="1">
                <a:solidFill>
                  <a:srgbClr val="177F69"/>
                </a:solidFill>
                <a:latin typeface="Arial"/>
                <a:ea typeface="Arial"/>
                <a:cs typeface="Arial"/>
              </a:defRPr>
            </a:lvl1pPr>
            <a:lvl2pPr algn="l">
              <a:defRPr sz="2550" b="1">
                <a:solidFill>
                  <a:srgbClr val="177F69"/>
                </a:solidFill>
                <a:latin typeface="Arial"/>
                <a:ea typeface="Arial"/>
                <a:cs typeface="Arial"/>
              </a:defRPr>
            </a:lvl2pPr>
            <a:lvl3pPr algn="l">
              <a:defRPr sz="2550" b="1">
                <a:solidFill>
                  <a:srgbClr val="177F69"/>
                </a:solidFill>
                <a:latin typeface="Arial"/>
                <a:ea typeface="Arial"/>
                <a:cs typeface="Arial"/>
              </a:defRPr>
            </a:lvl3pPr>
            <a:lvl4pPr algn="l">
              <a:defRPr sz="2550" b="1">
                <a:solidFill>
                  <a:srgbClr val="177F69"/>
                </a:solidFill>
                <a:latin typeface="Arial"/>
                <a:ea typeface="Arial"/>
                <a:cs typeface="Arial"/>
              </a:defRPr>
            </a:lvl4pPr>
            <a:lvl5pPr algn="l">
              <a:defRPr sz="2550" b="1">
                <a:solidFill>
                  <a:srgbClr val="177F69"/>
                </a:solidFill>
                <a:latin typeface="Arial"/>
                <a:ea typeface="Arial"/>
                <a:cs typeface="Arial"/>
              </a:defRPr>
            </a:lvl5pPr>
            <a:lvl6pPr algn="l">
              <a:defRPr sz="2550" b="1">
                <a:solidFill>
                  <a:srgbClr val="177F69"/>
                </a:solidFill>
                <a:latin typeface="Arial"/>
                <a:ea typeface="Arial"/>
                <a:cs typeface="Arial"/>
              </a:defRPr>
            </a:lvl6pPr>
            <a:lvl7pPr algn="l">
              <a:defRPr sz="2550" b="1">
                <a:solidFill>
                  <a:srgbClr val="177F69"/>
                </a:solidFill>
                <a:latin typeface="Arial"/>
                <a:ea typeface="Arial"/>
                <a:cs typeface="Arial"/>
              </a:defRPr>
            </a:lvl7pPr>
            <a:lvl8pPr algn="l">
              <a:defRPr sz="2550" b="1">
                <a:solidFill>
                  <a:srgbClr val="177F69"/>
                </a:solidFill>
                <a:latin typeface="Arial"/>
                <a:ea typeface="Arial"/>
                <a:cs typeface="Arial"/>
              </a:defRPr>
            </a:lvl8pPr>
            <a:lvl9pPr algn="l">
              <a:defRPr sz="2550" b="1">
                <a:solidFill>
                  <a:srgbClr val="177F69"/>
                </a:solidFill>
                <a:latin typeface="Arial"/>
                <a:ea typeface="Arial"/>
                <a:cs typeface="Arial"/>
              </a:defRPr>
            </a:lvl9pPr>
          </a:lstStyle>
          <a:p xmlns:a="http://schemas.openxmlformats.org/drawingml/2006/main">
            <a:pPr algn="l">
              <a:defRPr sz="2550" b="1">
                <a:solidFill>
                  <a:srgbClr val="177F69"/>
                </a:solidFill>
                <a:latin typeface="Arial"/>
                <a:ea typeface="Arial"/>
                <a:cs typeface="Arial"/>
              </a:defRPr>
            </a:pPr>
            <a:r>
              <a:rPr sz="2550" b="1">
                <a:solidFill>
                  <a:srgbClr val="177F69"/>
                </a:solidFill>
                <a:latin typeface="Arial"/>
                <a:ea typeface="Arial"/>
                <a:cs typeface="Arial"/>
              </a:rPr>
              <a:t>2,400</a:t>
            </a:r>
          </a:p>
        </p:txBody>
      </p:sp>
      <p:sp>
        <p:nvSpPr>
          <p:cNvPr id="11" name="dataset-label-1">
            <a:extLst xmlns:a="http://schemas.openxmlformats.org/drawingml/2006/main">
              <a:ext uri="{FF2B5EF4-FFF2-40B4-BE49-F238E27FC236}">
                <a16:creationId xmlns:a16="http://schemas.microsoft.com/office/drawing/2014/main" id="{00E2E292-0BA2-48B0-8128-9D7CD1336274}"/>
              </a:ext>
            </a:extLst>
          </p:cNvPr>
          <p:cNvSpPr>
            <a:spLocks xmlns:a="http://schemas.openxmlformats.org/drawingml/2006/main" noGrp="1"/>
          </p:cNvSpPr>
          <p:nvPr/>
        </p:nvSpPr>
        <p:spPr>
          <a:xfrm xmlns:a="http://schemas.openxmlformats.org/drawingml/2006/main">
            <a:off x="2895600" y="2828925"/>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E807B"/>
                </a:solidFill>
                <a:latin typeface="Arial"/>
                <a:ea typeface="Arial"/>
                <a:cs typeface="Arial"/>
              </a:defRPr>
            </a:defPPr>
            <a:lvl1pPr algn="l">
              <a:defRPr sz="1125" b="0">
                <a:solidFill>
                  <a:srgbClr val="6E807B"/>
                </a:solidFill>
                <a:latin typeface="Arial"/>
                <a:ea typeface="Arial"/>
                <a:cs typeface="Arial"/>
              </a:defRPr>
            </a:lvl1pPr>
            <a:lvl2pPr algn="l">
              <a:defRPr sz="1125" b="0">
                <a:solidFill>
                  <a:srgbClr val="6E807B"/>
                </a:solidFill>
                <a:latin typeface="Arial"/>
                <a:ea typeface="Arial"/>
                <a:cs typeface="Arial"/>
              </a:defRPr>
            </a:lvl2pPr>
            <a:lvl3pPr algn="l">
              <a:defRPr sz="1125" b="0">
                <a:solidFill>
                  <a:srgbClr val="6E807B"/>
                </a:solidFill>
                <a:latin typeface="Arial"/>
                <a:ea typeface="Arial"/>
                <a:cs typeface="Arial"/>
              </a:defRPr>
            </a:lvl3pPr>
            <a:lvl4pPr algn="l">
              <a:defRPr sz="1125" b="0">
                <a:solidFill>
                  <a:srgbClr val="6E807B"/>
                </a:solidFill>
                <a:latin typeface="Arial"/>
                <a:ea typeface="Arial"/>
                <a:cs typeface="Arial"/>
              </a:defRPr>
            </a:lvl4pPr>
            <a:lvl5pPr algn="l">
              <a:defRPr sz="1125" b="0">
                <a:solidFill>
                  <a:srgbClr val="6E807B"/>
                </a:solidFill>
                <a:latin typeface="Arial"/>
                <a:ea typeface="Arial"/>
                <a:cs typeface="Arial"/>
              </a:defRPr>
            </a:lvl5pPr>
            <a:lvl6pPr algn="l">
              <a:defRPr sz="1125" b="0">
                <a:solidFill>
                  <a:srgbClr val="6E807B"/>
                </a:solidFill>
                <a:latin typeface="Arial"/>
                <a:ea typeface="Arial"/>
                <a:cs typeface="Arial"/>
              </a:defRPr>
            </a:lvl6pPr>
            <a:lvl7pPr algn="l">
              <a:defRPr sz="1125" b="0">
                <a:solidFill>
                  <a:srgbClr val="6E807B"/>
                </a:solidFill>
                <a:latin typeface="Arial"/>
                <a:ea typeface="Arial"/>
                <a:cs typeface="Arial"/>
              </a:defRPr>
            </a:lvl7pPr>
            <a:lvl8pPr algn="l">
              <a:defRPr sz="1125" b="0">
                <a:solidFill>
                  <a:srgbClr val="6E807B"/>
                </a:solidFill>
                <a:latin typeface="Arial"/>
                <a:ea typeface="Arial"/>
                <a:cs typeface="Arial"/>
              </a:defRPr>
            </a:lvl8pPr>
            <a:lvl9pPr algn="l">
              <a:defRPr sz="1125" b="0">
                <a:solidFill>
                  <a:srgbClr val="6E807B"/>
                </a:solidFill>
                <a:latin typeface="Arial"/>
                <a:ea typeface="Arial"/>
                <a:cs typeface="Arial"/>
              </a:defRPr>
            </a:lvl9pPr>
          </a:lstStyle>
          <a:p xmlns:a="http://schemas.openxmlformats.org/drawingml/2006/main">
            <a:pPr algn="l">
              <a:defRPr sz="1125" b="0">
                <a:solidFill>
                  <a:srgbClr val="6E807B"/>
                </a:solidFill>
                <a:latin typeface="Arial"/>
                <a:ea typeface="Arial"/>
                <a:cs typeface="Arial"/>
              </a:defRPr>
            </a:pPr>
            <a:r>
              <a:rPr sz="1125" b="0">
                <a:solidFill>
                  <a:srgbClr val="6E807B"/>
                </a:solidFill>
                <a:latin typeface="Arial"/>
                <a:ea typeface="Arial"/>
                <a:cs typeface="Arial"/>
              </a:rPr>
              <a:t>orders</a:t>
            </a:r>
          </a:p>
        </p:txBody>
      </p:sp>
      <p:sp>
        <p:nvSpPr>
          <p:cNvPr id="12" name="">
            <a:extLst xmlns:a="http://schemas.openxmlformats.org/drawingml/2006/main">
              <a:ext uri="{FF2B5EF4-FFF2-40B4-BE49-F238E27FC236}">
                <a16:creationId xmlns:a16="http://schemas.microsoft.com/office/drawing/2014/main" id="{ACC7DC04-7DDD-44DF-A661-BA59CB4B9331}"/>
              </a:ext>
            </a:extLst>
          </p:cNvPr>
          <p:cNvSpPr>
            <a:spLocks xmlns:a="http://schemas.openxmlformats.org/drawingml/2006/main" noGrp="1"/>
          </p:cNvSpPr>
          <p:nvPr/>
        </p:nvSpPr>
        <p:spPr>
          <a:xfrm xmlns:a="http://schemas.openxmlformats.org/drawingml/2006/main">
            <a:off x="4895850" y="2190750"/>
            <a:ext cx="0" cy="990600"/>
          </a:xfrm>
          <a:prstGeom xmlns:a="http://schemas.openxmlformats.org/drawingml/2006/main" prst="line">
            <a:avLst/>
          </a:prstGeom>
          <a:noFill xmlns:a="http://schemas.openxmlformats.org/drawingml/2006/main"/>
          <a:ln xmlns:a="http://schemas.openxmlformats.org/drawingml/2006/main" w="9525">
            <a:solidFill>
              <a:srgbClr val="D8E2DD"/>
            </a:solidFill>
            <a:prstDash val="solid"/>
          </a:ln>
        </p:spPr>
      </p:sp>
      <p:sp>
        <p:nvSpPr>
          <p:cNvPr id="13" name="dataset-value-2">
            <a:extLst xmlns:a="http://schemas.openxmlformats.org/drawingml/2006/main">
              <a:ext uri="{FF2B5EF4-FFF2-40B4-BE49-F238E27FC236}">
                <a16:creationId xmlns:a16="http://schemas.microsoft.com/office/drawing/2014/main" id="{F20E81B0-29AD-4D94-9E49-AE553B70C8F7}"/>
              </a:ext>
            </a:extLst>
          </p:cNvPr>
          <p:cNvSpPr>
            <a:spLocks xmlns:a="http://schemas.openxmlformats.org/drawingml/2006/main" noGrp="1"/>
          </p:cNvSpPr>
          <p:nvPr/>
        </p:nvSpPr>
        <p:spPr>
          <a:xfrm xmlns:a="http://schemas.openxmlformats.org/drawingml/2006/main">
            <a:off x="5143500" y="2266950"/>
            <a:ext cx="198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77F69"/>
                </a:solidFill>
                <a:latin typeface="Arial"/>
                <a:ea typeface="Arial"/>
                <a:cs typeface="Arial"/>
              </a:defRPr>
            </a:defPPr>
            <a:lvl1pPr algn="l">
              <a:defRPr sz="2550" b="1">
                <a:solidFill>
                  <a:srgbClr val="177F69"/>
                </a:solidFill>
                <a:latin typeface="Arial"/>
                <a:ea typeface="Arial"/>
                <a:cs typeface="Arial"/>
              </a:defRPr>
            </a:lvl1pPr>
            <a:lvl2pPr algn="l">
              <a:defRPr sz="2550" b="1">
                <a:solidFill>
                  <a:srgbClr val="177F69"/>
                </a:solidFill>
                <a:latin typeface="Arial"/>
                <a:ea typeface="Arial"/>
                <a:cs typeface="Arial"/>
              </a:defRPr>
            </a:lvl2pPr>
            <a:lvl3pPr algn="l">
              <a:defRPr sz="2550" b="1">
                <a:solidFill>
                  <a:srgbClr val="177F69"/>
                </a:solidFill>
                <a:latin typeface="Arial"/>
                <a:ea typeface="Arial"/>
                <a:cs typeface="Arial"/>
              </a:defRPr>
            </a:lvl3pPr>
            <a:lvl4pPr algn="l">
              <a:defRPr sz="2550" b="1">
                <a:solidFill>
                  <a:srgbClr val="177F69"/>
                </a:solidFill>
                <a:latin typeface="Arial"/>
                <a:ea typeface="Arial"/>
                <a:cs typeface="Arial"/>
              </a:defRPr>
            </a:lvl4pPr>
            <a:lvl5pPr algn="l">
              <a:defRPr sz="2550" b="1">
                <a:solidFill>
                  <a:srgbClr val="177F69"/>
                </a:solidFill>
                <a:latin typeface="Arial"/>
                <a:ea typeface="Arial"/>
                <a:cs typeface="Arial"/>
              </a:defRPr>
            </a:lvl5pPr>
            <a:lvl6pPr algn="l">
              <a:defRPr sz="2550" b="1">
                <a:solidFill>
                  <a:srgbClr val="177F69"/>
                </a:solidFill>
                <a:latin typeface="Arial"/>
                <a:ea typeface="Arial"/>
                <a:cs typeface="Arial"/>
              </a:defRPr>
            </a:lvl6pPr>
            <a:lvl7pPr algn="l">
              <a:defRPr sz="2550" b="1">
                <a:solidFill>
                  <a:srgbClr val="177F69"/>
                </a:solidFill>
                <a:latin typeface="Arial"/>
                <a:ea typeface="Arial"/>
                <a:cs typeface="Arial"/>
              </a:defRPr>
            </a:lvl7pPr>
            <a:lvl8pPr algn="l">
              <a:defRPr sz="2550" b="1">
                <a:solidFill>
                  <a:srgbClr val="177F69"/>
                </a:solidFill>
                <a:latin typeface="Arial"/>
                <a:ea typeface="Arial"/>
                <a:cs typeface="Arial"/>
              </a:defRPr>
            </a:lvl8pPr>
            <a:lvl9pPr algn="l">
              <a:defRPr sz="2550" b="1">
                <a:solidFill>
                  <a:srgbClr val="177F69"/>
                </a:solidFill>
                <a:latin typeface="Arial"/>
                <a:ea typeface="Arial"/>
                <a:cs typeface="Arial"/>
              </a:defRPr>
            </a:lvl9pPr>
          </a:lstStyle>
          <a:p xmlns:a="http://schemas.openxmlformats.org/drawingml/2006/main">
            <a:pPr algn="l">
              <a:defRPr sz="2550" b="1">
                <a:solidFill>
                  <a:srgbClr val="177F69"/>
                </a:solidFill>
                <a:latin typeface="Arial"/>
                <a:ea typeface="Arial"/>
                <a:cs typeface="Arial"/>
              </a:defRPr>
            </a:pPr>
            <a:r>
              <a:rPr sz="2550" b="1">
                <a:solidFill>
                  <a:srgbClr val="177F69"/>
                </a:solidFill>
                <a:latin typeface="Arial"/>
                <a:ea typeface="Arial"/>
                <a:cs typeface="Arial"/>
              </a:rPr>
              <a:t>632</a:t>
            </a:r>
          </a:p>
        </p:txBody>
      </p:sp>
      <p:sp>
        <p:nvSpPr>
          <p:cNvPr id="14" name="dataset-label-2">
            <a:extLst xmlns:a="http://schemas.openxmlformats.org/drawingml/2006/main">
              <a:ext uri="{FF2B5EF4-FFF2-40B4-BE49-F238E27FC236}">
                <a16:creationId xmlns:a16="http://schemas.microsoft.com/office/drawing/2014/main" id="{DA9AC88B-8E7C-4B87-9C70-CFB9E6BCDDCF}"/>
              </a:ext>
            </a:extLst>
          </p:cNvPr>
          <p:cNvSpPr>
            <a:spLocks xmlns:a="http://schemas.openxmlformats.org/drawingml/2006/main" noGrp="1"/>
          </p:cNvSpPr>
          <p:nvPr/>
        </p:nvSpPr>
        <p:spPr>
          <a:xfrm xmlns:a="http://schemas.openxmlformats.org/drawingml/2006/main">
            <a:off x="5143500" y="2828925"/>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E807B"/>
                </a:solidFill>
                <a:latin typeface="Arial"/>
                <a:ea typeface="Arial"/>
                <a:cs typeface="Arial"/>
              </a:defRPr>
            </a:defPPr>
            <a:lvl1pPr algn="l">
              <a:defRPr sz="1125" b="0">
                <a:solidFill>
                  <a:srgbClr val="6E807B"/>
                </a:solidFill>
                <a:latin typeface="Arial"/>
                <a:ea typeface="Arial"/>
                <a:cs typeface="Arial"/>
              </a:defRPr>
            </a:lvl1pPr>
            <a:lvl2pPr algn="l">
              <a:defRPr sz="1125" b="0">
                <a:solidFill>
                  <a:srgbClr val="6E807B"/>
                </a:solidFill>
                <a:latin typeface="Arial"/>
                <a:ea typeface="Arial"/>
                <a:cs typeface="Arial"/>
              </a:defRPr>
            </a:lvl2pPr>
            <a:lvl3pPr algn="l">
              <a:defRPr sz="1125" b="0">
                <a:solidFill>
                  <a:srgbClr val="6E807B"/>
                </a:solidFill>
                <a:latin typeface="Arial"/>
                <a:ea typeface="Arial"/>
                <a:cs typeface="Arial"/>
              </a:defRPr>
            </a:lvl3pPr>
            <a:lvl4pPr algn="l">
              <a:defRPr sz="1125" b="0">
                <a:solidFill>
                  <a:srgbClr val="6E807B"/>
                </a:solidFill>
                <a:latin typeface="Arial"/>
                <a:ea typeface="Arial"/>
                <a:cs typeface="Arial"/>
              </a:defRPr>
            </a:lvl4pPr>
            <a:lvl5pPr algn="l">
              <a:defRPr sz="1125" b="0">
                <a:solidFill>
                  <a:srgbClr val="6E807B"/>
                </a:solidFill>
                <a:latin typeface="Arial"/>
                <a:ea typeface="Arial"/>
                <a:cs typeface="Arial"/>
              </a:defRPr>
            </a:lvl5pPr>
            <a:lvl6pPr algn="l">
              <a:defRPr sz="1125" b="0">
                <a:solidFill>
                  <a:srgbClr val="6E807B"/>
                </a:solidFill>
                <a:latin typeface="Arial"/>
                <a:ea typeface="Arial"/>
                <a:cs typeface="Arial"/>
              </a:defRPr>
            </a:lvl6pPr>
            <a:lvl7pPr algn="l">
              <a:defRPr sz="1125" b="0">
                <a:solidFill>
                  <a:srgbClr val="6E807B"/>
                </a:solidFill>
                <a:latin typeface="Arial"/>
                <a:ea typeface="Arial"/>
                <a:cs typeface="Arial"/>
              </a:defRPr>
            </a:lvl7pPr>
            <a:lvl8pPr algn="l">
              <a:defRPr sz="1125" b="0">
                <a:solidFill>
                  <a:srgbClr val="6E807B"/>
                </a:solidFill>
                <a:latin typeface="Arial"/>
                <a:ea typeface="Arial"/>
                <a:cs typeface="Arial"/>
              </a:defRPr>
            </a:lvl8pPr>
            <a:lvl9pPr algn="l">
              <a:defRPr sz="1125" b="0">
                <a:solidFill>
                  <a:srgbClr val="6E807B"/>
                </a:solidFill>
                <a:latin typeface="Arial"/>
                <a:ea typeface="Arial"/>
                <a:cs typeface="Arial"/>
              </a:defRPr>
            </a:lvl9pPr>
          </a:lstStyle>
          <a:p xmlns:a="http://schemas.openxmlformats.org/drawingml/2006/main">
            <a:pPr algn="l">
              <a:defRPr sz="1125" b="0">
                <a:solidFill>
                  <a:srgbClr val="6E807B"/>
                </a:solidFill>
                <a:latin typeface="Arial"/>
                <a:ea typeface="Arial"/>
                <a:cs typeface="Arial"/>
              </a:defRPr>
            </a:pPr>
            <a:r>
              <a:rPr sz="1125" b="0">
                <a:solidFill>
                  <a:srgbClr val="6E807B"/>
                </a:solidFill>
                <a:latin typeface="Arial"/>
                <a:ea typeface="Arial"/>
                <a:cs typeface="Arial"/>
              </a:rPr>
              <a:t>customer IDs</a:t>
            </a:r>
          </a:p>
        </p:txBody>
      </p:sp>
      <p:sp>
        <p:nvSpPr>
          <p:cNvPr id="15" name="">
            <a:extLst xmlns:a="http://schemas.openxmlformats.org/drawingml/2006/main">
              <a:ext uri="{FF2B5EF4-FFF2-40B4-BE49-F238E27FC236}">
                <a16:creationId xmlns:a16="http://schemas.microsoft.com/office/drawing/2014/main" id="{B2BA0E76-9C73-4BC9-ADE8-5C1C26276985}"/>
              </a:ext>
            </a:extLst>
          </p:cNvPr>
          <p:cNvSpPr>
            <a:spLocks xmlns:a="http://schemas.openxmlformats.org/drawingml/2006/main" noGrp="1"/>
          </p:cNvSpPr>
          <p:nvPr/>
        </p:nvSpPr>
        <p:spPr>
          <a:xfrm xmlns:a="http://schemas.openxmlformats.org/drawingml/2006/main">
            <a:off x="7143750" y="2190750"/>
            <a:ext cx="0" cy="990600"/>
          </a:xfrm>
          <a:prstGeom xmlns:a="http://schemas.openxmlformats.org/drawingml/2006/main" prst="line">
            <a:avLst/>
          </a:prstGeom>
          <a:noFill xmlns:a="http://schemas.openxmlformats.org/drawingml/2006/main"/>
          <a:ln xmlns:a="http://schemas.openxmlformats.org/drawingml/2006/main" w="9525">
            <a:solidFill>
              <a:srgbClr val="D8E2DD"/>
            </a:solidFill>
            <a:prstDash val="solid"/>
          </a:ln>
        </p:spPr>
      </p:sp>
      <p:sp>
        <p:nvSpPr>
          <p:cNvPr id="16" name="dataset-value-3">
            <a:extLst xmlns:a="http://schemas.openxmlformats.org/drawingml/2006/main">
              <a:ext uri="{FF2B5EF4-FFF2-40B4-BE49-F238E27FC236}">
                <a16:creationId xmlns:a16="http://schemas.microsoft.com/office/drawing/2014/main" id="{11017B92-3464-4838-AA4D-DCE51EE4CA58}"/>
              </a:ext>
            </a:extLst>
          </p:cNvPr>
          <p:cNvSpPr>
            <a:spLocks xmlns:a="http://schemas.openxmlformats.org/drawingml/2006/main" noGrp="1"/>
          </p:cNvSpPr>
          <p:nvPr/>
        </p:nvSpPr>
        <p:spPr>
          <a:xfrm xmlns:a="http://schemas.openxmlformats.org/drawingml/2006/main">
            <a:off x="7391400" y="2266950"/>
            <a:ext cx="198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77F69"/>
                </a:solidFill>
                <a:latin typeface="Arial"/>
                <a:ea typeface="Arial"/>
                <a:cs typeface="Arial"/>
              </a:defRPr>
            </a:defPPr>
            <a:lvl1pPr algn="l">
              <a:defRPr sz="2550" b="1">
                <a:solidFill>
                  <a:srgbClr val="177F69"/>
                </a:solidFill>
                <a:latin typeface="Arial"/>
                <a:ea typeface="Arial"/>
                <a:cs typeface="Arial"/>
              </a:defRPr>
            </a:lvl1pPr>
            <a:lvl2pPr algn="l">
              <a:defRPr sz="2550" b="1">
                <a:solidFill>
                  <a:srgbClr val="177F69"/>
                </a:solidFill>
                <a:latin typeface="Arial"/>
                <a:ea typeface="Arial"/>
                <a:cs typeface="Arial"/>
              </a:defRPr>
            </a:lvl2pPr>
            <a:lvl3pPr algn="l">
              <a:defRPr sz="2550" b="1">
                <a:solidFill>
                  <a:srgbClr val="177F69"/>
                </a:solidFill>
                <a:latin typeface="Arial"/>
                <a:ea typeface="Arial"/>
                <a:cs typeface="Arial"/>
              </a:defRPr>
            </a:lvl3pPr>
            <a:lvl4pPr algn="l">
              <a:defRPr sz="2550" b="1">
                <a:solidFill>
                  <a:srgbClr val="177F69"/>
                </a:solidFill>
                <a:latin typeface="Arial"/>
                <a:ea typeface="Arial"/>
                <a:cs typeface="Arial"/>
              </a:defRPr>
            </a:lvl4pPr>
            <a:lvl5pPr algn="l">
              <a:defRPr sz="2550" b="1">
                <a:solidFill>
                  <a:srgbClr val="177F69"/>
                </a:solidFill>
                <a:latin typeface="Arial"/>
                <a:ea typeface="Arial"/>
                <a:cs typeface="Arial"/>
              </a:defRPr>
            </a:lvl5pPr>
            <a:lvl6pPr algn="l">
              <a:defRPr sz="2550" b="1">
                <a:solidFill>
                  <a:srgbClr val="177F69"/>
                </a:solidFill>
                <a:latin typeface="Arial"/>
                <a:ea typeface="Arial"/>
                <a:cs typeface="Arial"/>
              </a:defRPr>
            </a:lvl6pPr>
            <a:lvl7pPr algn="l">
              <a:defRPr sz="2550" b="1">
                <a:solidFill>
                  <a:srgbClr val="177F69"/>
                </a:solidFill>
                <a:latin typeface="Arial"/>
                <a:ea typeface="Arial"/>
                <a:cs typeface="Arial"/>
              </a:defRPr>
            </a:lvl7pPr>
            <a:lvl8pPr algn="l">
              <a:defRPr sz="2550" b="1">
                <a:solidFill>
                  <a:srgbClr val="177F69"/>
                </a:solidFill>
                <a:latin typeface="Arial"/>
                <a:ea typeface="Arial"/>
                <a:cs typeface="Arial"/>
              </a:defRPr>
            </a:lvl8pPr>
            <a:lvl9pPr algn="l">
              <a:defRPr sz="2550" b="1">
                <a:solidFill>
                  <a:srgbClr val="177F69"/>
                </a:solidFill>
                <a:latin typeface="Arial"/>
                <a:ea typeface="Arial"/>
                <a:cs typeface="Arial"/>
              </a:defRPr>
            </a:lvl9pPr>
          </a:lstStyle>
          <a:p xmlns:a="http://schemas.openxmlformats.org/drawingml/2006/main">
            <a:pPr algn="l">
              <a:defRPr sz="2550" b="1">
                <a:solidFill>
                  <a:srgbClr val="177F69"/>
                </a:solidFill>
                <a:latin typeface="Arial"/>
                <a:ea typeface="Arial"/>
                <a:cs typeface="Arial"/>
              </a:defRPr>
            </a:pPr>
            <a:r>
              <a:rPr sz="2550" b="1">
                <a:solidFill>
                  <a:srgbClr val="177F69"/>
                </a:solidFill>
                <a:latin typeface="Arial"/>
                <a:ea typeface="Arial"/>
                <a:cs typeface="Arial"/>
              </a:rPr>
              <a:t>5,393</a:t>
            </a:r>
          </a:p>
        </p:txBody>
      </p:sp>
      <p:sp>
        <p:nvSpPr>
          <p:cNvPr id="17" name="dataset-label-3">
            <a:extLst xmlns:a="http://schemas.openxmlformats.org/drawingml/2006/main">
              <a:ext uri="{FF2B5EF4-FFF2-40B4-BE49-F238E27FC236}">
                <a16:creationId xmlns:a16="http://schemas.microsoft.com/office/drawing/2014/main" id="{684C0973-42A9-4FB4-81E8-20ECA4BD4BA2}"/>
              </a:ext>
            </a:extLst>
          </p:cNvPr>
          <p:cNvSpPr>
            <a:spLocks xmlns:a="http://schemas.openxmlformats.org/drawingml/2006/main" noGrp="1"/>
          </p:cNvSpPr>
          <p:nvPr/>
        </p:nvSpPr>
        <p:spPr>
          <a:xfrm xmlns:a="http://schemas.openxmlformats.org/drawingml/2006/main">
            <a:off x="7391400" y="2828925"/>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E807B"/>
                </a:solidFill>
                <a:latin typeface="Arial"/>
                <a:ea typeface="Arial"/>
                <a:cs typeface="Arial"/>
              </a:defRPr>
            </a:defPPr>
            <a:lvl1pPr algn="l">
              <a:defRPr sz="1125" b="0">
                <a:solidFill>
                  <a:srgbClr val="6E807B"/>
                </a:solidFill>
                <a:latin typeface="Arial"/>
                <a:ea typeface="Arial"/>
                <a:cs typeface="Arial"/>
              </a:defRPr>
            </a:lvl1pPr>
            <a:lvl2pPr algn="l">
              <a:defRPr sz="1125" b="0">
                <a:solidFill>
                  <a:srgbClr val="6E807B"/>
                </a:solidFill>
                <a:latin typeface="Arial"/>
                <a:ea typeface="Arial"/>
                <a:cs typeface="Arial"/>
              </a:defRPr>
            </a:lvl2pPr>
            <a:lvl3pPr algn="l">
              <a:defRPr sz="1125" b="0">
                <a:solidFill>
                  <a:srgbClr val="6E807B"/>
                </a:solidFill>
                <a:latin typeface="Arial"/>
                <a:ea typeface="Arial"/>
                <a:cs typeface="Arial"/>
              </a:defRPr>
            </a:lvl3pPr>
            <a:lvl4pPr algn="l">
              <a:defRPr sz="1125" b="0">
                <a:solidFill>
                  <a:srgbClr val="6E807B"/>
                </a:solidFill>
                <a:latin typeface="Arial"/>
                <a:ea typeface="Arial"/>
                <a:cs typeface="Arial"/>
              </a:defRPr>
            </a:lvl4pPr>
            <a:lvl5pPr algn="l">
              <a:defRPr sz="1125" b="0">
                <a:solidFill>
                  <a:srgbClr val="6E807B"/>
                </a:solidFill>
                <a:latin typeface="Arial"/>
                <a:ea typeface="Arial"/>
                <a:cs typeface="Arial"/>
              </a:defRPr>
            </a:lvl5pPr>
            <a:lvl6pPr algn="l">
              <a:defRPr sz="1125" b="0">
                <a:solidFill>
                  <a:srgbClr val="6E807B"/>
                </a:solidFill>
                <a:latin typeface="Arial"/>
                <a:ea typeface="Arial"/>
                <a:cs typeface="Arial"/>
              </a:defRPr>
            </a:lvl6pPr>
            <a:lvl7pPr algn="l">
              <a:defRPr sz="1125" b="0">
                <a:solidFill>
                  <a:srgbClr val="6E807B"/>
                </a:solidFill>
                <a:latin typeface="Arial"/>
                <a:ea typeface="Arial"/>
                <a:cs typeface="Arial"/>
              </a:defRPr>
            </a:lvl7pPr>
            <a:lvl8pPr algn="l">
              <a:defRPr sz="1125" b="0">
                <a:solidFill>
                  <a:srgbClr val="6E807B"/>
                </a:solidFill>
                <a:latin typeface="Arial"/>
                <a:ea typeface="Arial"/>
                <a:cs typeface="Arial"/>
              </a:defRPr>
            </a:lvl8pPr>
            <a:lvl9pPr algn="l">
              <a:defRPr sz="1125" b="0">
                <a:solidFill>
                  <a:srgbClr val="6E807B"/>
                </a:solidFill>
                <a:latin typeface="Arial"/>
                <a:ea typeface="Arial"/>
                <a:cs typeface="Arial"/>
              </a:defRPr>
            </a:lvl9pPr>
          </a:lstStyle>
          <a:p xmlns:a="http://schemas.openxmlformats.org/drawingml/2006/main">
            <a:pPr algn="l">
              <a:defRPr sz="1125" b="0">
                <a:solidFill>
                  <a:srgbClr val="6E807B"/>
                </a:solidFill>
                <a:latin typeface="Arial"/>
                <a:ea typeface="Arial"/>
                <a:cs typeface="Arial"/>
              </a:defRPr>
            </a:pPr>
            <a:r>
              <a:rPr sz="1125" b="0">
                <a:solidFill>
                  <a:srgbClr val="6E807B"/>
                </a:solidFill>
                <a:latin typeface="Arial"/>
                <a:ea typeface="Arial"/>
                <a:cs typeface="Arial"/>
              </a:rPr>
              <a:t>units</a:t>
            </a:r>
          </a:p>
        </p:txBody>
      </p:sp>
      <p:sp>
        <p:nvSpPr>
          <p:cNvPr id="18" name="">
            <a:extLst xmlns:a="http://schemas.openxmlformats.org/drawingml/2006/main">
              <a:ext uri="{FF2B5EF4-FFF2-40B4-BE49-F238E27FC236}">
                <a16:creationId xmlns:a16="http://schemas.microsoft.com/office/drawing/2014/main" id="{BD381D8D-418A-4FC8-8A95-B2623702EECC}"/>
              </a:ext>
            </a:extLst>
          </p:cNvPr>
          <p:cNvSpPr>
            <a:spLocks xmlns:a="http://schemas.openxmlformats.org/drawingml/2006/main" noGrp="1"/>
          </p:cNvSpPr>
          <p:nvPr/>
        </p:nvSpPr>
        <p:spPr>
          <a:xfrm xmlns:a="http://schemas.openxmlformats.org/drawingml/2006/main">
            <a:off x="9391650" y="2190750"/>
            <a:ext cx="0" cy="990600"/>
          </a:xfrm>
          <a:prstGeom xmlns:a="http://schemas.openxmlformats.org/drawingml/2006/main" prst="line">
            <a:avLst/>
          </a:prstGeom>
          <a:noFill xmlns:a="http://schemas.openxmlformats.org/drawingml/2006/main"/>
          <a:ln xmlns:a="http://schemas.openxmlformats.org/drawingml/2006/main" w="9525">
            <a:solidFill>
              <a:srgbClr val="D8E2DD"/>
            </a:solidFill>
            <a:prstDash val="solid"/>
          </a:ln>
        </p:spPr>
      </p:sp>
      <p:sp>
        <p:nvSpPr>
          <p:cNvPr id="19" name="dataset-value-4">
            <a:extLst xmlns:a="http://schemas.openxmlformats.org/drawingml/2006/main">
              <a:ext uri="{FF2B5EF4-FFF2-40B4-BE49-F238E27FC236}">
                <a16:creationId xmlns:a16="http://schemas.microsoft.com/office/drawing/2014/main" id="{1CB4B4EC-5CAC-4796-ACD0-6558AF3B3452}"/>
              </a:ext>
            </a:extLst>
          </p:cNvPr>
          <p:cNvSpPr>
            <a:spLocks xmlns:a="http://schemas.openxmlformats.org/drawingml/2006/main" noGrp="1"/>
          </p:cNvSpPr>
          <p:nvPr/>
        </p:nvSpPr>
        <p:spPr>
          <a:xfrm xmlns:a="http://schemas.openxmlformats.org/drawingml/2006/main">
            <a:off x="9639300" y="2266950"/>
            <a:ext cx="198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77F69"/>
                </a:solidFill>
                <a:latin typeface="Arial"/>
                <a:ea typeface="Arial"/>
                <a:cs typeface="Arial"/>
              </a:defRPr>
            </a:defPPr>
            <a:lvl1pPr algn="l">
              <a:defRPr sz="2550" b="1">
                <a:solidFill>
                  <a:srgbClr val="177F69"/>
                </a:solidFill>
                <a:latin typeface="Arial"/>
                <a:ea typeface="Arial"/>
                <a:cs typeface="Arial"/>
              </a:defRPr>
            </a:lvl1pPr>
            <a:lvl2pPr algn="l">
              <a:defRPr sz="2550" b="1">
                <a:solidFill>
                  <a:srgbClr val="177F69"/>
                </a:solidFill>
                <a:latin typeface="Arial"/>
                <a:ea typeface="Arial"/>
                <a:cs typeface="Arial"/>
              </a:defRPr>
            </a:lvl2pPr>
            <a:lvl3pPr algn="l">
              <a:defRPr sz="2550" b="1">
                <a:solidFill>
                  <a:srgbClr val="177F69"/>
                </a:solidFill>
                <a:latin typeface="Arial"/>
                <a:ea typeface="Arial"/>
                <a:cs typeface="Arial"/>
              </a:defRPr>
            </a:lvl3pPr>
            <a:lvl4pPr algn="l">
              <a:defRPr sz="2550" b="1">
                <a:solidFill>
                  <a:srgbClr val="177F69"/>
                </a:solidFill>
                <a:latin typeface="Arial"/>
                <a:ea typeface="Arial"/>
                <a:cs typeface="Arial"/>
              </a:defRPr>
            </a:lvl4pPr>
            <a:lvl5pPr algn="l">
              <a:defRPr sz="2550" b="1">
                <a:solidFill>
                  <a:srgbClr val="177F69"/>
                </a:solidFill>
                <a:latin typeface="Arial"/>
                <a:ea typeface="Arial"/>
                <a:cs typeface="Arial"/>
              </a:defRPr>
            </a:lvl5pPr>
            <a:lvl6pPr algn="l">
              <a:defRPr sz="2550" b="1">
                <a:solidFill>
                  <a:srgbClr val="177F69"/>
                </a:solidFill>
                <a:latin typeface="Arial"/>
                <a:ea typeface="Arial"/>
                <a:cs typeface="Arial"/>
              </a:defRPr>
            </a:lvl6pPr>
            <a:lvl7pPr algn="l">
              <a:defRPr sz="2550" b="1">
                <a:solidFill>
                  <a:srgbClr val="177F69"/>
                </a:solidFill>
                <a:latin typeface="Arial"/>
                <a:ea typeface="Arial"/>
                <a:cs typeface="Arial"/>
              </a:defRPr>
            </a:lvl7pPr>
            <a:lvl8pPr algn="l">
              <a:defRPr sz="2550" b="1">
                <a:solidFill>
                  <a:srgbClr val="177F69"/>
                </a:solidFill>
                <a:latin typeface="Arial"/>
                <a:ea typeface="Arial"/>
                <a:cs typeface="Arial"/>
              </a:defRPr>
            </a:lvl8pPr>
            <a:lvl9pPr algn="l">
              <a:defRPr sz="2550" b="1">
                <a:solidFill>
                  <a:srgbClr val="177F69"/>
                </a:solidFill>
                <a:latin typeface="Arial"/>
                <a:ea typeface="Arial"/>
                <a:cs typeface="Arial"/>
              </a:defRPr>
            </a:lvl9pPr>
          </a:lstStyle>
          <a:p xmlns:a="http://schemas.openxmlformats.org/drawingml/2006/main">
            <a:pPr algn="l">
              <a:defRPr sz="2550" b="1">
                <a:solidFill>
                  <a:srgbClr val="177F69"/>
                </a:solidFill>
                <a:latin typeface="Arial"/>
                <a:ea typeface="Arial"/>
                <a:cs typeface="Arial"/>
              </a:defRPr>
            </a:pPr>
            <a:r>
              <a:rPr sz="2550" b="1">
                <a:solidFill>
                  <a:srgbClr val="177F69"/>
                </a:solidFill>
                <a:latin typeface="Arial"/>
                <a:ea typeface="Arial"/>
                <a:cs typeface="Arial"/>
              </a:rPr>
              <a:t>13 months</a:t>
            </a:r>
          </a:p>
        </p:txBody>
      </p:sp>
      <p:sp>
        <p:nvSpPr>
          <p:cNvPr id="20" name="dataset-label-4">
            <a:extLst xmlns:a="http://schemas.openxmlformats.org/drawingml/2006/main">
              <a:ext uri="{FF2B5EF4-FFF2-40B4-BE49-F238E27FC236}">
                <a16:creationId xmlns:a16="http://schemas.microsoft.com/office/drawing/2014/main" id="{1927030E-FDBB-451C-A8D7-A42CBE472743}"/>
              </a:ext>
            </a:extLst>
          </p:cNvPr>
          <p:cNvSpPr>
            <a:spLocks xmlns:a="http://schemas.openxmlformats.org/drawingml/2006/main" noGrp="1"/>
          </p:cNvSpPr>
          <p:nvPr/>
        </p:nvSpPr>
        <p:spPr>
          <a:xfrm xmlns:a="http://schemas.openxmlformats.org/drawingml/2006/main">
            <a:off x="9639300" y="2828925"/>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E807B"/>
                </a:solidFill>
                <a:latin typeface="Arial"/>
                <a:ea typeface="Arial"/>
                <a:cs typeface="Arial"/>
              </a:defRPr>
            </a:defPPr>
            <a:lvl1pPr algn="l">
              <a:defRPr sz="1125" b="0">
                <a:solidFill>
                  <a:srgbClr val="6E807B"/>
                </a:solidFill>
                <a:latin typeface="Arial"/>
                <a:ea typeface="Arial"/>
                <a:cs typeface="Arial"/>
              </a:defRPr>
            </a:lvl1pPr>
            <a:lvl2pPr algn="l">
              <a:defRPr sz="1125" b="0">
                <a:solidFill>
                  <a:srgbClr val="6E807B"/>
                </a:solidFill>
                <a:latin typeface="Arial"/>
                <a:ea typeface="Arial"/>
                <a:cs typeface="Arial"/>
              </a:defRPr>
            </a:lvl2pPr>
            <a:lvl3pPr algn="l">
              <a:defRPr sz="1125" b="0">
                <a:solidFill>
                  <a:srgbClr val="6E807B"/>
                </a:solidFill>
                <a:latin typeface="Arial"/>
                <a:ea typeface="Arial"/>
                <a:cs typeface="Arial"/>
              </a:defRPr>
            </a:lvl3pPr>
            <a:lvl4pPr algn="l">
              <a:defRPr sz="1125" b="0">
                <a:solidFill>
                  <a:srgbClr val="6E807B"/>
                </a:solidFill>
                <a:latin typeface="Arial"/>
                <a:ea typeface="Arial"/>
                <a:cs typeface="Arial"/>
              </a:defRPr>
            </a:lvl4pPr>
            <a:lvl5pPr algn="l">
              <a:defRPr sz="1125" b="0">
                <a:solidFill>
                  <a:srgbClr val="6E807B"/>
                </a:solidFill>
                <a:latin typeface="Arial"/>
                <a:ea typeface="Arial"/>
                <a:cs typeface="Arial"/>
              </a:defRPr>
            </a:lvl5pPr>
            <a:lvl6pPr algn="l">
              <a:defRPr sz="1125" b="0">
                <a:solidFill>
                  <a:srgbClr val="6E807B"/>
                </a:solidFill>
                <a:latin typeface="Arial"/>
                <a:ea typeface="Arial"/>
                <a:cs typeface="Arial"/>
              </a:defRPr>
            </a:lvl6pPr>
            <a:lvl7pPr algn="l">
              <a:defRPr sz="1125" b="0">
                <a:solidFill>
                  <a:srgbClr val="6E807B"/>
                </a:solidFill>
                <a:latin typeface="Arial"/>
                <a:ea typeface="Arial"/>
                <a:cs typeface="Arial"/>
              </a:defRPr>
            </a:lvl7pPr>
            <a:lvl8pPr algn="l">
              <a:defRPr sz="1125" b="0">
                <a:solidFill>
                  <a:srgbClr val="6E807B"/>
                </a:solidFill>
                <a:latin typeface="Arial"/>
                <a:ea typeface="Arial"/>
                <a:cs typeface="Arial"/>
              </a:defRPr>
            </a:lvl8pPr>
            <a:lvl9pPr algn="l">
              <a:defRPr sz="1125" b="0">
                <a:solidFill>
                  <a:srgbClr val="6E807B"/>
                </a:solidFill>
                <a:latin typeface="Arial"/>
                <a:ea typeface="Arial"/>
                <a:cs typeface="Arial"/>
              </a:defRPr>
            </a:lvl9pPr>
          </a:lstStyle>
          <a:p xmlns:a="http://schemas.openxmlformats.org/drawingml/2006/main">
            <a:pPr algn="l">
              <a:defRPr sz="1125" b="0">
                <a:solidFill>
                  <a:srgbClr val="6E807B"/>
                </a:solidFill>
                <a:latin typeface="Arial"/>
                <a:ea typeface="Arial"/>
                <a:cs typeface="Arial"/>
              </a:defRPr>
            </a:pPr>
            <a:r>
              <a:rPr sz="1125" b="0">
                <a:solidFill>
                  <a:srgbClr val="6E807B"/>
                </a:solidFill>
                <a:latin typeface="Arial"/>
                <a:ea typeface="Arial"/>
                <a:cs typeface="Arial"/>
              </a:rPr>
              <a:t>date coverage</a:t>
            </a:r>
          </a:p>
        </p:txBody>
      </p:sp>
      <p:sp>
        <p:nvSpPr>
          <p:cNvPr id="21" name="">
            <a:extLst xmlns:a="http://schemas.openxmlformats.org/drawingml/2006/main">
              <a:ext uri="{FF2B5EF4-FFF2-40B4-BE49-F238E27FC236}">
                <a16:creationId xmlns:a16="http://schemas.microsoft.com/office/drawing/2014/main" id="{AD10957D-F169-4A89-A442-8EA054FF76B2}"/>
              </a:ext>
            </a:extLst>
          </p:cNvPr>
          <p:cNvSpPr>
            <a:spLocks xmlns:a="http://schemas.openxmlformats.org/drawingml/2006/main" noGrp="1"/>
          </p:cNvSpPr>
          <p:nvPr/>
        </p:nvSpPr>
        <p:spPr>
          <a:xfrm xmlns:a="http://schemas.openxmlformats.org/drawingml/2006/main">
            <a:off x="647700" y="3476625"/>
            <a:ext cx="10877550" cy="0"/>
          </a:xfrm>
          <a:prstGeom xmlns:a="http://schemas.openxmlformats.org/drawingml/2006/main" prst="line">
            <a:avLst/>
          </a:prstGeom>
          <a:noFill xmlns:a="http://schemas.openxmlformats.org/drawingml/2006/main"/>
          <a:ln xmlns:a="http://schemas.openxmlformats.org/drawingml/2006/main" w="9525">
            <a:solidFill>
              <a:srgbClr val="CCD7D1"/>
            </a:solidFill>
            <a:prstDash val="solid"/>
          </a:ln>
        </p:spPr>
      </p:sp>
      <p:sp>
        <p:nvSpPr>
          <p:cNvPr id="22" name="grain-label">
            <a:extLst xmlns:a="http://schemas.openxmlformats.org/drawingml/2006/main">
              <a:ext uri="{FF2B5EF4-FFF2-40B4-BE49-F238E27FC236}">
                <a16:creationId xmlns:a16="http://schemas.microsoft.com/office/drawing/2014/main" id="{F503AE68-1B31-4EBE-8B26-A77E5B0C9D19}"/>
              </a:ext>
            </a:extLst>
          </p:cNvPr>
          <p:cNvSpPr>
            <a:spLocks xmlns:a="http://schemas.openxmlformats.org/drawingml/2006/main" noGrp="1"/>
          </p:cNvSpPr>
          <p:nvPr/>
        </p:nvSpPr>
        <p:spPr>
          <a:xfrm xmlns:a="http://schemas.openxmlformats.org/drawingml/2006/main">
            <a:off x="647700" y="38100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77F69"/>
                </a:solidFill>
                <a:latin typeface="Arial"/>
                <a:ea typeface="Arial"/>
                <a:cs typeface="Arial"/>
              </a:defRPr>
            </a:defPPr>
            <a:lvl1pPr algn="l">
              <a:defRPr sz="975" b="1">
                <a:solidFill>
                  <a:srgbClr val="177F69"/>
                </a:solidFill>
                <a:latin typeface="Arial"/>
                <a:ea typeface="Arial"/>
                <a:cs typeface="Arial"/>
              </a:defRPr>
            </a:lvl1pPr>
            <a:lvl2pPr algn="l">
              <a:defRPr sz="975" b="1">
                <a:solidFill>
                  <a:srgbClr val="177F69"/>
                </a:solidFill>
                <a:latin typeface="Arial"/>
                <a:ea typeface="Arial"/>
                <a:cs typeface="Arial"/>
              </a:defRPr>
            </a:lvl2pPr>
            <a:lvl3pPr algn="l">
              <a:defRPr sz="975" b="1">
                <a:solidFill>
                  <a:srgbClr val="177F69"/>
                </a:solidFill>
                <a:latin typeface="Arial"/>
                <a:ea typeface="Arial"/>
                <a:cs typeface="Arial"/>
              </a:defRPr>
            </a:lvl3pPr>
            <a:lvl4pPr algn="l">
              <a:defRPr sz="975" b="1">
                <a:solidFill>
                  <a:srgbClr val="177F69"/>
                </a:solidFill>
                <a:latin typeface="Arial"/>
                <a:ea typeface="Arial"/>
                <a:cs typeface="Arial"/>
              </a:defRPr>
            </a:lvl4pPr>
            <a:lvl5pPr algn="l">
              <a:defRPr sz="975" b="1">
                <a:solidFill>
                  <a:srgbClr val="177F69"/>
                </a:solidFill>
                <a:latin typeface="Arial"/>
                <a:ea typeface="Arial"/>
                <a:cs typeface="Arial"/>
              </a:defRPr>
            </a:lvl5pPr>
            <a:lvl6pPr algn="l">
              <a:defRPr sz="975" b="1">
                <a:solidFill>
                  <a:srgbClr val="177F69"/>
                </a:solidFill>
                <a:latin typeface="Arial"/>
                <a:ea typeface="Arial"/>
                <a:cs typeface="Arial"/>
              </a:defRPr>
            </a:lvl6pPr>
            <a:lvl7pPr algn="l">
              <a:defRPr sz="975" b="1">
                <a:solidFill>
                  <a:srgbClr val="177F69"/>
                </a:solidFill>
                <a:latin typeface="Arial"/>
                <a:ea typeface="Arial"/>
                <a:cs typeface="Arial"/>
              </a:defRPr>
            </a:lvl7pPr>
            <a:lvl8pPr algn="l">
              <a:defRPr sz="975" b="1">
                <a:solidFill>
                  <a:srgbClr val="177F69"/>
                </a:solidFill>
                <a:latin typeface="Arial"/>
                <a:ea typeface="Arial"/>
                <a:cs typeface="Arial"/>
              </a:defRPr>
            </a:lvl8pPr>
            <a:lvl9pPr algn="l">
              <a:defRPr sz="975" b="1">
                <a:solidFill>
                  <a:srgbClr val="177F69"/>
                </a:solidFill>
                <a:latin typeface="Arial"/>
                <a:ea typeface="Arial"/>
                <a:cs typeface="Arial"/>
              </a:defRPr>
            </a:lvl9pPr>
          </a:lstStyle>
          <a:p xmlns:a="http://schemas.openxmlformats.org/drawingml/2006/main">
            <a:pPr algn="l">
              <a:defRPr sz="975" b="1">
                <a:solidFill>
                  <a:srgbClr val="177F69"/>
                </a:solidFill>
                <a:latin typeface="Arial"/>
                <a:ea typeface="Arial"/>
                <a:cs typeface="Arial"/>
              </a:defRPr>
            </a:pPr>
            <a:r>
              <a:rPr sz="975" b="1">
                <a:solidFill>
                  <a:srgbClr val="177F69"/>
                </a:solidFill>
                <a:latin typeface="Arial"/>
                <a:ea typeface="Arial"/>
                <a:cs typeface="Arial"/>
              </a:rPr>
              <a:t>RECORD GRAIN</a:t>
            </a:r>
          </a:p>
        </p:txBody>
      </p:sp>
      <p:sp>
        <p:nvSpPr>
          <p:cNvPr id="23" name="grain-copy">
            <a:extLst xmlns:a="http://schemas.openxmlformats.org/drawingml/2006/main">
              <a:ext uri="{FF2B5EF4-FFF2-40B4-BE49-F238E27FC236}">
                <a16:creationId xmlns:a16="http://schemas.microsoft.com/office/drawing/2014/main" id="{B47974A2-D19E-46B5-A176-FB51A8BB5443}"/>
              </a:ext>
            </a:extLst>
          </p:cNvPr>
          <p:cNvSpPr>
            <a:spLocks xmlns:a="http://schemas.openxmlformats.org/drawingml/2006/main" noGrp="1"/>
          </p:cNvSpPr>
          <p:nvPr/>
        </p:nvSpPr>
        <p:spPr>
          <a:xfrm xmlns:a="http://schemas.openxmlformats.org/drawingml/2006/main">
            <a:off x="647700" y="4143375"/>
            <a:ext cx="4762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83D37"/>
                </a:solidFill>
                <a:latin typeface="Arial"/>
                <a:ea typeface="Arial"/>
                <a:cs typeface="Arial"/>
              </a:defRPr>
            </a:defPPr>
            <a:lvl1pPr algn="l">
              <a:defRPr sz="1650" b="1">
                <a:solidFill>
                  <a:srgbClr val="183D37"/>
                </a:solidFill>
                <a:latin typeface="Arial"/>
                <a:ea typeface="Arial"/>
                <a:cs typeface="Arial"/>
              </a:defRPr>
            </a:lvl1pPr>
            <a:lvl2pPr algn="l">
              <a:defRPr sz="1650" b="1">
                <a:solidFill>
                  <a:srgbClr val="183D37"/>
                </a:solidFill>
                <a:latin typeface="Arial"/>
                <a:ea typeface="Arial"/>
                <a:cs typeface="Arial"/>
              </a:defRPr>
            </a:lvl2pPr>
            <a:lvl3pPr algn="l">
              <a:defRPr sz="1650" b="1">
                <a:solidFill>
                  <a:srgbClr val="183D37"/>
                </a:solidFill>
                <a:latin typeface="Arial"/>
                <a:ea typeface="Arial"/>
                <a:cs typeface="Arial"/>
              </a:defRPr>
            </a:lvl3pPr>
            <a:lvl4pPr algn="l">
              <a:defRPr sz="1650" b="1">
                <a:solidFill>
                  <a:srgbClr val="183D37"/>
                </a:solidFill>
                <a:latin typeface="Arial"/>
                <a:ea typeface="Arial"/>
                <a:cs typeface="Arial"/>
              </a:defRPr>
            </a:lvl4pPr>
            <a:lvl5pPr algn="l">
              <a:defRPr sz="1650" b="1">
                <a:solidFill>
                  <a:srgbClr val="183D37"/>
                </a:solidFill>
                <a:latin typeface="Arial"/>
                <a:ea typeface="Arial"/>
                <a:cs typeface="Arial"/>
              </a:defRPr>
            </a:lvl5pPr>
            <a:lvl6pPr algn="l">
              <a:defRPr sz="1650" b="1">
                <a:solidFill>
                  <a:srgbClr val="183D37"/>
                </a:solidFill>
                <a:latin typeface="Arial"/>
                <a:ea typeface="Arial"/>
                <a:cs typeface="Arial"/>
              </a:defRPr>
            </a:lvl6pPr>
            <a:lvl7pPr algn="l">
              <a:defRPr sz="1650" b="1">
                <a:solidFill>
                  <a:srgbClr val="183D37"/>
                </a:solidFill>
                <a:latin typeface="Arial"/>
                <a:ea typeface="Arial"/>
                <a:cs typeface="Arial"/>
              </a:defRPr>
            </a:lvl7pPr>
            <a:lvl8pPr algn="l">
              <a:defRPr sz="1650" b="1">
                <a:solidFill>
                  <a:srgbClr val="183D37"/>
                </a:solidFill>
                <a:latin typeface="Arial"/>
                <a:ea typeface="Arial"/>
                <a:cs typeface="Arial"/>
              </a:defRPr>
            </a:lvl8pPr>
            <a:lvl9pPr algn="l">
              <a:defRPr sz="1650" b="1">
                <a:solidFill>
                  <a:srgbClr val="183D37"/>
                </a:solidFill>
                <a:latin typeface="Arial"/>
                <a:ea typeface="Arial"/>
                <a:cs typeface="Arial"/>
              </a:defRPr>
            </a:lvl9pPr>
          </a:lstStyle>
          <a:p xmlns:a="http://schemas.openxmlformats.org/drawingml/2006/main">
            <a:pPr algn="l">
              <a:defRPr sz="1650" b="1">
                <a:solidFill>
                  <a:srgbClr val="183D37"/>
                </a:solidFill>
                <a:latin typeface="Arial"/>
                <a:ea typeface="Arial"/>
                <a:cs typeface="Arial"/>
              </a:defRPr>
            </a:pPr>
            <a:r>
              <a:rPr sz="1650" b="1">
                <a:solidFill>
                  <a:srgbClr val="183D37"/>
                </a:solidFill>
                <a:latin typeface="Arial"/>
                <a:ea typeface="Arial"/>
                <a:cs typeface="Arial"/>
              </a:rPr>
              <a:t>One row represents one product line. Rows in the same order share an order ID.</a:t>
            </a:r>
          </a:p>
        </p:txBody>
      </p:sp>
      <p:sp>
        <p:nvSpPr>
          <p:cNvPr id="24" name="period-label">
            <a:extLst xmlns:a="http://schemas.openxmlformats.org/drawingml/2006/main">
              <a:ext uri="{FF2B5EF4-FFF2-40B4-BE49-F238E27FC236}">
                <a16:creationId xmlns:a16="http://schemas.microsoft.com/office/drawing/2014/main" id="{2823D8BD-F891-4DA5-B38C-283336E49714}"/>
              </a:ext>
            </a:extLst>
          </p:cNvPr>
          <p:cNvSpPr>
            <a:spLocks xmlns:a="http://schemas.openxmlformats.org/drawingml/2006/main" noGrp="1"/>
          </p:cNvSpPr>
          <p:nvPr/>
        </p:nvSpPr>
        <p:spPr>
          <a:xfrm xmlns:a="http://schemas.openxmlformats.org/drawingml/2006/main">
            <a:off x="6400800" y="38100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77F69"/>
                </a:solidFill>
                <a:latin typeface="Arial"/>
                <a:ea typeface="Arial"/>
                <a:cs typeface="Arial"/>
              </a:defRPr>
            </a:defPPr>
            <a:lvl1pPr algn="l">
              <a:defRPr sz="975" b="1">
                <a:solidFill>
                  <a:srgbClr val="177F69"/>
                </a:solidFill>
                <a:latin typeface="Arial"/>
                <a:ea typeface="Arial"/>
                <a:cs typeface="Arial"/>
              </a:defRPr>
            </a:lvl1pPr>
            <a:lvl2pPr algn="l">
              <a:defRPr sz="975" b="1">
                <a:solidFill>
                  <a:srgbClr val="177F69"/>
                </a:solidFill>
                <a:latin typeface="Arial"/>
                <a:ea typeface="Arial"/>
                <a:cs typeface="Arial"/>
              </a:defRPr>
            </a:lvl2pPr>
            <a:lvl3pPr algn="l">
              <a:defRPr sz="975" b="1">
                <a:solidFill>
                  <a:srgbClr val="177F69"/>
                </a:solidFill>
                <a:latin typeface="Arial"/>
                <a:ea typeface="Arial"/>
                <a:cs typeface="Arial"/>
              </a:defRPr>
            </a:lvl3pPr>
            <a:lvl4pPr algn="l">
              <a:defRPr sz="975" b="1">
                <a:solidFill>
                  <a:srgbClr val="177F69"/>
                </a:solidFill>
                <a:latin typeface="Arial"/>
                <a:ea typeface="Arial"/>
                <a:cs typeface="Arial"/>
              </a:defRPr>
            </a:lvl4pPr>
            <a:lvl5pPr algn="l">
              <a:defRPr sz="975" b="1">
                <a:solidFill>
                  <a:srgbClr val="177F69"/>
                </a:solidFill>
                <a:latin typeface="Arial"/>
                <a:ea typeface="Arial"/>
                <a:cs typeface="Arial"/>
              </a:defRPr>
            </a:lvl5pPr>
            <a:lvl6pPr algn="l">
              <a:defRPr sz="975" b="1">
                <a:solidFill>
                  <a:srgbClr val="177F69"/>
                </a:solidFill>
                <a:latin typeface="Arial"/>
                <a:ea typeface="Arial"/>
                <a:cs typeface="Arial"/>
              </a:defRPr>
            </a:lvl6pPr>
            <a:lvl7pPr algn="l">
              <a:defRPr sz="975" b="1">
                <a:solidFill>
                  <a:srgbClr val="177F69"/>
                </a:solidFill>
                <a:latin typeface="Arial"/>
                <a:ea typeface="Arial"/>
                <a:cs typeface="Arial"/>
              </a:defRPr>
            </a:lvl7pPr>
            <a:lvl8pPr algn="l">
              <a:defRPr sz="975" b="1">
                <a:solidFill>
                  <a:srgbClr val="177F69"/>
                </a:solidFill>
                <a:latin typeface="Arial"/>
                <a:ea typeface="Arial"/>
                <a:cs typeface="Arial"/>
              </a:defRPr>
            </a:lvl8pPr>
            <a:lvl9pPr algn="l">
              <a:defRPr sz="975" b="1">
                <a:solidFill>
                  <a:srgbClr val="177F69"/>
                </a:solidFill>
                <a:latin typeface="Arial"/>
                <a:ea typeface="Arial"/>
                <a:cs typeface="Arial"/>
              </a:defRPr>
            </a:lvl9pPr>
          </a:lstStyle>
          <a:p xmlns:a="http://schemas.openxmlformats.org/drawingml/2006/main">
            <a:pPr algn="l">
              <a:defRPr sz="975" b="1">
                <a:solidFill>
                  <a:srgbClr val="177F69"/>
                </a:solidFill>
                <a:latin typeface="Arial"/>
                <a:ea typeface="Arial"/>
                <a:cs typeface="Arial"/>
              </a:defRPr>
            </a:pPr>
            <a:r>
              <a:rPr sz="975" b="1">
                <a:solidFill>
                  <a:srgbClr val="177F69"/>
                </a:solidFill>
                <a:latin typeface="Arial"/>
                <a:ea typeface="Arial"/>
                <a:cs typeface="Arial"/>
              </a:rPr>
              <a:t>DATE RANGE</a:t>
            </a:r>
          </a:p>
        </p:txBody>
      </p:sp>
      <p:sp>
        <p:nvSpPr>
          <p:cNvPr id="25" name="period-copy">
            <a:extLst xmlns:a="http://schemas.openxmlformats.org/drawingml/2006/main">
              <a:ext uri="{FF2B5EF4-FFF2-40B4-BE49-F238E27FC236}">
                <a16:creationId xmlns:a16="http://schemas.microsoft.com/office/drawing/2014/main" id="{EDD79BF2-A6D4-40D5-B7FA-34C13A36F10C}"/>
              </a:ext>
            </a:extLst>
          </p:cNvPr>
          <p:cNvSpPr>
            <a:spLocks xmlns:a="http://schemas.openxmlformats.org/drawingml/2006/main" noGrp="1"/>
          </p:cNvSpPr>
          <p:nvPr/>
        </p:nvSpPr>
        <p:spPr>
          <a:xfrm xmlns:a="http://schemas.openxmlformats.org/drawingml/2006/main">
            <a:off x="6400800" y="41719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83D37"/>
                </a:solidFill>
                <a:latin typeface="Arial"/>
                <a:ea typeface="Arial"/>
                <a:cs typeface="Arial"/>
              </a:defRPr>
            </a:defPPr>
            <a:lvl1pPr algn="l">
              <a:defRPr sz="1650" b="1">
                <a:solidFill>
                  <a:srgbClr val="183D37"/>
                </a:solidFill>
                <a:latin typeface="Arial"/>
                <a:ea typeface="Arial"/>
                <a:cs typeface="Arial"/>
              </a:defRPr>
            </a:lvl1pPr>
            <a:lvl2pPr algn="l">
              <a:defRPr sz="1650" b="1">
                <a:solidFill>
                  <a:srgbClr val="183D37"/>
                </a:solidFill>
                <a:latin typeface="Arial"/>
                <a:ea typeface="Arial"/>
                <a:cs typeface="Arial"/>
              </a:defRPr>
            </a:lvl2pPr>
            <a:lvl3pPr algn="l">
              <a:defRPr sz="1650" b="1">
                <a:solidFill>
                  <a:srgbClr val="183D37"/>
                </a:solidFill>
                <a:latin typeface="Arial"/>
                <a:ea typeface="Arial"/>
                <a:cs typeface="Arial"/>
              </a:defRPr>
            </a:lvl3pPr>
            <a:lvl4pPr algn="l">
              <a:defRPr sz="1650" b="1">
                <a:solidFill>
                  <a:srgbClr val="183D37"/>
                </a:solidFill>
                <a:latin typeface="Arial"/>
                <a:ea typeface="Arial"/>
                <a:cs typeface="Arial"/>
              </a:defRPr>
            </a:lvl4pPr>
            <a:lvl5pPr algn="l">
              <a:defRPr sz="1650" b="1">
                <a:solidFill>
                  <a:srgbClr val="183D37"/>
                </a:solidFill>
                <a:latin typeface="Arial"/>
                <a:ea typeface="Arial"/>
                <a:cs typeface="Arial"/>
              </a:defRPr>
            </a:lvl5pPr>
            <a:lvl6pPr algn="l">
              <a:defRPr sz="1650" b="1">
                <a:solidFill>
                  <a:srgbClr val="183D37"/>
                </a:solidFill>
                <a:latin typeface="Arial"/>
                <a:ea typeface="Arial"/>
                <a:cs typeface="Arial"/>
              </a:defRPr>
            </a:lvl6pPr>
            <a:lvl7pPr algn="l">
              <a:defRPr sz="1650" b="1">
                <a:solidFill>
                  <a:srgbClr val="183D37"/>
                </a:solidFill>
                <a:latin typeface="Arial"/>
                <a:ea typeface="Arial"/>
                <a:cs typeface="Arial"/>
              </a:defRPr>
            </a:lvl7pPr>
            <a:lvl8pPr algn="l">
              <a:defRPr sz="1650" b="1">
                <a:solidFill>
                  <a:srgbClr val="183D37"/>
                </a:solidFill>
                <a:latin typeface="Arial"/>
                <a:ea typeface="Arial"/>
                <a:cs typeface="Arial"/>
              </a:defRPr>
            </a:lvl8pPr>
            <a:lvl9pPr algn="l">
              <a:defRPr sz="1650" b="1">
                <a:solidFill>
                  <a:srgbClr val="183D37"/>
                </a:solidFill>
                <a:latin typeface="Arial"/>
                <a:ea typeface="Arial"/>
                <a:cs typeface="Arial"/>
              </a:defRPr>
            </a:lvl9pPr>
          </a:lstStyle>
          <a:p xmlns:a="http://schemas.openxmlformats.org/drawingml/2006/main">
            <a:pPr algn="l">
              <a:defRPr sz="1650" b="1">
                <a:solidFill>
                  <a:srgbClr val="183D37"/>
                </a:solidFill>
                <a:latin typeface="Arial"/>
                <a:ea typeface="Arial"/>
                <a:cs typeface="Arial"/>
              </a:defRPr>
            </a:pPr>
            <a:r>
              <a:rPr sz="1650" b="1">
                <a:solidFill>
                  <a:srgbClr val="183D37"/>
                </a:solidFill>
                <a:latin typeface="Arial"/>
                <a:ea typeface="Arial"/>
                <a:cs typeface="Arial"/>
              </a:rPr>
              <a:t>2025-10-23  —  2026-10-22</a:t>
            </a:r>
          </a:p>
        </p:txBody>
      </p:sp>
      <p:sp>
        <p:nvSpPr>
          <p:cNvPr id="26" name="category-list">
            <a:extLst xmlns:a="http://schemas.openxmlformats.org/drawingml/2006/main">
              <a:ext uri="{FF2B5EF4-FFF2-40B4-BE49-F238E27FC236}">
                <a16:creationId xmlns:a16="http://schemas.microsoft.com/office/drawing/2014/main" id="{73C074F4-C6AE-415F-B43E-8D1EFAA417D0}"/>
              </a:ext>
            </a:extLst>
          </p:cNvPr>
          <p:cNvSpPr>
            <a:spLocks xmlns:a="http://schemas.openxmlformats.org/drawingml/2006/main" noGrp="1"/>
          </p:cNvSpPr>
          <p:nvPr/>
        </p:nvSpPr>
        <p:spPr>
          <a:xfrm xmlns:a="http://schemas.openxmlformats.org/drawingml/2006/main">
            <a:off x="647700" y="5286375"/>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E807B"/>
                </a:solidFill>
                <a:latin typeface="Arial"/>
                <a:ea typeface="Arial"/>
                <a:cs typeface="Arial"/>
              </a:defRPr>
            </a:defPPr>
            <a:lvl1pPr algn="l">
              <a:defRPr sz="1200" b="0">
                <a:solidFill>
                  <a:srgbClr val="6E807B"/>
                </a:solidFill>
                <a:latin typeface="Arial"/>
                <a:ea typeface="Arial"/>
                <a:cs typeface="Arial"/>
              </a:defRPr>
            </a:lvl1pPr>
            <a:lvl2pPr algn="l">
              <a:defRPr sz="1200" b="0">
                <a:solidFill>
                  <a:srgbClr val="6E807B"/>
                </a:solidFill>
                <a:latin typeface="Arial"/>
                <a:ea typeface="Arial"/>
                <a:cs typeface="Arial"/>
              </a:defRPr>
            </a:lvl2pPr>
            <a:lvl3pPr algn="l">
              <a:defRPr sz="1200" b="0">
                <a:solidFill>
                  <a:srgbClr val="6E807B"/>
                </a:solidFill>
                <a:latin typeface="Arial"/>
                <a:ea typeface="Arial"/>
                <a:cs typeface="Arial"/>
              </a:defRPr>
            </a:lvl3pPr>
            <a:lvl4pPr algn="l">
              <a:defRPr sz="1200" b="0">
                <a:solidFill>
                  <a:srgbClr val="6E807B"/>
                </a:solidFill>
                <a:latin typeface="Arial"/>
                <a:ea typeface="Arial"/>
                <a:cs typeface="Arial"/>
              </a:defRPr>
            </a:lvl4pPr>
            <a:lvl5pPr algn="l">
              <a:defRPr sz="1200" b="0">
                <a:solidFill>
                  <a:srgbClr val="6E807B"/>
                </a:solidFill>
                <a:latin typeface="Arial"/>
                <a:ea typeface="Arial"/>
                <a:cs typeface="Arial"/>
              </a:defRPr>
            </a:lvl5pPr>
            <a:lvl6pPr algn="l">
              <a:defRPr sz="1200" b="0">
                <a:solidFill>
                  <a:srgbClr val="6E807B"/>
                </a:solidFill>
                <a:latin typeface="Arial"/>
                <a:ea typeface="Arial"/>
                <a:cs typeface="Arial"/>
              </a:defRPr>
            </a:lvl6pPr>
            <a:lvl7pPr algn="l">
              <a:defRPr sz="1200" b="0">
                <a:solidFill>
                  <a:srgbClr val="6E807B"/>
                </a:solidFill>
                <a:latin typeface="Arial"/>
                <a:ea typeface="Arial"/>
                <a:cs typeface="Arial"/>
              </a:defRPr>
            </a:lvl7pPr>
            <a:lvl8pPr algn="l">
              <a:defRPr sz="1200" b="0">
                <a:solidFill>
                  <a:srgbClr val="6E807B"/>
                </a:solidFill>
                <a:latin typeface="Arial"/>
                <a:ea typeface="Arial"/>
                <a:cs typeface="Arial"/>
              </a:defRPr>
            </a:lvl8pPr>
            <a:lvl9pPr algn="l">
              <a:defRPr sz="1200" b="0">
                <a:solidFill>
                  <a:srgbClr val="6E807B"/>
                </a:solidFill>
                <a:latin typeface="Arial"/>
                <a:ea typeface="Arial"/>
                <a:cs typeface="Arial"/>
              </a:defRPr>
            </a:lvl9pPr>
          </a:lstStyle>
          <a:p xmlns:a="http://schemas.openxmlformats.org/drawingml/2006/main">
            <a:pPr algn="l">
              <a:defRPr sz="1200" b="0">
                <a:solidFill>
                  <a:srgbClr val="6E807B"/>
                </a:solidFill>
                <a:latin typeface="Arial"/>
                <a:ea typeface="Arial"/>
                <a:cs typeface="Arial"/>
              </a:defRPr>
            </a:pPr>
            <a:r>
              <a:rPr sz="1200" b="0">
                <a:solidFill>
                  <a:srgbClr val="6E807B"/>
                </a:solidFill>
                <a:latin typeface="Arial"/>
                <a:ea typeface="Arial"/>
                <a:cs typeface="Arial"/>
              </a:rPr>
              <a:t>Categories: Electronics · Fashion · Home &amp; Living · Sports &amp; Outdoors · Beauty &amp; Care</a:t>
            </a:r>
          </a:p>
        </p:txBody>
      </p:sp>
    </p:spTree>
    <p:extLst>
      <p:ext uri="{BB962C8B-B14F-4D97-AF65-F5344CB8AC3E}">
        <p14:creationId xmlns:p14="http://schemas.microsoft.com/office/powerpoint/2010/main" val="678960078"/>
      </p:ext>
    </p:extLst>
  </p:cSld>
</p:sld>
</file>

<file path=ppt/slides/slide6.xml><?xml version="1.0" encoding="utf-8"?>
<p:sld xmlns:p="http://schemas.openxmlformats.org/presentationml/2006/main">
  <p:cSld>
    <p:bg>
      <p:bgPr>
        <a:solidFill xmlns:a="http://schemas.openxmlformats.org/drawingml/2006/main">
          <a:srgbClr val="F4F5EF"/>
        </a:solidFill>
      </p:bgPr>
    </p:bg>
    <p:spTree>
      <p:nvGrpSpPr>
        <p:cNvPr id="1" name=""/>
        <p:cNvGrpSpPr/>
        <p:nvPr/>
      </p:nvGrpSpPr>
      <p:grpSpPr>
        <a:xfrm xmlns:a="http://schemas.openxmlformats.org/drawingml/2006/main"/>
      </p:grpSpPr>
      <p:sp>
        <p:nvSpPr>
          <p:cNvPr id="43" name="section-label">
            <a:extLst xmlns:a="http://schemas.openxmlformats.org/drawingml/2006/main">
              <a:ext uri="{FF2B5EF4-FFF2-40B4-BE49-F238E27FC236}">
                <a16:creationId xmlns:a16="http://schemas.microsoft.com/office/drawing/2014/main" id="{A628B7E3-A6C0-4616-A53F-BAFC9E2B4C4D}"/>
              </a:ext>
            </a:extLst>
          </p:cNvPr>
          <p:cNvSpPr>
            <a:spLocks xmlns:a="http://schemas.openxmlformats.org/drawingml/2006/main" noGrp="1"/>
          </p:cNvSpPr>
          <p:nvPr/>
        </p:nvSpPr>
        <p:spPr>
          <a:xfrm xmlns:a="http://schemas.openxmlformats.org/drawingml/2006/main">
            <a:off x="609600" y="381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77F69"/>
                </a:solidFill>
                <a:latin typeface="Arial"/>
                <a:ea typeface="Arial"/>
                <a:cs typeface="Arial"/>
              </a:defRPr>
            </a:defPPr>
            <a:lvl1pPr algn="l">
              <a:defRPr sz="900" b="1">
                <a:solidFill>
                  <a:srgbClr val="177F69"/>
                </a:solidFill>
                <a:latin typeface="Arial"/>
                <a:ea typeface="Arial"/>
                <a:cs typeface="Arial"/>
              </a:defRPr>
            </a:lvl1pPr>
            <a:lvl2pPr algn="l">
              <a:defRPr sz="900" b="1">
                <a:solidFill>
                  <a:srgbClr val="177F69"/>
                </a:solidFill>
                <a:latin typeface="Arial"/>
                <a:ea typeface="Arial"/>
                <a:cs typeface="Arial"/>
              </a:defRPr>
            </a:lvl2pPr>
            <a:lvl3pPr algn="l">
              <a:defRPr sz="900" b="1">
                <a:solidFill>
                  <a:srgbClr val="177F69"/>
                </a:solidFill>
                <a:latin typeface="Arial"/>
                <a:ea typeface="Arial"/>
                <a:cs typeface="Arial"/>
              </a:defRPr>
            </a:lvl3pPr>
            <a:lvl4pPr algn="l">
              <a:defRPr sz="900" b="1">
                <a:solidFill>
                  <a:srgbClr val="177F69"/>
                </a:solidFill>
                <a:latin typeface="Arial"/>
                <a:ea typeface="Arial"/>
                <a:cs typeface="Arial"/>
              </a:defRPr>
            </a:lvl4pPr>
            <a:lvl5pPr algn="l">
              <a:defRPr sz="900" b="1">
                <a:solidFill>
                  <a:srgbClr val="177F69"/>
                </a:solidFill>
                <a:latin typeface="Arial"/>
                <a:ea typeface="Arial"/>
                <a:cs typeface="Arial"/>
              </a:defRPr>
            </a:lvl5pPr>
            <a:lvl6pPr algn="l">
              <a:defRPr sz="900" b="1">
                <a:solidFill>
                  <a:srgbClr val="177F69"/>
                </a:solidFill>
                <a:latin typeface="Arial"/>
                <a:ea typeface="Arial"/>
                <a:cs typeface="Arial"/>
              </a:defRPr>
            </a:lvl6pPr>
            <a:lvl7pPr algn="l">
              <a:defRPr sz="900" b="1">
                <a:solidFill>
                  <a:srgbClr val="177F69"/>
                </a:solidFill>
                <a:latin typeface="Arial"/>
                <a:ea typeface="Arial"/>
                <a:cs typeface="Arial"/>
              </a:defRPr>
            </a:lvl7pPr>
            <a:lvl8pPr algn="l">
              <a:defRPr sz="900" b="1">
                <a:solidFill>
                  <a:srgbClr val="177F69"/>
                </a:solidFill>
                <a:latin typeface="Arial"/>
                <a:ea typeface="Arial"/>
                <a:cs typeface="Arial"/>
              </a:defRPr>
            </a:lvl8pPr>
            <a:lvl9pPr algn="l">
              <a:defRPr sz="900" b="1">
                <a:solidFill>
                  <a:srgbClr val="177F69"/>
                </a:solidFill>
                <a:latin typeface="Arial"/>
                <a:ea typeface="Arial"/>
                <a:cs typeface="Arial"/>
              </a:defRPr>
            </a:lvl9pPr>
          </a:lstStyle>
          <a:p xmlns:a="http://schemas.openxmlformats.org/drawingml/2006/main">
            <a:pPr algn="l">
              <a:defRPr sz="900" b="1">
                <a:solidFill>
                  <a:srgbClr val="177F69"/>
                </a:solidFill>
                <a:latin typeface="Arial"/>
                <a:ea typeface="Arial"/>
                <a:cs typeface="Arial"/>
              </a:defRPr>
            </a:pPr>
            <a:r>
              <a:rPr sz="900" b="1">
                <a:solidFill>
                  <a:srgbClr val="177F69"/>
                </a:solidFill>
                <a:latin typeface="Arial"/>
                <a:ea typeface="Arial"/>
                <a:cs typeface="Arial"/>
              </a:rPr>
              <a:t>05  SALES ANALYSIS</a:t>
            </a:r>
          </a:p>
        </p:txBody>
      </p:sp>
      <p:sp>
        <p:nvSpPr>
          <p:cNvPr id="2" name="slide-title">
            <a:extLst xmlns:a="http://schemas.openxmlformats.org/drawingml/2006/main">
              <a:ext uri="{FF2B5EF4-FFF2-40B4-BE49-F238E27FC236}">
                <a16:creationId xmlns:a16="http://schemas.microsoft.com/office/drawing/2014/main" id="{D17B7974-75D6-4BDA-BB75-F691DA5D71C0}"/>
              </a:ext>
            </a:extLst>
          </p:cNvPr>
          <p:cNvSpPr>
            <a:spLocks xmlns:a="http://schemas.openxmlformats.org/drawingml/2006/main" noGrp="1"/>
          </p:cNvSpPr>
          <p:nvPr/>
        </p:nvSpPr>
        <p:spPr>
          <a:xfrm xmlns:a="http://schemas.openxmlformats.org/drawingml/2006/main">
            <a:off x="609600" y="714375"/>
            <a:ext cx="10906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83D37"/>
                </a:solidFill>
                <a:latin typeface="Arial"/>
                <a:ea typeface="Arial"/>
                <a:cs typeface="Arial"/>
              </a:defRPr>
            </a:defPPr>
            <a:lvl1pPr algn="l">
              <a:defRPr sz="3225" b="1">
                <a:solidFill>
                  <a:srgbClr val="183D37"/>
                </a:solidFill>
                <a:latin typeface="Arial"/>
                <a:ea typeface="Arial"/>
                <a:cs typeface="Arial"/>
              </a:defRPr>
            </a:lvl1pPr>
            <a:lvl2pPr algn="l">
              <a:defRPr sz="3225" b="1">
                <a:solidFill>
                  <a:srgbClr val="183D37"/>
                </a:solidFill>
                <a:latin typeface="Arial"/>
                <a:ea typeface="Arial"/>
                <a:cs typeface="Arial"/>
              </a:defRPr>
            </a:lvl2pPr>
            <a:lvl3pPr algn="l">
              <a:defRPr sz="3225" b="1">
                <a:solidFill>
                  <a:srgbClr val="183D37"/>
                </a:solidFill>
                <a:latin typeface="Arial"/>
                <a:ea typeface="Arial"/>
                <a:cs typeface="Arial"/>
              </a:defRPr>
            </a:lvl3pPr>
            <a:lvl4pPr algn="l">
              <a:defRPr sz="3225" b="1">
                <a:solidFill>
                  <a:srgbClr val="183D37"/>
                </a:solidFill>
                <a:latin typeface="Arial"/>
                <a:ea typeface="Arial"/>
                <a:cs typeface="Arial"/>
              </a:defRPr>
            </a:lvl4pPr>
            <a:lvl5pPr algn="l">
              <a:defRPr sz="3225" b="1">
                <a:solidFill>
                  <a:srgbClr val="183D37"/>
                </a:solidFill>
                <a:latin typeface="Arial"/>
                <a:ea typeface="Arial"/>
                <a:cs typeface="Arial"/>
              </a:defRPr>
            </a:lvl5pPr>
            <a:lvl6pPr algn="l">
              <a:defRPr sz="3225" b="1">
                <a:solidFill>
                  <a:srgbClr val="183D37"/>
                </a:solidFill>
                <a:latin typeface="Arial"/>
                <a:ea typeface="Arial"/>
                <a:cs typeface="Arial"/>
              </a:defRPr>
            </a:lvl6pPr>
            <a:lvl7pPr algn="l">
              <a:defRPr sz="3225" b="1">
                <a:solidFill>
                  <a:srgbClr val="183D37"/>
                </a:solidFill>
                <a:latin typeface="Arial"/>
                <a:ea typeface="Arial"/>
                <a:cs typeface="Arial"/>
              </a:defRPr>
            </a:lvl7pPr>
            <a:lvl8pPr algn="l">
              <a:defRPr sz="3225" b="1">
                <a:solidFill>
                  <a:srgbClr val="183D37"/>
                </a:solidFill>
                <a:latin typeface="Arial"/>
                <a:ea typeface="Arial"/>
                <a:cs typeface="Arial"/>
              </a:defRPr>
            </a:lvl8pPr>
            <a:lvl9pPr algn="l">
              <a:defRPr sz="3225" b="1">
                <a:solidFill>
                  <a:srgbClr val="183D37"/>
                </a:solidFill>
                <a:latin typeface="Arial"/>
                <a:ea typeface="Arial"/>
                <a:cs typeface="Arial"/>
              </a:defRPr>
            </a:lvl9pPr>
          </a:lstStyle>
          <a:p xmlns:a="http://schemas.openxmlformats.org/drawingml/2006/main">
            <a:pPr algn="l">
              <a:defRPr sz="3225" b="1">
                <a:solidFill>
                  <a:srgbClr val="183D37"/>
                </a:solidFill>
                <a:latin typeface="Arial"/>
                <a:ea typeface="Arial"/>
                <a:cs typeface="Arial"/>
              </a:defRPr>
            </a:pPr>
            <a:r>
              <a:rPr sz="3225" b="1">
                <a:solidFill>
                  <a:srgbClr val="183D37"/>
                </a:solidFill>
                <a:latin typeface="Arial"/>
                <a:ea typeface="Arial"/>
                <a:cs typeface="Arial"/>
              </a:rPr>
              <a:t>Electronics leads the sample revenue mix</a:t>
            </a:r>
          </a:p>
        </p:txBody>
      </p:sp>
      <p:sp>
        <p:nvSpPr>
          <p:cNvPr id="3" name="slide-subtitle">
            <a:extLst xmlns:a="http://schemas.openxmlformats.org/drawingml/2006/main">
              <a:ext uri="{FF2B5EF4-FFF2-40B4-BE49-F238E27FC236}">
                <a16:creationId xmlns:a16="http://schemas.microsoft.com/office/drawing/2014/main" id="{DA4A5ABE-A0AE-43CF-AEC7-522AE46CECDE}"/>
              </a:ext>
            </a:extLst>
          </p:cNvPr>
          <p:cNvSpPr>
            <a:spLocks xmlns:a="http://schemas.openxmlformats.org/drawingml/2006/main" noGrp="1"/>
          </p:cNvSpPr>
          <p:nvPr/>
        </p:nvSpPr>
        <p:spPr>
          <a:xfrm xmlns:a="http://schemas.openxmlformats.org/drawingml/2006/main">
            <a:off x="609600" y="1333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E807B"/>
                </a:solidFill>
                <a:latin typeface="Arial"/>
                <a:ea typeface="Arial"/>
                <a:cs typeface="Arial"/>
              </a:defRPr>
            </a:defPPr>
            <a:lvl1pPr algn="l">
              <a:defRPr sz="1500" b="0">
                <a:solidFill>
                  <a:srgbClr val="6E807B"/>
                </a:solidFill>
                <a:latin typeface="Arial"/>
                <a:ea typeface="Arial"/>
                <a:cs typeface="Arial"/>
              </a:defRPr>
            </a:lvl1pPr>
            <a:lvl2pPr algn="l">
              <a:defRPr sz="1500" b="0">
                <a:solidFill>
                  <a:srgbClr val="6E807B"/>
                </a:solidFill>
                <a:latin typeface="Arial"/>
                <a:ea typeface="Arial"/>
                <a:cs typeface="Arial"/>
              </a:defRPr>
            </a:lvl2pPr>
            <a:lvl3pPr algn="l">
              <a:defRPr sz="1500" b="0">
                <a:solidFill>
                  <a:srgbClr val="6E807B"/>
                </a:solidFill>
                <a:latin typeface="Arial"/>
                <a:ea typeface="Arial"/>
                <a:cs typeface="Arial"/>
              </a:defRPr>
            </a:lvl3pPr>
            <a:lvl4pPr algn="l">
              <a:defRPr sz="1500" b="0">
                <a:solidFill>
                  <a:srgbClr val="6E807B"/>
                </a:solidFill>
                <a:latin typeface="Arial"/>
                <a:ea typeface="Arial"/>
                <a:cs typeface="Arial"/>
              </a:defRPr>
            </a:lvl4pPr>
            <a:lvl5pPr algn="l">
              <a:defRPr sz="1500" b="0">
                <a:solidFill>
                  <a:srgbClr val="6E807B"/>
                </a:solidFill>
                <a:latin typeface="Arial"/>
                <a:ea typeface="Arial"/>
                <a:cs typeface="Arial"/>
              </a:defRPr>
            </a:lvl5pPr>
            <a:lvl6pPr algn="l">
              <a:defRPr sz="1500" b="0">
                <a:solidFill>
                  <a:srgbClr val="6E807B"/>
                </a:solidFill>
                <a:latin typeface="Arial"/>
                <a:ea typeface="Arial"/>
                <a:cs typeface="Arial"/>
              </a:defRPr>
            </a:lvl6pPr>
            <a:lvl7pPr algn="l">
              <a:defRPr sz="1500" b="0">
                <a:solidFill>
                  <a:srgbClr val="6E807B"/>
                </a:solidFill>
                <a:latin typeface="Arial"/>
                <a:ea typeface="Arial"/>
                <a:cs typeface="Arial"/>
              </a:defRPr>
            </a:lvl7pPr>
            <a:lvl8pPr algn="l">
              <a:defRPr sz="1500" b="0">
                <a:solidFill>
                  <a:srgbClr val="6E807B"/>
                </a:solidFill>
                <a:latin typeface="Arial"/>
                <a:ea typeface="Arial"/>
                <a:cs typeface="Arial"/>
              </a:defRPr>
            </a:lvl8pPr>
            <a:lvl9pPr algn="l">
              <a:defRPr sz="1500" b="0">
                <a:solidFill>
                  <a:srgbClr val="6E807B"/>
                </a:solidFill>
                <a:latin typeface="Arial"/>
                <a:ea typeface="Arial"/>
                <a:cs typeface="Arial"/>
              </a:defRPr>
            </a:lvl9pPr>
          </a:lstStyle>
          <a:p xmlns:a="http://schemas.openxmlformats.org/drawingml/2006/main">
            <a:pPr algn="l">
              <a:defRPr sz="1500" b="0">
                <a:solidFill>
                  <a:srgbClr val="6E807B"/>
                </a:solidFill>
                <a:latin typeface="Arial"/>
                <a:ea typeface="Arial"/>
                <a:cs typeface="Arial"/>
              </a:defRPr>
            </a:pPr>
            <a:r>
              <a:rPr sz="1500" b="0">
                <a:solidFill>
                  <a:srgbClr val="6E807B"/>
                </a:solidFill>
                <a:latin typeface="Arial"/>
                <a:ea typeface="Arial"/>
                <a:cs typeface="Arial"/>
              </a:rPr>
              <a:t>Category revenue is net of the illustrative line discounts.</a:t>
            </a:r>
          </a:p>
        </p:txBody>
      </p:sp>
      <p:sp>
        <p:nvSpPr>
          <p:cNvPr id="4" name="">
            <a:extLst xmlns:a="http://schemas.openxmlformats.org/drawingml/2006/main">
              <a:ext uri="{FF2B5EF4-FFF2-40B4-BE49-F238E27FC236}">
                <a16:creationId xmlns:a16="http://schemas.microsoft.com/office/drawing/2014/main" id="{E53AD785-BF83-4753-8B4D-7621B9E96B26}"/>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CD7D1"/>
            </a:solidFill>
            <a:prstDash val="solid"/>
          </a:ln>
        </p:spPr>
      </p:sp>
      <p:sp>
        <p:nvSpPr>
          <p:cNvPr id="5" name="footer-brand">
            <a:extLst xmlns:a="http://schemas.openxmlformats.org/drawingml/2006/main">
              <a:ext uri="{FF2B5EF4-FFF2-40B4-BE49-F238E27FC236}">
                <a16:creationId xmlns:a16="http://schemas.microsoft.com/office/drawing/2014/main" id="{834EEEAC-37B9-4A5B-9976-996F423C058E}"/>
              </a:ext>
            </a:extLst>
          </p:cNvPr>
          <p:cNvSpPr>
            <a:spLocks xmlns:a="http://schemas.openxmlformats.org/drawingml/2006/main" noGrp="1"/>
          </p:cNvSpPr>
          <p:nvPr/>
        </p:nvSpPr>
        <p:spPr>
          <a:xfrm xmlns:a="http://schemas.openxmlformats.org/drawingml/2006/main">
            <a:off x="609600" y="64865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6E807B"/>
                </a:solidFill>
                <a:latin typeface="Arial"/>
                <a:ea typeface="Arial"/>
                <a:cs typeface="Arial"/>
              </a:defRPr>
            </a:defPPr>
            <a:lvl1pPr algn="l">
              <a:defRPr sz="825" b="1">
                <a:solidFill>
                  <a:srgbClr val="6E807B"/>
                </a:solidFill>
                <a:latin typeface="Arial"/>
                <a:ea typeface="Arial"/>
                <a:cs typeface="Arial"/>
              </a:defRPr>
            </a:lvl1pPr>
            <a:lvl2pPr algn="l">
              <a:defRPr sz="825" b="1">
                <a:solidFill>
                  <a:srgbClr val="6E807B"/>
                </a:solidFill>
                <a:latin typeface="Arial"/>
                <a:ea typeface="Arial"/>
                <a:cs typeface="Arial"/>
              </a:defRPr>
            </a:lvl2pPr>
            <a:lvl3pPr algn="l">
              <a:defRPr sz="825" b="1">
                <a:solidFill>
                  <a:srgbClr val="6E807B"/>
                </a:solidFill>
                <a:latin typeface="Arial"/>
                <a:ea typeface="Arial"/>
                <a:cs typeface="Arial"/>
              </a:defRPr>
            </a:lvl3pPr>
            <a:lvl4pPr algn="l">
              <a:defRPr sz="825" b="1">
                <a:solidFill>
                  <a:srgbClr val="6E807B"/>
                </a:solidFill>
                <a:latin typeface="Arial"/>
                <a:ea typeface="Arial"/>
                <a:cs typeface="Arial"/>
              </a:defRPr>
            </a:lvl4pPr>
            <a:lvl5pPr algn="l">
              <a:defRPr sz="825" b="1">
                <a:solidFill>
                  <a:srgbClr val="6E807B"/>
                </a:solidFill>
                <a:latin typeface="Arial"/>
                <a:ea typeface="Arial"/>
                <a:cs typeface="Arial"/>
              </a:defRPr>
            </a:lvl5pPr>
            <a:lvl6pPr algn="l">
              <a:defRPr sz="825" b="1">
                <a:solidFill>
                  <a:srgbClr val="6E807B"/>
                </a:solidFill>
                <a:latin typeface="Arial"/>
                <a:ea typeface="Arial"/>
                <a:cs typeface="Arial"/>
              </a:defRPr>
            </a:lvl6pPr>
            <a:lvl7pPr algn="l">
              <a:defRPr sz="825" b="1">
                <a:solidFill>
                  <a:srgbClr val="6E807B"/>
                </a:solidFill>
                <a:latin typeface="Arial"/>
                <a:ea typeface="Arial"/>
                <a:cs typeface="Arial"/>
              </a:defRPr>
            </a:lvl7pPr>
            <a:lvl8pPr algn="l">
              <a:defRPr sz="825" b="1">
                <a:solidFill>
                  <a:srgbClr val="6E807B"/>
                </a:solidFill>
                <a:latin typeface="Arial"/>
                <a:ea typeface="Arial"/>
                <a:cs typeface="Arial"/>
              </a:defRPr>
            </a:lvl8pPr>
            <a:lvl9pPr algn="l">
              <a:defRPr sz="825" b="1">
                <a:solidFill>
                  <a:srgbClr val="6E807B"/>
                </a:solidFill>
                <a:latin typeface="Arial"/>
                <a:ea typeface="Arial"/>
                <a:cs typeface="Arial"/>
              </a:defRPr>
            </a:lvl9pPr>
          </a:lstStyle>
          <a:p xmlns:a="http://schemas.openxmlformats.org/drawingml/2006/main">
            <a:pPr algn="l">
              <a:defRPr sz="825" b="1">
                <a:solidFill>
                  <a:srgbClr val="6E807B"/>
                </a:solidFill>
                <a:latin typeface="Arial"/>
                <a:ea typeface="Arial"/>
                <a:cs typeface="Arial"/>
              </a:defRPr>
            </a:pPr>
            <a:r>
              <a:rPr sz="825" b="1">
                <a:solidFill>
                  <a:srgbClr val="6E807B"/>
                </a:solidFill>
                <a:latin typeface="Arial"/>
                <a:ea typeface="Arial"/>
                <a:cs typeface="Arial"/>
              </a:rPr>
              <a:t>COMMERCELENS  /  PROJECT 29</a:t>
            </a:r>
          </a:p>
        </p:txBody>
      </p:sp>
      <p:sp>
        <p:nvSpPr>
          <p:cNvPr id="6" name="footer-page">
            <a:extLst xmlns:a="http://schemas.openxmlformats.org/drawingml/2006/main">
              <a:ext uri="{FF2B5EF4-FFF2-40B4-BE49-F238E27FC236}">
                <a16:creationId xmlns:a16="http://schemas.microsoft.com/office/drawing/2014/main" id="{DA4D8987-AE98-463B-BD55-DF418DF11FBD}"/>
              </a:ext>
            </a:extLst>
          </p:cNvPr>
          <p:cNvSpPr>
            <a:spLocks xmlns:a="http://schemas.openxmlformats.org/drawingml/2006/main" noGrp="1"/>
          </p:cNvSpPr>
          <p:nvPr/>
        </p:nvSpPr>
        <p:spPr>
          <a:xfrm xmlns:a="http://schemas.openxmlformats.org/drawingml/2006/main">
            <a:off x="11144250" y="64770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6E807B"/>
                </a:solidFill>
                <a:latin typeface="Arial"/>
                <a:ea typeface="Arial"/>
                <a:cs typeface="Arial"/>
              </a:defRPr>
            </a:defPPr>
            <a:lvl1pPr algn="r">
              <a:defRPr sz="825" b="1">
                <a:solidFill>
                  <a:srgbClr val="6E807B"/>
                </a:solidFill>
                <a:latin typeface="Arial"/>
                <a:ea typeface="Arial"/>
                <a:cs typeface="Arial"/>
              </a:defRPr>
            </a:lvl1pPr>
            <a:lvl2pPr algn="r">
              <a:defRPr sz="825" b="1">
                <a:solidFill>
                  <a:srgbClr val="6E807B"/>
                </a:solidFill>
                <a:latin typeface="Arial"/>
                <a:ea typeface="Arial"/>
                <a:cs typeface="Arial"/>
              </a:defRPr>
            </a:lvl2pPr>
            <a:lvl3pPr algn="r">
              <a:defRPr sz="825" b="1">
                <a:solidFill>
                  <a:srgbClr val="6E807B"/>
                </a:solidFill>
                <a:latin typeface="Arial"/>
                <a:ea typeface="Arial"/>
                <a:cs typeface="Arial"/>
              </a:defRPr>
            </a:lvl3pPr>
            <a:lvl4pPr algn="r">
              <a:defRPr sz="825" b="1">
                <a:solidFill>
                  <a:srgbClr val="6E807B"/>
                </a:solidFill>
                <a:latin typeface="Arial"/>
                <a:ea typeface="Arial"/>
                <a:cs typeface="Arial"/>
              </a:defRPr>
            </a:lvl4pPr>
            <a:lvl5pPr algn="r">
              <a:defRPr sz="825" b="1">
                <a:solidFill>
                  <a:srgbClr val="6E807B"/>
                </a:solidFill>
                <a:latin typeface="Arial"/>
                <a:ea typeface="Arial"/>
                <a:cs typeface="Arial"/>
              </a:defRPr>
            </a:lvl5pPr>
            <a:lvl6pPr algn="r">
              <a:defRPr sz="825" b="1">
                <a:solidFill>
                  <a:srgbClr val="6E807B"/>
                </a:solidFill>
                <a:latin typeface="Arial"/>
                <a:ea typeface="Arial"/>
                <a:cs typeface="Arial"/>
              </a:defRPr>
            </a:lvl6pPr>
            <a:lvl7pPr algn="r">
              <a:defRPr sz="825" b="1">
                <a:solidFill>
                  <a:srgbClr val="6E807B"/>
                </a:solidFill>
                <a:latin typeface="Arial"/>
                <a:ea typeface="Arial"/>
                <a:cs typeface="Arial"/>
              </a:defRPr>
            </a:lvl7pPr>
            <a:lvl8pPr algn="r">
              <a:defRPr sz="825" b="1">
                <a:solidFill>
                  <a:srgbClr val="6E807B"/>
                </a:solidFill>
                <a:latin typeface="Arial"/>
                <a:ea typeface="Arial"/>
                <a:cs typeface="Arial"/>
              </a:defRPr>
            </a:lvl8pPr>
            <a:lvl9pPr algn="r">
              <a:defRPr sz="825" b="1">
                <a:solidFill>
                  <a:srgbClr val="6E807B"/>
                </a:solidFill>
                <a:latin typeface="Arial"/>
                <a:ea typeface="Arial"/>
                <a:cs typeface="Arial"/>
              </a:defRPr>
            </a:lvl9pPr>
          </a:lstStyle>
          <a:p xmlns:a="http://schemas.openxmlformats.org/drawingml/2006/main">
            <a:pPr algn="r">
              <a:defRPr sz="825" b="1">
                <a:solidFill>
                  <a:srgbClr val="6E807B"/>
                </a:solidFill>
                <a:latin typeface="Arial"/>
                <a:ea typeface="Arial"/>
                <a:cs typeface="Arial"/>
              </a:defRPr>
            </a:pPr>
            <a:r>
              <a:rPr sz="825" b="1">
                <a:solidFill>
                  <a:srgbClr val="6E807B"/>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9464107E-0960-42EE-A85B-0B8E7EC61C91}"/>
              </a:ext>
            </a:extLst>
          </p:cNvPr>
          <p:cNvSpPr>
            <a:spLocks xmlns:a="http://schemas.openxmlformats.org/drawingml/2006/main" noGrp="1"/>
          </p:cNvSpPr>
          <p:nvPr/>
        </p:nvSpPr>
        <p:spPr>
          <a:xfrm xmlns:a="http://schemas.openxmlformats.org/drawingml/2006/main">
            <a:off x="2533650" y="2009775"/>
            <a:ext cx="0" cy="3305175"/>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8" name="bar-tick-category-0">
            <a:extLst xmlns:a="http://schemas.openxmlformats.org/drawingml/2006/main">
              <a:ext uri="{FF2B5EF4-FFF2-40B4-BE49-F238E27FC236}">
                <a16:creationId xmlns:a16="http://schemas.microsoft.com/office/drawing/2014/main" id="{E468357F-54E3-4297-9751-380A8A796211}"/>
              </a:ext>
            </a:extLst>
          </p:cNvPr>
          <p:cNvSpPr>
            <a:spLocks xmlns:a="http://schemas.openxmlformats.org/drawingml/2006/main" noGrp="1"/>
          </p:cNvSpPr>
          <p:nvPr/>
        </p:nvSpPr>
        <p:spPr>
          <a:xfrm xmlns:a="http://schemas.openxmlformats.org/drawingml/2006/main">
            <a:off x="2266950" y="5372100"/>
            <a:ext cx="53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750" b="0">
                <a:solidFill>
                  <a:srgbClr val="6E807B"/>
                </a:solidFill>
                <a:latin typeface="Arial"/>
                <a:ea typeface="Arial"/>
                <a:cs typeface="Arial"/>
              </a:defRPr>
            </a:defPPr>
            <a:lvl1pPr algn="ctr">
              <a:defRPr sz="750" b="0">
                <a:solidFill>
                  <a:srgbClr val="6E807B"/>
                </a:solidFill>
                <a:latin typeface="Arial"/>
                <a:ea typeface="Arial"/>
                <a:cs typeface="Arial"/>
              </a:defRPr>
            </a:lvl1pPr>
            <a:lvl2pPr algn="ctr">
              <a:defRPr sz="750" b="0">
                <a:solidFill>
                  <a:srgbClr val="6E807B"/>
                </a:solidFill>
                <a:latin typeface="Arial"/>
                <a:ea typeface="Arial"/>
                <a:cs typeface="Arial"/>
              </a:defRPr>
            </a:lvl2pPr>
            <a:lvl3pPr algn="ctr">
              <a:defRPr sz="750" b="0">
                <a:solidFill>
                  <a:srgbClr val="6E807B"/>
                </a:solidFill>
                <a:latin typeface="Arial"/>
                <a:ea typeface="Arial"/>
                <a:cs typeface="Arial"/>
              </a:defRPr>
            </a:lvl3pPr>
            <a:lvl4pPr algn="ctr">
              <a:defRPr sz="750" b="0">
                <a:solidFill>
                  <a:srgbClr val="6E807B"/>
                </a:solidFill>
                <a:latin typeface="Arial"/>
                <a:ea typeface="Arial"/>
                <a:cs typeface="Arial"/>
              </a:defRPr>
            </a:lvl4pPr>
            <a:lvl5pPr algn="ctr">
              <a:defRPr sz="750" b="0">
                <a:solidFill>
                  <a:srgbClr val="6E807B"/>
                </a:solidFill>
                <a:latin typeface="Arial"/>
                <a:ea typeface="Arial"/>
                <a:cs typeface="Arial"/>
              </a:defRPr>
            </a:lvl5pPr>
            <a:lvl6pPr algn="ctr">
              <a:defRPr sz="750" b="0">
                <a:solidFill>
                  <a:srgbClr val="6E807B"/>
                </a:solidFill>
                <a:latin typeface="Arial"/>
                <a:ea typeface="Arial"/>
                <a:cs typeface="Arial"/>
              </a:defRPr>
            </a:lvl6pPr>
            <a:lvl7pPr algn="ctr">
              <a:defRPr sz="750" b="0">
                <a:solidFill>
                  <a:srgbClr val="6E807B"/>
                </a:solidFill>
                <a:latin typeface="Arial"/>
                <a:ea typeface="Arial"/>
                <a:cs typeface="Arial"/>
              </a:defRPr>
            </a:lvl7pPr>
            <a:lvl8pPr algn="ctr">
              <a:defRPr sz="750" b="0">
                <a:solidFill>
                  <a:srgbClr val="6E807B"/>
                </a:solidFill>
                <a:latin typeface="Arial"/>
                <a:ea typeface="Arial"/>
                <a:cs typeface="Arial"/>
              </a:defRPr>
            </a:lvl8pPr>
            <a:lvl9pPr algn="ctr">
              <a:defRPr sz="750" b="0">
                <a:solidFill>
                  <a:srgbClr val="6E807B"/>
                </a:solidFill>
                <a:latin typeface="Arial"/>
                <a:ea typeface="Arial"/>
                <a:cs typeface="Arial"/>
              </a:defRPr>
            </a:lvl9pPr>
          </a:lstStyle>
          <a:p xmlns:a="http://schemas.openxmlformats.org/drawingml/2006/main">
            <a:pPr algn="ctr">
              <a:defRPr sz="750" b="0">
                <a:solidFill>
                  <a:srgbClr val="6E807B"/>
                </a:solidFill>
                <a:latin typeface="Arial"/>
                <a:ea typeface="Arial"/>
                <a:cs typeface="Arial"/>
              </a:defRPr>
            </a:pPr>
            <a:r>
              <a:rPr sz="750" b="0">
                <a:solidFill>
                  <a:srgbClr val="6E807B"/>
                </a:solidFill>
                <a:latin typeface="Arial"/>
                <a:ea typeface="Arial"/>
                <a:cs typeface="Arial"/>
              </a:rPr>
              <a:t>$0</a:t>
            </a:r>
          </a:p>
        </p:txBody>
      </p:sp>
      <p:sp>
        <p:nvSpPr>
          <p:cNvPr id="9" name="">
            <a:extLst xmlns:a="http://schemas.openxmlformats.org/drawingml/2006/main">
              <a:ext uri="{FF2B5EF4-FFF2-40B4-BE49-F238E27FC236}">
                <a16:creationId xmlns:a16="http://schemas.microsoft.com/office/drawing/2014/main" id="{3F046B5E-9992-482B-9651-9668295B1739}"/>
              </a:ext>
            </a:extLst>
          </p:cNvPr>
          <p:cNvSpPr>
            <a:spLocks xmlns:a="http://schemas.openxmlformats.org/drawingml/2006/main" noGrp="1"/>
          </p:cNvSpPr>
          <p:nvPr/>
        </p:nvSpPr>
        <p:spPr>
          <a:xfrm xmlns:a="http://schemas.openxmlformats.org/drawingml/2006/main">
            <a:off x="3545205" y="2009775"/>
            <a:ext cx="0" cy="3305175"/>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0" name="bar-tick-category-1">
            <a:extLst xmlns:a="http://schemas.openxmlformats.org/drawingml/2006/main">
              <a:ext uri="{FF2B5EF4-FFF2-40B4-BE49-F238E27FC236}">
                <a16:creationId xmlns:a16="http://schemas.microsoft.com/office/drawing/2014/main" id="{DC75C64A-2D84-4812-80D3-3F3965CEEE19}"/>
              </a:ext>
            </a:extLst>
          </p:cNvPr>
          <p:cNvSpPr>
            <a:spLocks xmlns:a="http://schemas.openxmlformats.org/drawingml/2006/main" noGrp="1"/>
          </p:cNvSpPr>
          <p:nvPr/>
        </p:nvSpPr>
        <p:spPr>
          <a:xfrm xmlns:a="http://schemas.openxmlformats.org/drawingml/2006/main">
            <a:off x="3278505" y="5372100"/>
            <a:ext cx="53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750" b="0">
                <a:solidFill>
                  <a:srgbClr val="6E807B"/>
                </a:solidFill>
                <a:latin typeface="Arial"/>
                <a:ea typeface="Arial"/>
                <a:cs typeface="Arial"/>
              </a:defRPr>
            </a:defPPr>
            <a:lvl1pPr algn="ctr">
              <a:defRPr sz="750" b="0">
                <a:solidFill>
                  <a:srgbClr val="6E807B"/>
                </a:solidFill>
                <a:latin typeface="Arial"/>
                <a:ea typeface="Arial"/>
                <a:cs typeface="Arial"/>
              </a:defRPr>
            </a:lvl1pPr>
            <a:lvl2pPr algn="ctr">
              <a:defRPr sz="750" b="0">
                <a:solidFill>
                  <a:srgbClr val="6E807B"/>
                </a:solidFill>
                <a:latin typeface="Arial"/>
                <a:ea typeface="Arial"/>
                <a:cs typeface="Arial"/>
              </a:defRPr>
            </a:lvl2pPr>
            <a:lvl3pPr algn="ctr">
              <a:defRPr sz="750" b="0">
                <a:solidFill>
                  <a:srgbClr val="6E807B"/>
                </a:solidFill>
                <a:latin typeface="Arial"/>
                <a:ea typeface="Arial"/>
                <a:cs typeface="Arial"/>
              </a:defRPr>
            </a:lvl3pPr>
            <a:lvl4pPr algn="ctr">
              <a:defRPr sz="750" b="0">
                <a:solidFill>
                  <a:srgbClr val="6E807B"/>
                </a:solidFill>
                <a:latin typeface="Arial"/>
                <a:ea typeface="Arial"/>
                <a:cs typeface="Arial"/>
              </a:defRPr>
            </a:lvl4pPr>
            <a:lvl5pPr algn="ctr">
              <a:defRPr sz="750" b="0">
                <a:solidFill>
                  <a:srgbClr val="6E807B"/>
                </a:solidFill>
                <a:latin typeface="Arial"/>
                <a:ea typeface="Arial"/>
                <a:cs typeface="Arial"/>
              </a:defRPr>
            </a:lvl5pPr>
            <a:lvl6pPr algn="ctr">
              <a:defRPr sz="750" b="0">
                <a:solidFill>
                  <a:srgbClr val="6E807B"/>
                </a:solidFill>
                <a:latin typeface="Arial"/>
                <a:ea typeface="Arial"/>
                <a:cs typeface="Arial"/>
              </a:defRPr>
            </a:lvl6pPr>
            <a:lvl7pPr algn="ctr">
              <a:defRPr sz="750" b="0">
                <a:solidFill>
                  <a:srgbClr val="6E807B"/>
                </a:solidFill>
                <a:latin typeface="Arial"/>
                <a:ea typeface="Arial"/>
                <a:cs typeface="Arial"/>
              </a:defRPr>
            </a:lvl7pPr>
            <a:lvl8pPr algn="ctr">
              <a:defRPr sz="750" b="0">
                <a:solidFill>
                  <a:srgbClr val="6E807B"/>
                </a:solidFill>
                <a:latin typeface="Arial"/>
                <a:ea typeface="Arial"/>
                <a:cs typeface="Arial"/>
              </a:defRPr>
            </a:lvl8pPr>
            <a:lvl9pPr algn="ctr">
              <a:defRPr sz="750" b="0">
                <a:solidFill>
                  <a:srgbClr val="6E807B"/>
                </a:solidFill>
                <a:latin typeface="Arial"/>
                <a:ea typeface="Arial"/>
                <a:cs typeface="Arial"/>
              </a:defRPr>
            </a:lvl9pPr>
          </a:lstStyle>
          <a:p xmlns:a="http://schemas.openxmlformats.org/drawingml/2006/main">
            <a:pPr algn="ctr">
              <a:defRPr sz="750" b="0">
                <a:solidFill>
                  <a:srgbClr val="6E807B"/>
                </a:solidFill>
                <a:latin typeface="Arial"/>
                <a:ea typeface="Arial"/>
                <a:cs typeface="Arial"/>
              </a:defRPr>
            </a:pPr>
            <a:r>
              <a:rPr sz="750" b="0">
                <a:solidFill>
                  <a:srgbClr val="6E807B"/>
                </a:solidFill>
                <a:latin typeface="Arial"/>
                <a:ea typeface="Arial"/>
                <a:cs typeface="Arial"/>
              </a:rPr>
              <a:t>$15k</a:t>
            </a:r>
          </a:p>
        </p:txBody>
      </p:sp>
      <p:sp>
        <p:nvSpPr>
          <p:cNvPr id="11" name="">
            <a:extLst xmlns:a="http://schemas.openxmlformats.org/drawingml/2006/main">
              <a:ext uri="{FF2B5EF4-FFF2-40B4-BE49-F238E27FC236}">
                <a16:creationId xmlns:a16="http://schemas.microsoft.com/office/drawing/2014/main" id="{2D7A5973-A5A6-4137-BF9D-B3572BE7E368}"/>
              </a:ext>
            </a:extLst>
          </p:cNvPr>
          <p:cNvSpPr>
            <a:spLocks xmlns:a="http://schemas.openxmlformats.org/drawingml/2006/main" noGrp="1"/>
          </p:cNvSpPr>
          <p:nvPr/>
        </p:nvSpPr>
        <p:spPr>
          <a:xfrm xmlns:a="http://schemas.openxmlformats.org/drawingml/2006/main">
            <a:off x="4556760" y="2009775"/>
            <a:ext cx="0" cy="3305175"/>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2" name="bar-tick-category-2">
            <a:extLst xmlns:a="http://schemas.openxmlformats.org/drawingml/2006/main">
              <a:ext uri="{FF2B5EF4-FFF2-40B4-BE49-F238E27FC236}">
                <a16:creationId xmlns:a16="http://schemas.microsoft.com/office/drawing/2014/main" id="{A9FA8FE9-1061-44CA-93F2-8BF88692FF7D}"/>
              </a:ext>
            </a:extLst>
          </p:cNvPr>
          <p:cNvSpPr>
            <a:spLocks xmlns:a="http://schemas.openxmlformats.org/drawingml/2006/main" noGrp="1"/>
          </p:cNvSpPr>
          <p:nvPr/>
        </p:nvSpPr>
        <p:spPr>
          <a:xfrm xmlns:a="http://schemas.openxmlformats.org/drawingml/2006/main">
            <a:off x="4290060" y="5372100"/>
            <a:ext cx="53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750" b="0">
                <a:solidFill>
                  <a:srgbClr val="6E807B"/>
                </a:solidFill>
                <a:latin typeface="Arial"/>
                <a:ea typeface="Arial"/>
                <a:cs typeface="Arial"/>
              </a:defRPr>
            </a:defPPr>
            <a:lvl1pPr algn="ctr">
              <a:defRPr sz="750" b="0">
                <a:solidFill>
                  <a:srgbClr val="6E807B"/>
                </a:solidFill>
                <a:latin typeface="Arial"/>
                <a:ea typeface="Arial"/>
                <a:cs typeface="Arial"/>
              </a:defRPr>
            </a:lvl1pPr>
            <a:lvl2pPr algn="ctr">
              <a:defRPr sz="750" b="0">
                <a:solidFill>
                  <a:srgbClr val="6E807B"/>
                </a:solidFill>
                <a:latin typeface="Arial"/>
                <a:ea typeface="Arial"/>
                <a:cs typeface="Arial"/>
              </a:defRPr>
            </a:lvl2pPr>
            <a:lvl3pPr algn="ctr">
              <a:defRPr sz="750" b="0">
                <a:solidFill>
                  <a:srgbClr val="6E807B"/>
                </a:solidFill>
                <a:latin typeface="Arial"/>
                <a:ea typeface="Arial"/>
                <a:cs typeface="Arial"/>
              </a:defRPr>
            </a:lvl3pPr>
            <a:lvl4pPr algn="ctr">
              <a:defRPr sz="750" b="0">
                <a:solidFill>
                  <a:srgbClr val="6E807B"/>
                </a:solidFill>
                <a:latin typeface="Arial"/>
                <a:ea typeface="Arial"/>
                <a:cs typeface="Arial"/>
              </a:defRPr>
            </a:lvl4pPr>
            <a:lvl5pPr algn="ctr">
              <a:defRPr sz="750" b="0">
                <a:solidFill>
                  <a:srgbClr val="6E807B"/>
                </a:solidFill>
                <a:latin typeface="Arial"/>
                <a:ea typeface="Arial"/>
                <a:cs typeface="Arial"/>
              </a:defRPr>
            </a:lvl5pPr>
            <a:lvl6pPr algn="ctr">
              <a:defRPr sz="750" b="0">
                <a:solidFill>
                  <a:srgbClr val="6E807B"/>
                </a:solidFill>
                <a:latin typeface="Arial"/>
                <a:ea typeface="Arial"/>
                <a:cs typeface="Arial"/>
              </a:defRPr>
            </a:lvl6pPr>
            <a:lvl7pPr algn="ctr">
              <a:defRPr sz="750" b="0">
                <a:solidFill>
                  <a:srgbClr val="6E807B"/>
                </a:solidFill>
                <a:latin typeface="Arial"/>
                <a:ea typeface="Arial"/>
                <a:cs typeface="Arial"/>
              </a:defRPr>
            </a:lvl7pPr>
            <a:lvl8pPr algn="ctr">
              <a:defRPr sz="750" b="0">
                <a:solidFill>
                  <a:srgbClr val="6E807B"/>
                </a:solidFill>
                <a:latin typeface="Arial"/>
                <a:ea typeface="Arial"/>
                <a:cs typeface="Arial"/>
              </a:defRPr>
            </a:lvl8pPr>
            <a:lvl9pPr algn="ctr">
              <a:defRPr sz="750" b="0">
                <a:solidFill>
                  <a:srgbClr val="6E807B"/>
                </a:solidFill>
                <a:latin typeface="Arial"/>
                <a:ea typeface="Arial"/>
                <a:cs typeface="Arial"/>
              </a:defRPr>
            </a:lvl9pPr>
          </a:lstStyle>
          <a:p xmlns:a="http://schemas.openxmlformats.org/drawingml/2006/main">
            <a:pPr algn="ctr">
              <a:defRPr sz="750" b="0">
                <a:solidFill>
                  <a:srgbClr val="6E807B"/>
                </a:solidFill>
                <a:latin typeface="Arial"/>
                <a:ea typeface="Arial"/>
                <a:cs typeface="Arial"/>
              </a:defRPr>
            </a:pPr>
            <a:r>
              <a:rPr sz="750" b="0">
                <a:solidFill>
                  <a:srgbClr val="6E807B"/>
                </a:solidFill>
                <a:latin typeface="Arial"/>
                <a:ea typeface="Arial"/>
                <a:cs typeface="Arial"/>
              </a:rPr>
              <a:t>$30k</a:t>
            </a:r>
          </a:p>
        </p:txBody>
      </p:sp>
      <p:sp>
        <p:nvSpPr>
          <p:cNvPr id="13" name="">
            <a:extLst xmlns:a="http://schemas.openxmlformats.org/drawingml/2006/main">
              <a:ext uri="{FF2B5EF4-FFF2-40B4-BE49-F238E27FC236}">
                <a16:creationId xmlns:a16="http://schemas.microsoft.com/office/drawing/2014/main" id="{AE9A9152-43B6-4AAC-B3CF-D41714231291}"/>
              </a:ext>
            </a:extLst>
          </p:cNvPr>
          <p:cNvSpPr>
            <a:spLocks xmlns:a="http://schemas.openxmlformats.org/drawingml/2006/main" noGrp="1"/>
          </p:cNvSpPr>
          <p:nvPr/>
        </p:nvSpPr>
        <p:spPr>
          <a:xfrm xmlns:a="http://schemas.openxmlformats.org/drawingml/2006/main">
            <a:off x="5568315" y="2009775"/>
            <a:ext cx="0" cy="3305175"/>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4" name="bar-tick-category-3">
            <a:extLst xmlns:a="http://schemas.openxmlformats.org/drawingml/2006/main">
              <a:ext uri="{FF2B5EF4-FFF2-40B4-BE49-F238E27FC236}">
                <a16:creationId xmlns:a16="http://schemas.microsoft.com/office/drawing/2014/main" id="{3FAC7285-4D37-4D55-85A9-0E4906F46150}"/>
              </a:ext>
            </a:extLst>
          </p:cNvPr>
          <p:cNvSpPr>
            <a:spLocks xmlns:a="http://schemas.openxmlformats.org/drawingml/2006/main" noGrp="1"/>
          </p:cNvSpPr>
          <p:nvPr/>
        </p:nvSpPr>
        <p:spPr>
          <a:xfrm xmlns:a="http://schemas.openxmlformats.org/drawingml/2006/main">
            <a:off x="5301615" y="5372100"/>
            <a:ext cx="53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750" b="0">
                <a:solidFill>
                  <a:srgbClr val="6E807B"/>
                </a:solidFill>
                <a:latin typeface="Arial"/>
                <a:ea typeface="Arial"/>
                <a:cs typeface="Arial"/>
              </a:defRPr>
            </a:defPPr>
            <a:lvl1pPr algn="ctr">
              <a:defRPr sz="750" b="0">
                <a:solidFill>
                  <a:srgbClr val="6E807B"/>
                </a:solidFill>
                <a:latin typeface="Arial"/>
                <a:ea typeface="Arial"/>
                <a:cs typeface="Arial"/>
              </a:defRPr>
            </a:lvl1pPr>
            <a:lvl2pPr algn="ctr">
              <a:defRPr sz="750" b="0">
                <a:solidFill>
                  <a:srgbClr val="6E807B"/>
                </a:solidFill>
                <a:latin typeface="Arial"/>
                <a:ea typeface="Arial"/>
                <a:cs typeface="Arial"/>
              </a:defRPr>
            </a:lvl2pPr>
            <a:lvl3pPr algn="ctr">
              <a:defRPr sz="750" b="0">
                <a:solidFill>
                  <a:srgbClr val="6E807B"/>
                </a:solidFill>
                <a:latin typeface="Arial"/>
                <a:ea typeface="Arial"/>
                <a:cs typeface="Arial"/>
              </a:defRPr>
            </a:lvl3pPr>
            <a:lvl4pPr algn="ctr">
              <a:defRPr sz="750" b="0">
                <a:solidFill>
                  <a:srgbClr val="6E807B"/>
                </a:solidFill>
                <a:latin typeface="Arial"/>
                <a:ea typeface="Arial"/>
                <a:cs typeface="Arial"/>
              </a:defRPr>
            </a:lvl4pPr>
            <a:lvl5pPr algn="ctr">
              <a:defRPr sz="750" b="0">
                <a:solidFill>
                  <a:srgbClr val="6E807B"/>
                </a:solidFill>
                <a:latin typeface="Arial"/>
                <a:ea typeface="Arial"/>
                <a:cs typeface="Arial"/>
              </a:defRPr>
            </a:lvl5pPr>
            <a:lvl6pPr algn="ctr">
              <a:defRPr sz="750" b="0">
                <a:solidFill>
                  <a:srgbClr val="6E807B"/>
                </a:solidFill>
                <a:latin typeface="Arial"/>
                <a:ea typeface="Arial"/>
                <a:cs typeface="Arial"/>
              </a:defRPr>
            </a:lvl6pPr>
            <a:lvl7pPr algn="ctr">
              <a:defRPr sz="750" b="0">
                <a:solidFill>
                  <a:srgbClr val="6E807B"/>
                </a:solidFill>
                <a:latin typeface="Arial"/>
                <a:ea typeface="Arial"/>
                <a:cs typeface="Arial"/>
              </a:defRPr>
            </a:lvl7pPr>
            <a:lvl8pPr algn="ctr">
              <a:defRPr sz="750" b="0">
                <a:solidFill>
                  <a:srgbClr val="6E807B"/>
                </a:solidFill>
                <a:latin typeface="Arial"/>
                <a:ea typeface="Arial"/>
                <a:cs typeface="Arial"/>
              </a:defRPr>
            </a:lvl8pPr>
            <a:lvl9pPr algn="ctr">
              <a:defRPr sz="750" b="0">
                <a:solidFill>
                  <a:srgbClr val="6E807B"/>
                </a:solidFill>
                <a:latin typeface="Arial"/>
                <a:ea typeface="Arial"/>
                <a:cs typeface="Arial"/>
              </a:defRPr>
            </a:lvl9pPr>
          </a:lstStyle>
          <a:p xmlns:a="http://schemas.openxmlformats.org/drawingml/2006/main">
            <a:pPr algn="ctr">
              <a:defRPr sz="750" b="0">
                <a:solidFill>
                  <a:srgbClr val="6E807B"/>
                </a:solidFill>
                <a:latin typeface="Arial"/>
                <a:ea typeface="Arial"/>
                <a:cs typeface="Arial"/>
              </a:defRPr>
            </a:pPr>
            <a:r>
              <a:rPr sz="750" b="0">
                <a:solidFill>
                  <a:srgbClr val="6E807B"/>
                </a:solidFill>
                <a:latin typeface="Arial"/>
                <a:ea typeface="Arial"/>
                <a:cs typeface="Arial"/>
              </a:rPr>
              <a:t>$45k</a:t>
            </a:r>
          </a:p>
        </p:txBody>
      </p:sp>
      <p:sp>
        <p:nvSpPr>
          <p:cNvPr id="15" name="">
            <a:extLst xmlns:a="http://schemas.openxmlformats.org/drawingml/2006/main">
              <a:ext uri="{FF2B5EF4-FFF2-40B4-BE49-F238E27FC236}">
                <a16:creationId xmlns:a16="http://schemas.microsoft.com/office/drawing/2014/main" id="{83300732-0280-48F2-B562-F9626DF690F2}"/>
              </a:ext>
            </a:extLst>
          </p:cNvPr>
          <p:cNvSpPr>
            <a:spLocks xmlns:a="http://schemas.openxmlformats.org/drawingml/2006/main" noGrp="1"/>
          </p:cNvSpPr>
          <p:nvPr/>
        </p:nvSpPr>
        <p:spPr>
          <a:xfrm xmlns:a="http://schemas.openxmlformats.org/drawingml/2006/main">
            <a:off x="6579870" y="2009775"/>
            <a:ext cx="0" cy="3305175"/>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6" name="bar-tick-category-4">
            <a:extLst xmlns:a="http://schemas.openxmlformats.org/drawingml/2006/main">
              <a:ext uri="{FF2B5EF4-FFF2-40B4-BE49-F238E27FC236}">
                <a16:creationId xmlns:a16="http://schemas.microsoft.com/office/drawing/2014/main" id="{2D075CFE-3B87-4B85-AF94-53F9912C71F0}"/>
              </a:ext>
            </a:extLst>
          </p:cNvPr>
          <p:cNvSpPr>
            <a:spLocks xmlns:a="http://schemas.openxmlformats.org/drawingml/2006/main" noGrp="1"/>
          </p:cNvSpPr>
          <p:nvPr/>
        </p:nvSpPr>
        <p:spPr>
          <a:xfrm xmlns:a="http://schemas.openxmlformats.org/drawingml/2006/main">
            <a:off x="6313170" y="5372100"/>
            <a:ext cx="53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750" b="0">
                <a:solidFill>
                  <a:srgbClr val="6E807B"/>
                </a:solidFill>
                <a:latin typeface="Arial"/>
                <a:ea typeface="Arial"/>
                <a:cs typeface="Arial"/>
              </a:defRPr>
            </a:defPPr>
            <a:lvl1pPr algn="ctr">
              <a:defRPr sz="750" b="0">
                <a:solidFill>
                  <a:srgbClr val="6E807B"/>
                </a:solidFill>
                <a:latin typeface="Arial"/>
                <a:ea typeface="Arial"/>
                <a:cs typeface="Arial"/>
              </a:defRPr>
            </a:lvl1pPr>
            <a:lvl2pPr algn="ctr">
              <a:defRPr sz="750" b="0">
                <a:solidFill>
                  <a:srgbClr val="6E807B"/>
                </a:solidFill>
                <a:latin typeface="Arial"/>
                <a:ea typeface="Arial"/>
                <a:cs typeface="Arial"/>
              </a:defRPr>
            </a:lvl2pPr>
            <a:lvl3pPr algn="ctr">
              <a:defRPr sz="750" b="0">
                <a:solidFill>
                  <a:srgbClr val="6E807B"/>
                </a:solidFill>
                <a:latin typeface="Arial"/>
                <a:ea typeface="Arial"/>
                <a:cs typeface="Arial"/>
              </a:defRPr>
            </a:lvl3pPr>
            <a:lvl4pPr algn="ctr">
              <a:defRPr sz="750" b="0">
                <a:solidFill>
                  <a:srgbClr val="6E807B"/>
                </a:solidFill>
                <a:latin typeface="Arial"/>
                <a:ea typeface="Arial"/>
                <a:cs typeface="Arial"/>
              </a:defRPr>
            </a:lvl4pPr>
            <a:lvl5pPr algn="ctr">
              <a:defRPr sz="750" b="0">
                <a:solidFill>
                  <a:srgbClr val="6E807B"/>
                </a:solidFill>
                <a:latin typeface="Arial"/>
                <a:ea typeface="Arial"/>
                <a:cs typeface="Arial"/>
              </a:defRPr>
            </a:lvl5pPr>
            <a:lvl6pPr algn="ctr">
              <a:defRPr sz="750" b="0">
                <a:solidFill>
                  <a:srgbClr val="6E807B"/>
                </a:solidFill>
                <a:latin typeface="Arial"/>
                <a:ea typeface="Arial"/>
                <a:cs typeface="Arial"/>
              </a:defRPr>
            </a:lvl6pPr>
            <a:lvl7pPr algn="ctr">
              <a:defRPr sz="750" b="0">
                <a:solidFill>
                  <a:srgbClr val="6E807B"/>
                </a:solidFill>
                <a:latin typeface="Arial"/>
                <a:ea typeface="Arial"/>
                <a:cs typeface="Arial"/>
              </a:defRPr>
            </a:lvl7pPr>
            <a:lvl8pPr algn="ctr">
              <a:defRPr sz="750" b="0">
                <a:solidFill>
                  <a:srgbClr val="6E807B"/>
                </a:solidFill>
                <a:latin typeface="Arial"/>
                <a:ea typeface="Arial"/>
                <a:cs typeface="Arial"/>
              </a:defRPr>
            </a:lvl8pPr>
            <a:lvl9pPr algn="ctr">
              <a:defRPr sz="750" b="0">
                <a:solidFill>
                  <a:srgbClr val="6E807B"/>
                </a:solidFill>
                <a:latin typeface="Arial"/>
                <a:ea typeface="Arial"/>
                <a:cs typeface="Arial"/>
              </a:defRPr>
            </a:lvl9pPr>
          </a:lstStyle>
          <a:p xmlns:a="http://schemas.openxmlformats.org/drawingml/2006/main">
            <a:pPr algn="ctr">
              <a:defRPr sz="750" b="0">
                <a:solidFill>
                  <a:srgbClr val="6E807B"/>
                </a:solidFill>
                <a:latin typeface="Arial"/>
                <a:ea typeface="Arial"/>
                <a:cs typeface="Arial"/>
              </a:defRPr>
            </a:pPr>
            <a:r>
              <a:rPr sz="750" b="0">
                <a:solidFill>
                  <a:srgbClr val="6E807B"/>
                </a:solidFill>
                <a:latin typeface="Arial"/>
                <a:ea typeface="Arial"/>
                <a:cs typeface="Arial"/>
              </a:rPr>
              <a:t>$60k</a:t>
            </a:r>
          </a:p>
        </p:txBody>
      </p:sp>
      <p:sp>
        <p:nvSpPr>
          <p:cNvPr id="17" name="">
            <a:extLst xmlns:a="http://schemas.openxmlformats.org/drawingml/2006/main">
              <a:ext uri="{FF2B5EF4-FFF2-40B4-BE49-F238E27FC236}">
                <a16:creationId xmlns:a16="http://schemas.microsoft.com/office/drawing/2014/main" id="{EAE8EBE3-BDE8-4CF0-8269-09895A8ECAEB}"/>
              </a:ext>
            </a:extLst>
          </p:cNvPr>
          <p:cNvSpPr>
            <a:spLocks xmlns:a="http://schemas.openxmlformats.org/drawingml/2006/main" noGrp="1"/>
          </p:cNvSpPr>
          <p:nvPr/>
        </p:nvSpPr>
        <p:spPr>
          <a:xfrm xmlns:a="http://schemas.openxmlformats.org/drawingml/2006/main">
            <a:off x="7591425" y="2009775"/>
            <a:ext cx="0" cy="3305175"/>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8" name="bar-tick-category-5">
            <a:extLst xmlns:a="http://schemas.openxmlformats.org/drawingml/2006/main">
              <a:ext uri="{FF2B5EF4-FFF2-40B4-BE49-F238E27FC236}">
                <a16:creationId xmlns:a16="http://schemas.microsoft.com/office/drawing/2014/main" id="{F901BBA7-7E4D-4673-AF2B-3CB983B5B180}"/>
              </a:ext>
            </a:extLst>
          </p:cNvPr>
          <p:cNvSpPr>
            <a:spLocks xmlns:a="http://schemas.openxmlformats.org/drawingml/2006/main" noGrp="1"/>
          </p:cNvSpPr>
          <p:nvPr/>
        </p:nvSpPr>
        <p:spPr>
          <a:xfrm xmlns:a="http://schemas.openxmlformats.org/drawingml/2006/main">
            <a:off x="7324725" y="5372100"/>
            <a:ext cx="53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750" b="0">
                <a:solidFill>
                  <a:srgbClr val="6E807B"/>
                </a:solidFill>
                <a:latin typeface="Arial"/>
                <a:ea typeface="Arial"/>
                <a:cs typeface="Arial"/>
              </a:defRPr>
            </a:defPPr>
            <a:lvl1pPr algn="ctr">
              <a:defRPr sz="750" b="0">
                <a:solidFill>
                  <a:srgbClr val="6E807B"/>
                </a:solidFill>
                <a:latin typeface="Arial"/>
                <a:ea typeface="Arial"/>
                <a:cs typeface="Arial"/>
              </a:defRPr>
            </a:lvl1pPr>
            <a:lvl2pPr algn="ctr">
              <a:defRPr sz="750" b="0">
                <a:solidFill>
                  <a:srgbClr val="6E807B"/>
                </a:solidFill>
                <a:latin typeface="Arial"/>
                <a:ea typeface="Arial"/>
                <a:cs typeface="Arial"/>
              </a:defRPr>
            </a:lvl2pPr>
            <a:lvl3pPr algn="ctr">
              <a:defRPr sz="750" b="0">
                <a:solidFill>
                  <a:srgbClr val="6E807B"/>
                </a:solidFill>
                <a:latin typeface="Arial"/>
                <a:ea typeface="Arial"/>
                <a:cs typeface="Arial"/>
              </a:defRPr>
            </a:lvl3pPr>
            <a:lvl4pPr algn="ctr">
              <a:defRPr sz="750" b="0">
                <a:solidFill>
                  <a:srgbClr val="6E807B"/>
                </a:solidFill>
                <a:latin typeface="Arial"/>
                <a:ea typeface="Arial"/>
                <a:cs typeface="Arial"/>
              </a:defRPr>
            </a:lvl4pPr>
            <a:lvl5pPr algn="ctr">
              <a:defRPr sz="750" b="0">
                <a:solidFill>
                  <a:srgbClr val="6E807B"/>
                </a:solidFill>
                <a:latin typeface="Arial"/>
                <a:ea typeface="Arial"/>
                <a:cs typeface="Arial"/>
              </a:defRPr>
            </a:lvl5pPr>
            <a:lvl6pPr algn="ctr">
              <a:defRPr sz="750" b="0">
                <a:solidFill>
                  <a:srgbClr val="6E807B"/>
                </a:solidFill>
                <a:latin typeface="Arial"/>
                <a:ea typeface="Arial"/>
                <a:cs typeface="Arial"/>
              </a:defRPr>
            </a:lvl6pPr>
            <a:lvl7pPr algn="ctr">
              <a:defRPr sz="750" b="0">
                <a:solidFill>
                  <a:srgbClr val="6E807B"/>
                </a:solidFill>
                <a:latin typeface="Arial"/>
                <a:ea typeface="Arial"/>
                <a:cs typeface="Arial"/>
              </a:defRPr>
            </a:lvl7pPr>
            <a:lvl8pPr algn="ctr">
              <a:defRPr sz="750" b="0">
                <a:solidFill>
                  <a:srgbClr val="6E807B"/>
                </a:solidFill>
                <a:latin typeface="Arial"/>
                <a:ea typeface="Arial"/>
                <a:cs typeface="Arial"/>
              </a:defRPr>
            </a:lvl8pPr>
            <a:lvl9pPr algn="ctr">
              <a:defRPr sz="750" b="0">
                <a:solidFill>
                  <a:srgbClr val="6E807B"/>
                </a:solidFill>
                <a:latin typeface="Arial"/>
                <a:ea typeface="Arial"/>
                <a:cs typeface="Arial"/>
              </a:defRPr>
            </a:lvl9pPr>
          </a:lstStyle>
          <a:p xmlns:a="http://schemas.openxmlformats.org/drawingml/2006/main">
            <a:pPr algn="ctr">
              <a:defRPr sz="750" b="0">
                <a:solidFill>
                  <a:srgbClr val="6E807B"/>
                </a:solidFill>
                <a:latin typeface="Arial"/>
                <a:ea typeface="Arial"/>
                <a:cs typeface="Arial"/>
              </a:defRPr>
            </a:pPr>
            <a:r>
              <a:rPr sz="750" b="0">
                <a:solidFill>
                  <a:srgbClr val="6E807B"/>
                </a:solidFill>
                <a:latin typeface="Arial"/>
                <a:ea typeface="Arial"/>
                <a:cs typeface="Arial"/>
              </a:rPr>
              <a:t>$75k</a:t>
            </a:r>
          </a:p>
        </p:txBody>
      </p:sp>
      <p:sp>
        <p:nvSpPr>
          <p:cNvPr id="19" name="bar-label-category-0">
            <a:extLst xmlns:a="http://schemas.openxmlformats.org/drawingml/2006/main">
              <a:ext uri="{FF2B5EF4-FFF2-40B4-BE49-F238E27FC236}">
                <a16:creationId xmlns:a16="http://schemas.microsoft.com/office/drawing/2014/main" id="{5E01C542-E88C-4C7B-BE37-D54BFE2B969A}"/>
              </a:ext>
            </a:extLst>
          </p:cNvPr>
          <p:cNvSpPr>
            <a:spLocks xmlns:a="http://schemas.openxmlformats.org/drawingml/2006/main" noGrp="1"/>
          </p:cNvSpPr>
          <p:nvPr/>
        </p:nvSpPr>
        <p:spPr>
          <a:xfrm xmlns:a="http://schemas.openxmlformats.org/drawingml/2006/main">
            <a:off x="609600" y="2159318"/>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183D37"/>
                </a:solidFill>
                <a:latin typeface="Arial"/>
                <a:ea typeface="Arial"/>
                <a:cs typeface="Arial"/>
              </a:defRPr>
            </a:defPPr>
            <a:lvl1pPr algn="r">
              <a:defRPr sz="1050" b="1">
                <a:solidFill>
                  <a:srgbClr val="183D37"/>
                </a:solidFill>
                <a:latin typeface="Arial"/>
                <a:ea typeface="Arial"/>
                <a:cs typeface="Arial"/>
              </a:defRPr>
            </a:lvl1pPr>
            <a:lvl2pPr algn="r">
              <a:defRPr sz="1050" b="1">
                <a:solidFill>
                  <a:srgbClr val="183D37"/>
                </a:solidFill>
                <a:latin typeface="Arial"/>
                <a:ea typeface="Arial"/>
                <a:cs typeface="Arial"/>
              </a:defRPr>
            </a:lvl2pPr>
            <a:lvl3pPr algn="r">
              <a:defRPr sz="1050" b="1">
                <a:solidFill>
                  <a:srgbClr val="183D37"/>
                </a:solidFill>
                <a:latin typeface="Arial"/>
                <a:ea typeface="Arial"/>
                <a:cs typeface="Arial"/>
              </a:defRPr>
            </a:lvl3pPr>
            <a:lvl4pPr algn="r">
              <a:defRPr sz="1050" b="1">
                <a:solidFill>
                  <a:srgbClr val="183D37"/>
                </a:solidFill>
                <a:latin typeface="Arial"/>
                <a:ea typeface="Arial"/>
                <a:cs typeface="Arial"/>
              </a:defRPr>
            </a:lvl4pPr>
            <a:lvl5pPr algn="r">
              <a:defRPr sz="1050" b="1">
                <a:solidFill>
                  <a:srgbClr val="183D37"/>
                </a:solidFill>
                <a:latin typeface="Arial"/>
                <a:ea typeface="Arial"/>
                <a:cs typeface="Arial"/>
              </a:defRPr>
            </a:lvl5pPr>
            <a:lvl6pPr algn="r">
              <a:defRPr sz="1050" b="1">
                <a:solidFill>
                  <a:srgbClr val="183D37"/>
                </a:solidFill>
                <a:latin typeface="Arial"/>
                <a:ea typeface="Arial"/>
                <a:cs typeface="Arial"/>
              </a:defRPr>
            </a:lvl6pPr>
            <a:lvl7pPr algn="r">
              <a:defRPr sz="1050" b="1">
                <a:solidFill>
                  <a:srgbClr val="183D37"/>
                </a:solidFill>
                <a:latin typeface="Arial"/>
                <a:ea typeface="Arial"/>
                <a:cs typeface="Arial"/>
              </a:defRPr>
            </a:lvl7pPr>
            <a:lvl8pPr algn="r">
              <a:defRPr sz="1050" b="1">
                <a:solidFill>
                  <a:srgbClr val="183D37"/>
                </a:solidFill>
                <a:latin typeface="Arial"/>
                <a:ea typeface="Arial"/>
                <a:cs typeface="Arial"/>
              </a:defRPr>
            </a:lvl8pPr>
            <a:lvl9pPr algn="r">
              <a:defRPr sz="1050" b="1">
                <a:solidFill>
                  <a:srgbClr val="183D37"/>
                </a:solidFill>
                <a:latin typeface="Arial"/>
                <a:ea typeface="Arial"/>
                <a:cs typeface="Arial"/>
              </a:defRPr>
            </a:lvl9pPr>
          </a:lstStyle>
          <a:p xmlns:a="http://schemas.openxmlformats.org/drawingml/2006/main">
            <a:pPr algn="r">
              <a:defRPr sz="1050" b="1">
                <a:solidFill>
                  <a:srgbClr val="183D37"/>
                </a:solidFill>
                <a:latin typeface="Arial"/>
                <a:ea typeface="Arial"/>
                <a:cs typeface="Arial"/>
              </a:defRPr>
            </a:pPr>
            <a:r>
              <a:rPr sz="1050" b="1">
                <a:solidFill>
                  <a:srgbClr val="183D37"/>
                </a:solidFill>
                <a:latin typeface="Arial"/>
                <a:ea typeface="Arial"/>
                <a:cs typeface="Arial"/>
              </a:rPr>
              <a:t>Electronics</a:t>
            </a:r>
          </a:p>
        </p:txBody>
      </p:sp>
      <p:sp>
        <p:nvSpPr>
          <p:cNvPr id="20" name="bar-mark-category-0">
            <a:extLst xmlns:a="http://schemas.openxmlformats.org/drawingml/2006/main">
              <a:ext uri="{FF2B5EF4-FFF2-40B4-BE49-F238E27FC236}">
                <a16:creationId xmlns:a16="http://schemas.microsoft.com/office/drawing/2014/main" id="{46F18F3D-DFA6-439A-9BA8-59D10406010E}"/>
              </a:ext>
            </a:extLst>
          </p:cNvPr>
          <p:cNvSpPr>
            <a:spLocks xmlns:a="http://schemas.openxmlformats.org/drawingml/2006/main" noGrp="1"/>
          </p:cNvSpPr>
          <p:nvPr/>
        </p:nvSpPr>
        <p:spPr>
          <a:xfrm xmlns:a="http://schemas.openxmlformats.org/drawingml/2006/main">
            <a:off x="2533650" y="2221230"/>
            <a:ext cx="4430761" cy="238125"/>
          </a:xfrm>
          <a:prstGeom xmlns:a="http://schemas.openxmlformats.org/drawingml/2006/main" prst="roundRect">
            <a:avLst>
              <a:gd name="adj" fmla="val 32000"/>
            </a:avLst>
          </a:prstGeom>
          <a:solidFill xmlns:a="http://schemas.openxmlformats.org/drawingml/2006/main">
            <a:srgbClr val="177F69"/>
          </a:solidFill>
          <a:ln xmlns:a="http://schemas.openxmlformats.org/drawingml/2006/main" w="0">
            <a:noFill/>
            <a:prstDash val="solid"/>
          </a:ln>
        </p:spPr>
      </p:sp>
      <p:sp>
        <p:nvSpPr>
          <p:cNvPr id="21" name="bar-value-category-0">
            <a:extLst xmlns:a="http://schemas.openxmlformats.org/drawingml/2006/main">
              <a:ext uri="{FF2B5EF4-FFF2-40B4-BE49-F238E27FC236}">
                <a16:creationId xmlns:a16="http://schemas.microsoft.com/office/drawing/2014/main" id="{43FAC258-35BB-4D08-B11E-677DF60C462D}"/>
              </a:ext>
            </a:extLst>
          </p:cNvPr>
          <p:cNvSpPr>
            <a:spLocks xmlns:a="http://schemas.openxmlformats.org/drawingml/2006/main" noGrp="1"/>
          </p:cNvSpPr>
          <p:nvPr/>
        </p:nvSpPr>
        <p:spPr>
          <a:xfrm xmlns:a="http://schemas.openxmlformats.org/drawingml/2006/main">
            <a:off x="7667625" y="2216468"/>
            <a:ext cx="72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183D37"/>
                </a:solidFill>
                <a:latin typeface="Arial"/>
                <a:ea typeface="Arial"/>
                <a:cs typeface="Arial"/>
              </a:defRPr>
            </a:defPPr>
            <a:lvl1pPr algn="l">
              <a:defRPr sz="975" b="1">
                <a:solidFill>
                  <a:srgbClr val="183D37"/>
                </a:solidFill>
                <a:latin typeface="Arial"/>
                <a:ea typeface="Arial"/>
                <a:cs typeface="Arial"/>
              </a:defRPr>
            </a:lvl1pPr>
            <a:lvl2pPr algn="l">
              <a:defRPr sz="975" b="1">
                <a:solidFill>
                  <a:srgbClr val="183D37"/>
                </a:solidFill>
                <a:latin typeface="Arial"/>
                <a:ea typeface="Arial"/>
                <a:cs typeface="Arial"/>
              </a:defRPr>
            </a:lvl2pPr>
            <a:lvl3pPr algn="l">
              <a:defRPr sz="975" b="1">
                <a:solidFill>
                  <a:srgbClr val="183D37"/>
                </a:solidFill>
                <a:latin typeface="Arial"/>
                <a:ea typeface="Arial"/>
                <a:cs typeface="Arial"/>
              </a:defRPr>
            </a:lvl3pPr>
            <a:lvl4pPr algn="l">
              <a:defRPr sz="975" b="1">
                <a:solidFill>
                  <a:srgbClr val="183D37"/>
                </a:solidFill>
                <a:latin typeface="Arial"/>
                <a:ea typeface="Arial"/>
                <a:cs typeface="Arial"/>
              </a:defRPr>
            </a:lvl4pPr>
            <a:lvl5pPr algn="l">
              <a:defRPr sz="975" b="1">
                <a:solidFill>
                  <a:srgbClr val="183D37"/>
                </a:solidFill>
                <a:latin typeface="Arial"/>
                <a:ea typeface="Arial"/>
                <a:cs typeface="Arial"/>
              </a:defRPr>
            </a:lvl5pPr>
            <a:lvl6pPr algn="l">
              <a:defRPr sz="975" b="1">
                <a:solidFill>
                  <a:srgbClr val="183D37"/>
                </a:solidFill>
                <a:latin typeface="Arial"/>
                <a:ea typeface="Arial"/>
                <a:cs typeface="Arial"/>
              </a:defRPr>
            </a:lvl6pPr>
            <a:lvl7pPr algn="l">
              <a:defRPr sz="975" b="1">
                <a:solidFill>
                  <a:srgbClr val="183D37"/>
                </a:solidFill>
                <a:latin typeface="Arial"/>
                <a:ea typeface="Arial"/>
                <a:cs typeface="Arial"/>
              </a:defRPr>
            </a:lvl7pPr>
            <a:lvl8pPr algn="l">
              <a:defRPr sz="975" b="1">
                <a:solidFill>
                  <a:srgbClr val="183D37"/>
                </a:solidFill>
                <a:latin typeface="Arial"/>
                <a:ea typeface="Arial"/>
                <a:cs typeface="Arial"/>
              </a:defRPr>
            </a:lvl8pPr>
            <a:lvl9pPr algn="l">
              <a:defRPr sz="975" b="1">
                <a:solidFill>
                  <a:srgbClr val="183D37"/>
                </a:solidFill>
                <a:latin typeface="Arial"/>
                <a:ea typeface="Arial"/>
                <a:cs typeface="Arial"/>
              </a:defRPr>
            </a:lvl9pPr>
          </a:lstStyle>
          <a:p xmlns:a="http://schemas.openxmlformats.org/drawingml/2006/main">
            <a:pPr algn="l">
              <a:defRPr sz="975" b="1">
                <a:solidFill>
                  <a:srgbClr val="183D37"/>
                </a:solidFill>
                <a:latin typeface="Arial"/>
                <a:ea typeface="Arial"/>
                <a:cs typeface="Arial"/>
              </a:defRPr>
            </a:pPr>
            <a:r>
              <a:rPr sz="975" b="1">
                <a:solidFill>
                  <a:srgbClr val="183D37"/>
                </a:solidFill>
                <a:latin typeface="Arial"/>
                <a:ea typeface="Arial"/>
                <a:cs typeface="Arial"/>
              </a:rPr>
              <a:t>$65.7k</a:t>
            </a:r>
          </a:p>
        </p:txBody>
      </p:sp>
      <p:sp>
        <p:nvSpPr>
          <p:cNvPr id="22" name="">
            <a:extLst xmlns:a="http://schemas.openxmlformats.org/drawingml/2006/main">
              <a:ext uri="{FF2B5EF4-FFF2-40B4-BE49-F238E27FC236}">
                <a16:creationId xmlns:a16="http://schemas.microsoft.com/office/drawing/2014/main" id="{78657FE6-3594-4BD4-9DBD-535F21EFFDF0}"/>
              </a:ext>
            </a:extLst>
          </p:cNvPr>
          <p:cNvSpPr>
            <a:spLocks xmlns:a="http://schemas.openxmlformats.org/drawingml/2006/main" noGrp="1"/>
          </p:cNvSpPr>
          <p:nvPr/>
        </p:nvSpPr>
        <p:spPr>
          <a:xfrm xmlns:a="http://schemas.openxmlformats.org/drawingml/2006/main">
            <a:off x="2533650" y="2670810"/>
            <a:ext cx="5057775" cy="0"/>
          </a:xfrm>
          <a:prstGeom xmlns:a="http://schemas.openxmlformats.org/drawingml/2006/main" prst="line">
            <a:avLst/>
          </a:prstGeom>
          <a:noFill xmlns:a="http://schemas.openxmlformats.org/drawingml/2006/main"/>
          <a:ln xmlns:a="http://schemas.openxmlformats.org/drawingml/2006/main" w="9525">
            <a:solidFill>
              <a:srgbClr val="E8EEEA"/>
            </a:solidFill>
            <a:prstDash val="solid"/>
          </a:ln>
        </p:spPr>
      </p:sp>
      <p:sp>
        <p:nvSpPr>
          <p:cNvPr id="23" name="bar-label-category-1">
            <a:extLst xmlns:a="http://schemas.openxmlformats.org/drawingml/2006/main">
              <a:ext uri="{FF2B5EF4-FFF2-40B4-BE49-F238E27FC236}">
                <a16:creationId xmlns:a16="http://schemas.microsoft.com/office/drawing/2014/main" id="{1C07C113-00FD-4E3A-AFFB-BDC53C9B4AF0}"/>
              </a:ext>
            </a:extLst>
          </p:cNvPr>
          <p:cNvSpPr>
            <a:spLocks xmlns:a="http://schemas.openxmlformats.org/drawingml/2006/main" noGrp="1"/>
          </p:cNvSpPr>
          <p:nvPr/>
        </p:nvSpPr>
        <p:spPr>
          <a:xfrm xmlns:a="http://schemas.openxmlformats.org/drawingml/2006/main">
            <a:off x="609600" y="2820353"/>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a:solidFill>
                  <a:srgbClr val="183D37"/>
                </a:solidFill>
                <a:latin typeface="Arial"/>
                <a:ea typeface="Arial"/>
                <a:cs typeface="Arial"/>
              </a:defRPr>
            </a:defPPr>
            <a:lvl1pPr algn="r">
              <a:defRPr sz="1050" b="0">
                <a:solidFill>
                  <a:srgbClr val="183D37"/>
                </a:solidFill>
                <a:latin typeface="Arial"/>
                <a:ea typeface="Arial"/>
                <a:cs typeface="Arial"/>
              </a:defRPr>
            </a:lvl1pPr>
            <a:lvl2pPr algn="r">
              <a:defRPr sz="1050" b="0">
                <a:solidFill>
                  <a:srgbClr val="183D37"/>
                </a:solidFill>
                <a:latin typeface="Arial"/>
                <a:ea typeface="Arial"/>
                <a:cs typeface="Arial"/>
              </a:defRPr>
            </a:lvl2pPr>
            <a:lvl3pPr algn="r">
              <a:defRPr sz="1050" b="0">
                <a:solidFill>
                  <a:srgbClr val="183D37"/>
                </a:solidFill>
                <a:latin typeface="Arial"/>
                <a:ea typeface="Arial"/>
                <a:cs typeface="Arial"/>
              </a:defRPr>
            </a:lvl3pPr>
            <a:lvl4pPr algn="r">
              <a:defRPr sz="1050" b="0">
                <a:solidFill>
                  <a:srgbClr val="183D37"/>
                </a:solidFill>
                <a:latin typeface="Arial"/>
                <a:ea typeface="Arial"/>
                <a:cs typeface="Arial"/>
              </a:defRPr>
            </a:lvl4pPr>
            <a:lvl5pPr algn="r">
              <a:defRPr sz="1050" b="0">
                <a:solidFill>
                  <a:srgbClr val="183D37"/>
                </a:solidFill>
                <a:latin typeface="Arial"/>
                <a:ea typeface="Arial"/>
                <a:cs typeface="Arial"/>
              </a:defRPr>
            </a:lvl5pPr>
            <a:lvl6pPr algn="r">
              <a:defRPr sz="1050" b="0">
                <a:solidFill>
                  <a:srgbClr val="183D37"/>
                </a:solidFill>
                <a:latin typeface="Arial"/>
                <a:ea typeface="Arial"/>
                <a:cs typeface="Arial"/>
              </a:defRPr>
            </a:lvl6pPr>
            <a:lvl7pPr algn="r">
              <a:defRPr sz="1050" b="0">
                <a:solidFill>
                  <a:srgbClr val="183D37"/>
                </a:solidFill>
                <a:latin typeface="Arial"/>
                <a:ea typeface="Arial"/>
                <a:cs typeface="Arial"/>
              </a:defRPr>
            </a:lvl7pPr>
            <a:lvl8pPr algn="r">
              <a:defRPr sz="1050" b="0">
                <a:solidFill>
                  <a:srgbClr val="183D37"/>
                </a:solidFill>
                <a:latin typeface="Arial"/>
                <a:ea typeface="Arial"/>
                <a:cs typeface="Arial"/>
              </a:defRPr>
            </a:lvl8pPr>
            <a:lvl9pPr algn="r">
              <a:defRPr sz="1050" b="0">
                <a:solidFill>
                  <a:srgbClr val="183D37"/>
                </a:solidFill>
                <a:latin typeface="Arial"/>
                <a:ea typeface="Arial"/>
                <a:cs typeface="Arial"/>
              </a:defRPr>
            </a:lvl9pPr>
          </a:lstStyle>
          <a:p xmlns:a="http://schemas.openxmlformats.org/drawingml/2006/main">
            <a:pPr algn="r">
              <a:defRPr sz="1050" b="0">
                <a:solidFill>
                  <a:srgbClr val="183D37"/>
                </a:solidFill>
                <a:latin typeface="Arial"/>
                <a:ea typeface="Arial"/>
                <a:cs typeface="Arial"/>
              </a:defRPr>
            </a:pPr>
            <a:r>
              <a:rPr sz="1050" b="0">
                <a:solidFill>
                  <a:srgbClr val="183D37"/>
                </a:solidFill>
                <a:latin typeface="Arial"/>
                <a:ea typeface="Arial"/>
                <a:cs typeface="Arial"/>
              </a:rPr>
              <a:t>Fashion</a:t>
            </a:r>
          </a:p>
        </p:txBody>
      </p:sp>
      <p:sp>
        <p:nvSpPr>
          <p:cNvPr id="24" name="bar-mark-category-1">
            <a:extLst xmlns:a="http://schemas.openxmlformats.org/drawingml/2006/main">
              <a:ext uri="{FF2B5EF4-FFF2-40B4-BE49-F238E27FC236}">
                <a16:creationId xmlns:a16="http://schemas.microsoft.com/office/drawing/2014/main" id="{215ADC60-0EAF-45A0-A203-C58EC0243D3F}"/>
              </a:ext>
            </a:extLst>
          </p:cNvPr>
          <p:cNvSpPr>
            <a:spLocks xmlns:a="http://schemas.openxmlformats.org/drawingml/2006/main" noGrp="1"/>
          </p:cNvSpPr>
          <p:nvPr/>
        </p:nvSpPr>
        <p:spPr>
          <a:xfrm xmlns:a="http://schemas.openxmlformats.org/drawingml/2006/main">
            <a:off x="2533650" y="2882265"/>
            <a:ext cx="4204586" cy="238125"/>
          </a:xfrm>
          <a:prstGeom xmlns:a="http://schemas.openxmlformats.org/drawingml/2006/main" prst="roundRect">
            <a:avLst>
              <a:gd name="adj" fmla="val 32000"/>
            </a:avLst>
          </a:prstGeom>
          <a:solidFill xmlns:a="http://schemas.openxmlformats.org/drawingml/2006/main">
            <a:srgbClr val="177F69"/>
          </a:solidFill>
          <a:ln xmlns:a="http://schemas.openxmlformats.org/drawingml/2006/main" w="0">
            <a:noFill/>
            <a:prstDash val="solid"/>
          </a:ln>
        </p:spPr>
      </p:sp>
      <p:sp>
        <p:nvSpPr>
          <p:cNvPr id="25" name="bar-value-category-1">
            <a:extLst xmlns:a="http://schemas.openxmlformats.org/drawingml/2006/main">
              <a:ext uri="{FF2B5EF4-FFF2-40B4-BE49-F238E27FC236}">
                <a16:creationId xmlns:a16="http://schemas.microsoft.com/office/drawing/2014/main" id="{62C28963-480E-4D7F-8B28-21338EEBB852}"/>
              </a:ext>
            </a:extLst>
          </p:cNvPr>
          <p:cNvSpPr>
            <a:spLocks xmlns:a="http://schemas.openxmlformats.org/drawingml/2006/main" noGrp="1"/>
          </p:cNvSpPr>
          <p:nvPr/>
        </p:nvSpPr>
        <p:spPr>
          <a:xfrm xmlns:a="http://schemas.openxmlformats.org/drawingml/2006/main">
            <a:off x="7667625" y="2877503"/>
            <a:ext cx="72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183D37"/>
                </a:solidFill>
                <a:latin typeface="Arial"/>
                <a:ea typeface="Arial"/>
                <a:cs typeface="Arial"/>
              </a:defRPr>
            </a:defPPr>
            <a:lvl1pPr algn="l">
              <a:defRPr sz="975" b="1">
                <a:solidFill>
                  <a:srgbClr val="183D37"/>
                </a:solidFill>
                <a:latin typeface="Arial"/>
                <a:ea typeface="Arial"/>
                <a:cs typeface="Arial"/>
              </a:defRPr>
            </a:lvl1pPr>
            <a:lvl2pPr algn="l">
              <a:defRPr sz="975" b="1">
                <a:solidFill>
                  <a:srgbClr val="183D37"/>
                </a:solidFill>
                <a:latin typeface="Arial"/>
                <a:ea typeface="Arial"/>
                <a:cs typeface="Arial"/>
              </a:defRPr>
            </a:lvl2pPr>
            <a:lvl3pPr algn="l">
              <a:defRPr sz="975" b="1">
                <a:solidFill>
                  <a:srgbClr val="183D37"/>
                </a:solidFill>
                <a:latin typeface="Arial"/>
                <a:ea typeface="Arial"/>
                <a:cs typeface="Arial"/>
              </a:defRPr>
            </a:lvl3pPr>
            <a:lvl4pPr algn="l">
              <a:defRPr sz="975" b="1">
                <a:solidFill>
                  <a:srgbClr val="183D37"/>
                </a:solidFill>
                <a:latin typeface="Arial"/>
                <a:ea typeface="Arial"/>
                <a:cs typeface="Arial"/>
              </a:defRPr>
            </a:lvl4pPr>
            <a:lvl5pPr algn="l">
              <a:defRPr sz="975" b="1">
                <a:solidFill>
                  <a:srgbClr val="183D37"/>
                </a:solidFill>
                <a:latin typeface="Arial"/>
                <a:ea typeface="Arial"/>
                <a:cs typeface="Arial"/>
              </a:defRPr>
            </a:lvl5pPr>
            <a:lvl6pPr algn="l">
              <a:defRPr sz="975" b="1">
                <a:solidFill>
                  <a:srgbClr val="183D37"/>
                </a:solidFill>
                <a:latin typeface="Arial"/>
                <a:ea typeface="Arial"/>
                <a:cs typeface="Arial"/>
              </a:defRPr>
            </a:lvl6pPr>
            <a:lvl7pPr algn="l">
              <a:defRPr sz="975" b="1">
                <a:solidFill>
                  <a:srgbClr val="183D37"/>
                </a:solidFill>
                <a:latin typeface="Arial"/>
                <a:ea typeface="Arial"/>
                <a:cs typeface="Arial"/>
              </a:defRPr>
            </a:lvl7pPr>
            <a:lvl8pPr algn="l">
              <a:defRPr sz="975" b="1">
                <a:solidFill>
                  <a:srgbClr val="183D37"/>
                </a:solidFill>
                <a:latin typeface="Arial"/>
                <a:ea typeface="Arial"/>
                <a:cs typeface="Arial"/>
              </a:defRPr>
            </a:lvl8pPr>
            <a:lvl9pPr algn="l">
              <a:defRPr sz="975" b="1">
                <a:solidFill>
                  <a:srgbClr val="183D37"/>
                </a:solidFill>
                <a:latin typeface="Arial"/>
                <a:ea typeface="Arial"/>
                <a:cs typeface="Arial"/>
              </a:defRPr>
            </a:lvl9pPr>
          </a:lstStyle>
          <a:p xmlns:a="http://schemas.openxmlformats.org/drawingml/2006/main">
            <a:pPr algn="l">
              <a:defRPr sz="975" b="1">
                <a:solidFill>
                  <a:srgbClr val="183D37"/>
                </a:solidFill>
                <a:latin typeface="Arial"/>
                <a:ea typeface="Arial"/>
                <a:cs typeface="Arial"/>
              </a:defRPr>
            </a:pPr>
            <a:r>
              <a:rPr sz="975" b="1">
                <a:solidFill>
                  <a:srgbClr val="183D37"/>
                </a:solidFill>
                <a:latin typeface="Arial"/>
                <a:ea typeface="Arial"/>
                <a:cs typeface="Arial"/>
              </a:rPr>
              <a:t>$62.3k</a:t>
            </a:r>
          </a:p>
        </p:txBody>
      </p:sp>
      <p:sp>
        <p:nvSpPr>
          <p:cNvPr id="26" name="">
            <a:extLst xmlns:a="http://schemas.openxmlformats.org/drawingml/2006/main">
              <a:ext uri="{FF2B5EF4-FFF2-40B4-BE49-F238E27FC236}">
                <a16:creationId xmlns:a16="http://schemas.microsoft.com/office/drawing/2014/main" id="{69AA20B3-CC15-4637-8161-D70CE3BDF8A6}"/>
              </a:ext>
            </a:extLst>
          </p:cNvPr>
          <p:cNvSpPr>
            <a:spLocks xmlns:a="http://schemas.openxmlformats.org/drawingml/2006/main" noGrp="1"/>
          </p:cNvSpPr>
          <p:nvPr/>
        </p:nvSpPr>
        <p:spPr>
          <a:xfrm xmlns:a="http://schemas.openxmlformats.org/drawingml/2006/main">
            <a:off x="2533650" y="3331845"/>
            <a:ext cx="5057775" cy="0"/>
          </a:xfrm>
          <a:prstGeom xmlns:a="http://schemas.openxmlformats.org/drawingml/2006/main" prst="line">
            <a:avLst/>
          </a:prstGeom>
          <a:noFill xmlns:a="http://schemas.openxmlformats.org/drawingml/2006/main"/>
          <a:ln xmlns:a="http://schemas.openxmlformats.org/drawingml/2006/main" w="9525">
            <a:solidFill>
              <a:srgbClr val="E8EEEA"/>
            </a:solidFill>
            <a:prstDash val="solid"/>
          </a:ln>
        </p:spPr>
      </p:sp>
      <p:sp>
        <p:nvSpPr>
          <p:cNvPr id="27" name="bar-label-category-2">
            <a:extLst xmlns:a="http://schemas.openxmlformats.org/drawingml/2006/main">
              <a:ext uri="{FF2B5EF4-FFF2-40B4-BE49-F238E27FC236}">
                <a16:creationId xmlns:a16="http://schemas.microsoft.com/office/drawing/2014/main" id="{986B3C9F-F0FB-4ACF-908C-A3177BC5C766}"/>
              </a:ext>
            </a:extLst>
          </p:cNvPr>
          <p:cNvSpPr>
            <a:spLocks xmlns:a="http://schemas.openxmlformats.org/drawingml/2006/main" noGrp="1"/>
          </p:cNvSpPr>
          <p:nvPr/>
        </p:nvSpPr>
        <p:spPr>
          <a:xfrm xmlns:a="http://schemas.openxmlformats.org/drawingml/2006/main">
            <a:off x="609600" y="3481388"/>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a:solidFill>
                  <a:srgbClr val="183D37"/>
                </a:solidFill>
                <a:latin typeface="Arial"/>
                <a:ea typeface="Arial"/>
                <a:cs typeface="Arial"/>
              </a:defRPr>
            </a:defPPr>
            <a:lvl1pPr algn="r">
              <a:defRPr sz="1050" b="0">
                <a:solidFill>
                  <a:srgbClr val="183D37"/>
                </a:solidFill>
                <a:latin typeface="Arial"/>
                <a:ea typeface="Arial"/>
                <a:cs typeface="Arial"/>
              </a:defRPr>
            </a:lvl1pPr>
            <a:lvl2pPr algn="r">
              <a:defRPr sz="1050" b="0">
                <a:solidFill>
                  <a:srgbClr val="183D37"/>
                </a:solidFill>
                <a:latin typeface="Arial"/>
                <a:ea typeface="Arial"/>
                <a:cs typeface="Arial"/>
              </a:defRPr>
            </a:lvl2pPr>
            <a:lvl3pPr algn="r">
              <a:defRPr sz="1050" b="0">
                <a:solidFill>
                  <a:srgbClr val="183D37"/>
                </a:solidFill>
                <a:latin typeface="Arial"/>
                <a:ea typeface="Arial"/>
                <a:cs typeface="Arial"/>
              </a:defRPr>
            </a:lvl3pPr>
            <a:lvl4pPr algn="r">
              <a:defRPr sz="1050" b="0">
                <a:solidFill>
                  <a:srgbClr val="183D37"/>
                </a:solidFill>
                <a:latin typeface="Arial"/>
                <a:ea typeface="Arial"/>
                <a:cs typeface="Arial"/>
              </a:defRPr>
            </a:lvl4pPr>
            <a:lvl5pPr algn="r">
              <a:defRPr sz="1050" b="0">
                <a:solidFill>
                  <a:srgbClr val="183D37"/>
                </a:solidFill>
                <a:latin typeface="Arial"/>
                <a:ea typeface="Arial"/>
                <a:cs typeface="Arial"/>
              </a:defRPr>
            </a:lvl5pPr>
            <a:lvl6pPr algn="r">
              <a:defRPr sz="1050" b="0">
                <a:solidFill>
                  <a:srgbClr val="183D37"/>
                </a:solidFill>
                <a:latin typeface="Arial"/>
                <a:ea typeface="Arial"/>
                <a:cs typeface="Arial"/>
              </a:defRPr>
            </a:lvl6pPr>
            <a:lvl7pPr algn="r">
              <a:defRPr sz="1050" b="0">
                <a:solidFill>
                  <a:srgbClr val="183D37"/>
                </a:solidFill>
                <a:latin typeface="Arial"/>
                <a:ea typeface="Arial"/>
                <a:cs typeface="Arial"/>
              </a:defRPr>
            </a:lvl7pPr>
            <a:lvl8pPr algn="r">
              <a:defRPr sz="1050" b="0">
                <a:solidFill>
                  <a:srgbClr val="183D37"/>
                </a:solidFill>
                <a:latin typeface="Arial"/>
                <a:ea typeface="Arial"/>
                <a:cs typeface="Arial"/>
              </a:defRPr>
            </a:lvl8pPr>
            <a:lvl9pPr algn="r">
              <a:defRPr sz="1050" b="0">
                <a:solidFill>
                  <a:srgbClr val="183D37"/>
                </a:solidFill>
                <a:latin typeface="Arial"/>
                <a:ea typeface="Arial"/>
                <a:cs typeface="Arial"/>
              </a:defRPr>
            </a:lvl9pPr>
          </a:lstStyle>
          <a:p xmlns:a="http://schemas.openxmlformats.org/drawingml/2006/main">
            <a:pPr algn="r">
              <a:defRPr sz="1050" b="0">
                <a:solidFill>
                  <a:srgbClr val="183D37"/>
                </a:solidFill>
                <a:latin typeface="Arial"/>
                <a:ea typeface="Arial"/>
                <a:cs typeface="Arial"/>
              </a:defRPr>
            </a:pPr>
            <a:r>
              <a:rPr sz="1050" b="0">
                <a:solidFill>
                  <a:srgbClr val="183D37"/>
                </a:solidFill>
                <a:latin typeface="Arial"/>
                <a:ea typeface="Arial"/>
                <a:cs typeface="Arial"/>
              </a:rPr>
              <a:t>Home &amp; Living</a:t>
            </a:r>
          </a:p>
        </p:txBody>
      </p:sp>
      <p:sp>
        <p:nvSpPr>
          <p:cNvPr id="28" name="bar-mark-category-2">
            <a:extLst xmlns:a="http://schemas.openxmlformats.org/drawingml/2006/main">
              <a:ext uri="{FF2B5EF4-FFF2-40B4-BE49-F238E27FC236}">
                <a16:creationId xmlns:a16="http://schemas.microsoft.com/office/drawing/2014/main" id="{8B3AA6EA-EE3D-4E0F-AFDA-EC880E5B6EBA}"/>
              </a:ext>
            </a:extLst>
          </p:cNvPr>
          <p:cNvSpPr>
            <a:spLocks xmlns:a="http://schemas.openxmlformats.org/drawingml/2006/main" noGrp="1"/>
          </p:cNvSpPr>
          <p:nvPr/>
        </p:nvSpPr>
        <p:spPr>
          <a:xfrm xmlns:a="http://schemas.openxmlformats.org/drawingml/2006/main">
            <a:off x="2533650" y="3543300"/>
            <a:ext cx="2596623" cy="238125"/>
          </a:xfrm>
          <a:prstGeom xmlns:a="http://schemas.openxmlformats.org/drawingml/2006/main" prst="roundRect">
            <a:avLst>
              <a:gd name="adj" fmla="val 32000"/>
            </a:avLst>
          </a:prstGeom>
          <a:solidFill xmlns:a="http://schemas.openxmlformats.org/drawingml/2006/main">
            <a:srgbClr val="177F69"/>
          </a:solidFill>
          <a:ln xmlns:a="http://schemas.openxmlformats.org/drawingml/2006/main" w="0">
            <a:noFill/>
            <a:prstDash val="solid"/>
          </a:ln>
        </p:spPr>
      </p:sp>
      <p:sp>
        <p:nvSpPr>
          <p:cNvPr id="29" name="bar-value-category-2">
            <a:extLst xmlns:a="http://schemas.openxmlformats.org/drawingml/2006/main">
              <a:ext uri="{FF2B5EF4-FFF2-40B4-BE49-F238E27FC236}">
                <a16:creationId xmlns:a16="http://schemas.microsoft.com/office/drawing/2014/main" id="{EB34C0DA-DE8D-4F84-86D1-BC400C2C83C8}"/>
              </a:ext>
            </a:extLst>
          </p:cNvPr>
          <p:cNvSpPr>
            <a:spLocks xmlns:a="http://schemas.openxmlformats.org/drawingml/2006/main" noGrp="1"/>
          </p:cNvSpPr>
          <p:nvPr/>
        </p:nvSpPr>
        <p:spPr>
          <a:xfrm xmlns:a="http://schemas.openxmlformats.org/drawingml/2006/main">
            <a:off x="7667625" y="3538538"/>
            <a:ext cx="72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183D37"/>
                </a:solidFill>
                <a:latin typeface="Arial"/>
                <a:ea typeface="Arial"/>
                <a:cs typeface="Arial"/>
              </a:defRPr>
            </a:defPPr>
            <a:lvl1pPr algn="l">
              <a:defRPr sz="975" b="1">
                <a:solidFill>
                  <a:srgbClr val="183D37"/>
                </a:solidFill>
                <a:latin typeface="Arial"/>
                <a:ea typeface="Arial"/>
                <a:cs typeface="Arial"/>
              </a:defRPr>
            </a:lvl1pPr>
            <a:lvl2pPr algn="l">
              <a:defRPr sz="975" b="1">
                <a:solidFill>
                  <a:srgbClr val="183D37"/>
                </a:solidFill>
                <a:latin typeface="Arial"/>
                <a:ea typeface="Arial"/>
                <a:cs typeface="Arial"/>
              </a:defRPr>
            </a:lvl2pPr>
            <a:lvl3pPr algn="l">
              <a:defRPr sz="975" b="1">
                <a:solidFill>
                  <a:srgbClr val="183D37"/>
                </a:solidFill>
                <a:latin typeface="Arial"/>
                <a:ea typeface="Arial"/>
                <a:cs typeface="Arial"/>
              </a:defRPr>
            </a:lvl3pPr>
            <a:lvl4pPr algn="l">
              <a:defRPr sz="975" b="1">
                <a:solidFill>
                  <a:srgbClr val="183D37"/>
                </a:solidFill>
                <a:latin typeface="Arial"/>
                <a:ea typeface="Arial"/>
                <a:cs typeface="Arial"/>
              </a:defRPr>
            </a:lvl4pPr>
            <a:lvl5pPr algn="l">
              <a:defRPr sz="975" b="1">
                <a:solidFill>
                  <a:srgbClr val="183D37"/>
                </a:solidFill>
                <a:latin typeface="Arial"/>
                <a:ea typeface="Arial"/>
                <a:cs typeface="Arial"/>
              </a:defRPr>
            </a:lvl5pPr>
            <a:lvl6pPr algn="l">
              <a:defRPr sz="975" b="1">
                <a:solidFill>
                  <a:srgbClr val="183D37"/>
                </a:solidFill>
                <a:latin typeface="Arial"/>
                <a:ea typeface="Arial"/>
                <a:cs typeface="Arial"/>
              </a:defRPr>
            </a:lvl6pPr>
            <a:lvl7pPr algn="l">
              <a:defRPr sz="975" b="1">
                <a:solidFill>
                  <a:srgbClr val="183D37"/>
                </a:solidFill>
                <a:latin typeface="Arial"/>
                <a:ea typeface="Arial"/>
                <a:cs typeface="Arial"/>
              </a:defRPr>
            </a:lvl7pPr>
            <a:lvl8pPr algn="l">
              <a:defRPr sz="975" b="1">
                <a:solidFill>
                  <a:srgbClr val="183D37"/>
                </a:solidFill>
                <a:latin typeface="Arial"/>
                <a:ea typeface="Arial"/>
                <a:cs typeface="Arial"/>
              </a:defRPr>
            </a:lvl8pPr>
            <a:lvl9pPr algn="l">
              <a:defRPr sz="975" b="1">
                <a:solidFill>
                  <a:srgbClr val="183D37"/>
                </a:solidFill>
                <a:latin typeface="Arial"/>
                <a:ea typeface="Arial"/>
                <a:cs typeface="Arial"/>
              </a:defRPr>
            </a:lvl9pPr>
          </a:lstStyle>
          <a:p xmlns:a="http://schemas.openxmlformats.org/drawingml/2006/main">
            <a:pPr algn="l">
              <a:defRPr sz="975" b="1">
                <a:solidFill>
                  <a:srgbClr val="183D37"/>
                </a:solidFill>
                <a:latin typeface="Arial"/>
                <a:ea typeface="Arial"/>
                <a:cs typeface="Arial"/>
              </a:defRPr>
            </a:pPr>
            <a:r>
              <a:rPr sz="975" b="1">
                <a:solidFill>
                  <a:srgbClr val="183D37"/>
                </a:solidFill>
                <a:latin typeface="Arial"/>
                <a:ea typeface="Arial"/>
                <a:cs typeface="Arial"/>
              </a:rPr>
              <a:t>$38.5k</a:t>
            </a:r>
          </a:p>
        </p:txBody>
      </p:sp>
      <p:sp>
        <p:nvSpPr>
          <p:cNvPr id="30" name="">
            <a:extLst xmlns:a="http://schemas.openxmlformats.org/drawingml/2006/main">
              <a:ext uri="{FF2B5EF4-FFF2-40B4-BE49-F238E27FC236}">
                <a16:creationId xmlns:a16="http://schemas.microsoft.com/office/drawing/2014/main" id="{188BDD83-FC28-49DF-B955-1CC63C53F215}"/>
              </a:ext>
            </a:extLst>
          </p:cNvPr>
          <p:cNvSpPr>
            <a:spLocks xmlns:a="http://schemas.openxmlformats.org/drawingml/2006/main" noGrp="1"/>
          </p:cNvSpPr>
          <p:nvPr/>
        </p:nvSpPr>
        <p:spPr>
          <a:xfrm xmlns:a="http://schemas.openxmlformats.org/drawingml/2006/main">
            <a:off x="2533650" y="3992880"/>
            <a:ext cx="5057775" cy="0"/>
          </a:xfrm>
          <a:prstGeom xmlns:a="http://schemas.openxmlformats.org/drawingml/2006/main" prst="line">
            <a:avLst/>
          </a:prstGeom>
          <a:noFill xmlns:a="http://schemas.openxmlformats.org/drawingml/2006/main"/>
          <a:ln xmlns:a="http://schemas.openxmlformats.org/drawingml/2006/main" w="9525">
            <a:solidFill>
              <a:srgbClr val="E8EEEA"/>
            </a:solidFill>
            <a:prstDash val="solid"/>
          </a:ln>
        </p:spPr>
      </p:sp>
      <p:sp>
        <p:nvSpPr>
          <p:cNvPr id="31" name="bar-label-category-3">
            <a:extLst xmlns:a="http://schemas.openxmlformats.org/drawingml/2006/main">
              <a:ext uri="{FF2B5EF4-FFF2-40B4-BE49-F238E27FC236}">
                <a16:creationId xmlns:a16="http://schemas.microsoft.com/office/drawing/2014/main" id="{618AF093-8C0D-4CFE-B934-3178A08DE808}"/>
              </a:ext>
            </a:extLst>
          </p:cNvPr>
          <p:cNvSpPr>
            <a:spLocks xmlns:a="http://schemas.openxmlformats.org/drawingml/2006/main" noGrp="1"/>
          </p:cNvSpPr>
          <p:nvPr/>
        </p:nvSpPr>
        <p:spPr>
          <a:xfrm xmlns:a="http://schemas.openxmlformats.org/drawingml/2006/main">
            <a:off x="609600" y="4142423"/>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a:solidFill>
                  <a:srgbClr val="183D37"/>
                </a:solidFill>
                <a:latin typeface="Arial"/>
                <a:ea typeface="Arial"/>
                <a:cs typeface="Arial"/>
              </a:defRPr>
            </a:defPPr>
            <a:lvl1pPr algn="r">
              <a:defRPr sz="1050" b="0">
                <a:solidFill>
                  <a:srgbClr val="183D37"/>
                </a:solidFill>
                <a:latin typeface="Arial"/>
                <a:ea typeface="Arial"/>
                <a:cs typeface="Arial"/>
              </a:defRPr>
            </a:lvl1pPr>
            <a:lvl2pPr algn="r">
              <a:defRPr sz="1050" b="0">
                <a:solidFill>
                  <a:srgbClr val="183D37"/>
                </a:solidFill>
                <a:latin typeface="Arial"/>
                <a:ea typeface="Arial"/>
                <a:cs typeface="Arial"/>
              </a:defRPr>
            </a:lvl2pPr>
            <a:lvl3pPr algn="r">
              <a:defRPr sz="1050" b="0">
                <a:solidFill>
                  <a:srgbClr val="183D37"/>
                </a:solidFill>
                <a:latin typeface="Arial"/>
                <a:ea typeface="Arial"/>
                <a:cs typeface="Arial"/>
              </a:defRPr>
            </a:lvl3pPr>
            <a:lvl4pPr algn="r">
              <a:defRPr sz="1050" b="0">
                <a:solidFill>
                  <a:srgbClr val="183D37"/>
                </a:solidFill>
                <a:latin typeface="Arial"/>
                <a:ea typeface="Arial"/>
                <a:cs typeface="Arial"/>
              </a:defRPr>
            </a:lvl4pPr>
            <a:lvl5pPr algn="r">
              <a:defRPr sz="1050" b="0">
                <a:solidFill>
                  <a:srgbClr val="183D37"/>
                </a:solidFill>
                <a:latin typeface="Arial"/>
                <a:ea typeface="Arial"/>
                <a:cs typeface="Arial"/>
              </a:defRPr>
            </a:lvl5pPr>
            <a:lvl6pPr algn="r">
              <a:defRPr sz="1050" b="0">
                <a:solidFill>
                  <a:srgbClr val="183D37"/>
                </a:solidFill>
                <a:latin typeface="Arial"/>
                <a:ea typeface="Arial"/>
                <a:cs typeface="Arial"/>
              </a:defRPr>
            </a:lvl6pPr>
            <a:lvl7pPr algn="r">
              <a:defRPr sz="1050" b="0">
                <a:solidFill>
                  <a:srgbClr val="183D37"/>
                </a:solidFill>
                <a:latin typeface="Arial"/>
                <a:ea typeface="Arial"/>
                <a:cs typeface="Arial"/>
              </a:defRPr>
            </a:lvl7pPr>
            <a:lvl8pPr algn="r">
              <a:defRPr sz="1050" b="0">
                <a:solidFill>
                  <a:srgbClr val="183D37"/>
                </a:solidFill>
                <a:latin typeface="Arial"/>
                <a:ea typeface="Arial"/>
                <a:cs typeface="Arial"/>
              </a:defRPr>
            </a:lvl8pPr>
            <a:lvl9pPr algn="r">
              <a:defRPr sz="1050" b="0">
                <a:solidFill>
                  <a:srgbClr val="183D37"/>
                </a:solidFill>
                <a:latin typeface="Arial"/>
                <a:ea typeface="Arial"/>
                <a:cs typeface="Arial"/>
              </a:defRPr>
            </a:lvl9pPr>
          </a:lstStyle>
          <a:p xmlns:a="http://schemas.openxmlformats.org/drawingml/2006/main">
            <a:pPr algn="r">
              <a:defRPr sz="1050" b="0">
                <a:solidFill>
                  <a:srgbClr val="183D37"/>
                </a:solidFill>
                <a:latin typeface="Arial"/>
                <a:ea typeface="Arial"/>
                <a:cs typeface="Arial"/>
              </a:defRPr>
            </a:pPr>
            <a:r>
              <a:rPr sz="1050" b="0">
                <a:solidFill>
                  <a:srgbClr val="183D37"/>
                </a:solidFill>
                <a:latin typeface="Arial"/>
                <a:ea typeface="Arial"/>
                <a:cs typeface="Arial"/>
              </a:rPr>
              <a:t>Sports &amp; Outdoors</a:t>
            </a:r>
          </a:p>
        </p:txBody>
      </p:sp>
      <p:sp>
        <p:nvSpPr>
          <p:cNvPr id="32" name="bar-mark-category-3">
            <a:extLst xmlns:a="http://schemas.openxmlformats.org/drawingml/2006/main">
              <a:ext uri="{FF2B5EF4-FFF2-40B4-BE49-F238E27FC236}">
                <a16:creationId xmlns:a16="http://schemas.microsoft.com/office/drawing/2014/main" id="{3DC71509-EB3C-4BF0-8BC0-B3A7A6C982E4}"/>
              </a:ext>
            </a:extLst>
          </p:cNvPr>
          <p:cNvSpPr>
            <a:spLocks xmlns:a="http://schemas.openxmlformats.org/drawingml/2006/main" noGrp="1"/>
          </p:cNvSpPr>
          <p:nvPr/>
        </p:nvSpPr>
        <p:spPr>
          <a:xfrm xmlns:a="http://schemas.openxmlformats.org/drawingml/2006/main">
            <a:off x="2533650" y="4204335"/>
            <a:ext cx="2399805" cy="238125"/>
          </a:xfrm>
          <a:prstGeom xmlns:a="http://schemas.openxmlformats.org/drawingml/2006/main" prst="roundRect">
            <a:avLst>
              <a:gd name="adj" fmla="val 32000"/>
            </a:avLst>
          </a:prstGeom>
          <a:solidFill xmlns:a="http://schemas.openxmlformats.org/drawingml/2006/main">
            <a:srgbClr val="177F69"/>
          </a:solidFill>
          <a:ln xmlns:a="http://schemas.openxmlformats.org/drawingml/2006/main" w="0">
            <a:noFill/>
            <a:prstDash val="solid"/>
          </a:ln>
        </p:spPr>
      </p:sp>
      <p:sp>
        <p:nvSpPr>
          <p:cNvPr id="33" name="bar-value-category-3">
            <a:extLst xmlns:a="http://schemas.openxmlformats.org/drawingml/2006/main">
              <a:ext uri="{FF2B5EF4-FFF2-40B4-BE49-F238E27FC236}">
                <a16:creationId xmlns:a16="http://schemas.microsoft.com/office/drawing/2014/main" id="{EACA9B74-9875-4CFE-8D31-C244479BF1D6}"/>
              </a:ext>
            </a:extLst>
          </p:cNvPr>
          <p:cNvSpPr>
            <a:spLocks xmlns:a="http://schemas.openxmlformats.org/drawingml/2006/main" noGrp="1"/>
          </p:cNvSpPr>
          <p:nvPr/>
        </p:nvSpPr>
        <p:spPr>
          <a:xfrm xmlns:a="http://schemas.openxmlformats.org/drawingml/2006/main">
            <a:off x="7667625" y="4199573"/>
            <a:ext cx="72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183D37"/>
                </a:solidFill>
                <a:latin typeface="Arial"/>
                <a:ea typeface="Arial"/>
                <a:cs typeface="Arial"/>
              </a:defRPr>
            </a:defPPr>
            <a:lvl1pPr algn="l">
              <a:defRPr sz="975" b="1">
                <a:solidFill>
                  <a:srgbClr val="183D37"/>
                </a:solidFill>
                <a:latin typeface="Arial"/>
                <a:ea typeface="Arial"/>
                <a:cs typeface="Arial"/>
              </a:defRPr>
            </a:lvl1pPr>
            <a:lvl2pPr algn="l">
              <a:defRPr sz="975" b="1">
                <a:solidFill>
                  <a:srgbClr val="183D37"/>
                </a:solidFill>
                <a:latin typeface="Arial"/>
                <a:ea typeface="Arial"/>
                <a:cs typeface="Arial"/>
              </a:defRPr>
            </a:lvl2pPr>
            <a:lvl3pPr algn="l">
              <a:defRPr sz="975" b="1">
                <a:solidFill>
                  <a:srgbClr val="183D37"/>
                </a:solidFill>
                <a:latin typeface="Arial"/>
                <a:ea typeface="Arial"/>
                <a:cs typeface="Arial"/>
              </a:defRPr>
            </a:lvl3pPr>
            <a:lvl4pPr algn="l">
              <a:defRPr sz="975" b="1">
                <a:solidFill>
                  <a:srgbClr val="183D37"/>
                </a:solidFill>
                <a:latin typeface="Arial"/>
                <a:ea typeface="Arial"/>
                <a:cs typeface="Arial"/>
              </a:defRPr>
            </a:lvl4pPr>
            <a:lvl5pPr algn="l">
              <a:defRPr sz="975" b="1">
                <a:solidFill>
                  <a:srgbClr val="183D37"/>
                </a:solidFill>
                <a:latin typeface="Arial"/>
                <a:ea typeface="Arial"/>
                <a:cs typeface="Arial"/>
              </a:defRPr>
            </a:lvl5pPr>
            <a:lvl6pPr algn="l">
              <a:defRPr sz="975" b="1">
                <a:solidFill>
                  <a:srgbClr val="183D37"/>
                </a:solidFill>
                <a:latin typeface="Arial"/>
                <a:ea typeface="Arial"/>
                <a:cs typeface="Arial"/>
              </a:defRPr>
            </a:lvl6pPr>
            <a:lvl7pPr algn="l">
              <a:defRPr sz="975" b="1">
                <a:solidFill>
                  <a:srgbClr val="183D37"/>
                </a:solidFill>
                <a:latin typeface="Arial"/>
                <a:ea typeface="Arial"/>
                <a:cs typeface="Arial"/>
              </a:defRPr>
            </a:lvl7pPr>
            <a:lvl8pPr algn="l">
              <a:defRPr sz="975" b="1">
                <a:solidFill>
                  <a:srgbClr val="183D37"/>
                </a:solidFill>
                <a:latin typeface="Arial"/>
                <a:ea typeface="Arial"/>
                <a:cs typeface="Arial"/>
              </a:defRPr>
            </a:lvl8pPr>
            <a:lvl9pPr algn="l">
              <a:defRPr sz="975" b="1">
                <a:solidFill>
                  <a:srgbClr val="183D37"/>
                </a:solidFill>
                <a:latin typeface="Arial"/>
                <a:ea typeface="Arial"/>
                <a:cs typeface="Arial"/>
              </a:defRPr>
            </a:lvl9pPr>
          </a:lstStyle>
          <a:p xmlns:a="http://schemas.openxmlformats.org/drawingml/2006/main">
            <a:pPr algn="l">
              <a:defRPr sz="975" b="1">
                <a:solidFill>
                  <a:srgbClr val="183D37"/>
                </a:solidFill>
                <a:latin typeface="Arial"/>
                <a:ea typeface="Arial"/>
                <a:cs typeface="Arial"/>
              </a:defRPr>
            </a:pPr>
            <a:r>
              <a:rPr sz="975" b="1">
                <a:solidFill>
                  <a:srgbClr val="183D37"/>
                </a:solidFill>
                <a:latin typeface="Arial"/>
                <a:ea typeface="Arial"/>
                <a:cs typeface="Arial"/>
              </a:rPr>
              <a:t>$35.6k</a:t>
            </a:r>
          </a:p>
        </p:txBody>
      </p:sp>
      <p:sp>
        <p:nvSpPr>
          <p:cNvPr id="34" name="">
            <a:extLst xmlns:a="http://schemas.openxmlformats.org/drawingml/2006/main">
              <a:ext uri="{FF2B5EF4-FFF2-40B4-BE49-F238E27FC236}">
                <a16:creationId xmlns:a16="http://schemas.microsoft.com/office/drawing/2014/main" id="{06D14614-BEBB-49C4-87CE-5B588C813797}"/>
              </a:ext>
            </a:extLst>
          </p:cNvPr>
          <p:cNvSpPr>
            <a:spLocks xmlns:a="http://schemas.openxmlformats.org/drawingml/2006/main" noGrp="1"/>
          </p:cNvSpPr>
          <p:nvPr/>
        </p:nvSpPr>
        <p:spPr>
          <a:xfrm xmlns:a="http://schemas.openxmlformats.org/drawingml/2006/main">
            <a:off x="2533650" y="4653915"/>
            <a:ext cx="5057775" cy="0"/>
          </a:xfrm>
          <a:prstGeom xmlns:a="http://schemas.openxmlformats.org/drawingml/2006/main" prst="line">
            <a:avLst/>
          </a:prstGeom>
          <a:noFill xmlns:a="http://schemas.openxmlformats.org/drawingml/2006/main"/>
          <a:ln xmlns:a="http://schemas.openxmlformats.org/drawingml/2006/main" w="9525">
            <a:solidFill>
              <a:srgbClr val="E8EEEA"/>
            </a:solidFill>
            <a:prstDash val="solid"/>
          </a:ln>
        </p:spPr>
      </p:sp>
      <p:sp>
        <p:nvSpPr>
          <p:cNvPr id="35" name="bar-label-category-4">
            <a:extLst xmlns:a="http://schemas.openxmlformats.org/drawingml/2006/main">
              <a:ext uri="{FF2B5EF4-FFF2-40B4-BE49-F238E27FC236}">
                <a16:creationId xmlns:a16="http://schemas.microsoft.com/office/drawing/2014/main" id="{FC4021FE-273C-4724-82A2-163A408E065F}"/>
              </a:ext>
            </a:extLst>
          </p:cNvPr>
          <p:cNvSpPr>
            <a:spLocks xmlns:a="http://schemas.openxmlformats.org/drawingml/2006/main" noGrp="1"/>
          </p:cNvSpPr>
          <p:nvPr/>
        </p:nvSpPr>
        <p:spPr>
          <a:xfrm xmlns:a="http://schemas.openxmlformats.org/drawingml/2006/main">
            <a:off x="609600" y="4803458"/>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a:solidFill>
                  <a:srgbClr val="183D37"/>
                </a:solidFill>
                <a:latin typeface="Arial"/>
                <a:ea typeface="Arial"/>
                <a:cs typeface="Arial"/>
              </a:defRPr>
            </a:defPPr>
            <a:lvl1pPr algn="r">
              <a:defRPr sz="1050" b="0">
                <a:solidFill>
                  <a:srgbClr val="183D37"/>
                </a:solidFill>
                <a:latin typeface="Arial"/>
                <a:ea typeface="Arial"/>
                <a:cs typeface="Arial"/>
              </a:defRPr>
            </a:lvl1pPr>
            <a:lvl2pPr algn="r">
              <a:defRPr sz="1050" b="0">
                <a:solidFill>
                  <a:srgbClr val="183D37"/>
                </a:solidFill>
                <a:latin typeface="Arial"/>
                <a:ea typeface="Arial"/>
                <a:cs typeface="Arial"/>
              </a:defRPr>
            </a:lvl2pPr>
            <a:lvl3pPr algn="r">
              <a:defRPr sz="1050" b="0">
                <a:solidFill>
                  <a:srgbClr val="183D37"/>
                </a:solidFill>
                <a:latin typeface="Arial"/>
                <a:ea typeface="Arial"/>
                <a:cs typeface="Arial"/>
              </a:defRPr>
            </a:lvl3pPr>
            <a:lvl4pPr algn="r">
              <a:defRPr sz="1050" b="0">
                <a:solidFill>
                  <a:srgbClr val="183D37"/>
                </a:solidFill>
                <a:latin typeface="Arial"/>
                <a:ea typeface="Arial"/>
                <a:cs typeface="Arial"/>
              </a:defRPr>
            </a:lvl4pPr>
            <a:lvl5pPr algn="r">
              <a:defRPr sz="1050" b="0">
                <a:solidFill>
                  <a:srgbClr val="183D37"/>
                </a:solidFill>
                <a:latin typeface="Arial"/>
                <a:ea typeface="Arial"/>
                <a:cs typeface="Arial"/>
              </a:defRPr>
            </a:lvl5pPr>
            <a:lvl6pPr algn="r">
              <a:defRPr sz="1050" b="0">
                <a:solidFill>
                  <a:srgbClr val="183D37"/>
                </a:solidFill>
                <a:latin typeface="Arial"/>
                <a:ea typeface="Arial"/>
                <a:cs typeface="Arial"/>
              </a:defRPr>
            </a:lvl6pPr>
            <a:lvl7pPr algn="r">
              <a:defRPr sz="1050" b="0">
                <a:solidFill>
                  <a:srgbClr val="183D37"/>
                </a:solidFill>
                <a:latin typeface="Arial"/>
                <a:ea typeface="Arial"/>
                <a:cs typeface="Arial"/>
              </a:defRPr>
            </a:lvl7pPr>
            <a:lvl8pPr algn="r">
              <a:defRPr sz="1050" b="0">
                <a:solidFill>
                  <a:srgbClr val="183D37"/>
                </a:solidFill>
                <a:latin typeface="Arial"/>
                <a:ea typeface="Arial"/>
                <a:cs typeface="Arial"/>
              </a:defRPr>
            </a:lvl8pPr>
            <a:lvl9pPr algn="r">
              <a:defRPr sz="1050" b="0">
                <a:solidFill>
                  <a:srgbClr val="183D37"/>
                </a:solidFill>
                <a:latin typeface="Arial"/>
                <a:ea typeface="Arial"/>
                <a:cs typeface="Arial"/>
              </a:defRPr>
            </a:lvl9pPr>
          </a:lstStyle>
          <a:p xmlns:a="http://schemas.openxmlformats.org/drawingml/2006/main">
            <a:pPr algn="r">
              <a:defRPr sz="1050" b="0">
                <a:solidFill>
                  <a:srgbClr val="183D37"/>
                </a:solidFill>
                <a:latin typeface="Arial"/>
                <a:ea typeface="Arial"/>
                <a:cs typeface="Arial"/>
              </a:defRPr>
            </a:pPr>
            <a:r>
              <a:rPr sz="1050" b="0">
                <a:solidFill>
                  <a:srgbClr val="183D37"/>
                </a:solidFill>
                <a:latin typeface="Arial"/>
                <a:ea typeface="Arial"/>
                <a:cs typeface="Arial"/>
              </a:rPr>
              <a:t>Beauty &amp; Care</a:t>
            </a:r>
          </a:p>
        </p:txBody>
      </p:sp>
      <p:sp>
        <p:nvSpPr>
          <p:cNvPr id="36" name="bar-mark-category-4">
            <a:extLst xmlns:a="http://schemas.openxmlformats.org/drawingml/2006/main">
              <a:ext uri="{FF2B5EF4-FFF2-40B4-BE49-F238E27FC236}">
                <a16:creationId xmlns:a16="http://schemas.microsoft.com/office/drawing/2014/main" id="{A211C6ED-EAD9-479F-9608-DBCB354CA574}"/>
              </a:ext>
            </a:extLst>
          </p:cNvPr>
          <p:cNvSpPr>
            <a:spLocks xmlns:a="http://schemas.openxmlformats.org/drawingml/2006/main" noGrp="1"/>
          </p:cNvSpPr>
          <p:nvPr/>
        </p:nvSpPr>
        <p:spPr>
          <a:xfrm xmlns:a="http://schemas.openxmlformats.org/drawingml/2006/main">
            <a:off x="2533650" y="4865370"/>
            <a:ext cx="2019198" cy="238125"/>
          </a:xfrm>
          <a:prstGeom xmlns:a="http://schemas.openxmlformats.org/drawingml/2006/main" prst="roundRect">
            <a:avLst>
              <a:gd name="adj" fmla="val 32000"/>
            </a:avLst>
          </a:prstGeom>
          <a:solidFill xmlns:a="http://schemas.openxmlformats.org/drawingml/2006/main">
            <a:srgbClr val="177F69"/>
          </a:solidFill>
          <a:ln xmlns:a="http://schemas.openxmlformats.org/drawingml/2006/main" w="0">
            <a:noFill/>
            <a:prstDash val="solid"/>
          </a:ln>
        </p:spPr>
      </p:sp>
      <p:sp>
        <p:nvSpPr>
          <p:cNvPr id="37" name="bar-value-category-4">
            <a:extLst xmlns:a="http://schemas.openxmlformats.org/drawingml/2006/main">
              <a:ext uri="{FF2B5EF4-FFF2-40B4-BE49-F238E27FC236}">
                <a16:creationId xmlns:a16="http://schemas.microsoft.com/office/drawing/2014/main" id="{C531F601-5CE8-4A34-907C-DA7FB53355E8}"/>
              </a:ext>
            </a:extLst>
          </p:cNvPr>
          <p:cNvSpPr>
            <a:spLocks xmlns:a="http://schemas.openxmlformats.org/drawingml/2006/main" noGrp="1"/>
          </p:cNvSpPr>
          <p:nvPr/>
        </p:nvSpPr>
        <p:spPr>
          <a:xfrm xmlns:a="http://schemas.openxmlformats.org/drawingml/2006/main">
            <a:off x="7667625" y="4860608"/>
            <a:ext cx="72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183D37"/>
                </a:solidFill>
                <a:latin typeface="Arial"/>
                <a:ea typeface="Arial"/>
                <a:cs typeface="Arial"/>
              </a:defRPr>
            </a:defPPr>
            <a:lvl1pPr algn="l">
              <a:defRPr sz="975" b="1">
                <a:solidFill>
                  <a:srgbClr val="183D37"/>
                </a:solidFill>
                <a:latin typeface="Arial"/>
                <a:ea typeface="Arial"/>
                <a:cs typeface="Arial"/>
              </a:defRPr>
            </a:lvl1pPr>
            <a:lvl2pPr algn="l">
              <a:defRPr sz="975" b="1">
                <a:solidFill>
                  <a:srgbClr val="183D37"/>
                </a:solidFill>
                <a:latin typeface="Arial"/>
                <a:ea typeface="Arial"/>
                <a:cs typeface="Arial"/>
              </a:defRPr>
            </a:lvl2pPr>
            <a:lvl3pPr algn="l">
              <a:defRPr sz="975" b="1">
                <a:solidFill>
                  <a:srgbClr val="183D37"/>
                </a:solidFill>
                <a:latin typeface="Arial"/>
                <a:ea typeface="Arial"/>
                <a:cs typeface="Arial"/>
              </a:defRPr>
            </a:lvl3pPr>
            <a:lvl4pPr algn="l">
              <a:defRPr sz="975" b="1">
                <a:solidFill>
                  <a:srgbClr val="183D37"/>
                </a:solidFill>
                <a:latin typeface="Arial"/>
                <a:ea typeface="Arial"/>
                <a:cs typeface="Arial"/>
              </a:defRPr>
            </a:lvl4pPr>
            <a:lvl5pPr algn="l">
              <a:defRPr sz="975" b="1">
                <a:solidFill>
                  <a:srgbClr val="183D37"/>
                </a:solidFill>
                <a:latin typeface="Arial"/>
                <a:ea typeface="Arial"/>
                <a:cs typeface="Arial"/>
              </a:defRPr>
            </a:lvl5pPr>
            <a:lvl6pPr algn="l">
              <a:defRPr sz="975" b="1">
                <a:solidFill>
                  <a:srgbClr val="183D37"/>
                </a:solidFill>
                <a:latin typeface="Arial"/>
                <a:ea typeface="Arial"/>
                <a:cs typeface="Arial"/>
              </a:defRPr>
            </a:lvl6pPr>
            <a:lvl7pPr algn="l">
              <a:defRPr sz="975" b="1">
                <a:solidFill>
                  <a:srgbClr val="183D37"/>
                </a:solidFill>
                <a:latin typeface="Arial"/>
                <a:ea typeface="Arial"/>
                <a:cs typeface="Arial"/>
              </a:defRPr>
            </a:lvl7pPr>
            <a:lvl8pPr algn="l">
              <a:defRPr sz="975" b="1">
                <a:solidFill>
                  <a:srgbClr val="183D37"/>
                </a:solidFill>
                <a:latin typeface="Arial"/>
                <a:ea typeface="Arial"/>
                <a:cs typeface="Arial"/>
              </a:defRPr>
            </a:lvl8pPr>
            <a:lvl9pPr algn="l">
              <a:defRPr sz="975" b="1">
                <a:solidFill>
                  <a:srgbClr val="183D37"/>
                </a:solidFill>
                <a:latin typeface="Arial"/>
                <a:ea typeface="Arial"/>
                <a:cs typeface="Arial"/>
              </a:defRPr>
            </a:lvl9pPr>
          </a:lstStyle>
          <a:p xmlns:a="http://schemas.openxmlformats.org/drawingml/2006/main">
            <a:pPr algn="l">
              <a:defRPr sz="975" b="1">
                <a:solidFill>
                  <a:srgbClr val="183D37"/>
                </a:solidFill>
                <a:latin typeface="Arial"/>
                <a:ea typeface="Arial"/>
                <a:cs typeface="Arial"/>
              </a:defRPr>
            </a:pPr>
            <a:r>
              <a:rPr sz="975" b="1">
                <a:solidFill>
                  <a:srgbClr val="183D37"/>
                </a:solidFill>
                <a:latin typeface="Arial"/>
                <a:ea typeface="Arial"/>
                <a:cs typeface="Arial"/>
              </a:rPr>
              <a:t>$29.9k</a:t>
            </a:r>
          </a:p>
        </p:txBody>
      </p:sp>
      <p:sp>
        <p:nvSpPr>
          <p:cNvPr id="38" name="">
            <a:extLst xmlns:a="http://schemas.openxmlformats.org/drawingml/2006/main">
              <a:ext uri="{FF2B5EF4-FFF2-40B4-BE49-F238E27FC236}">
                <a16:creationId xmlns:a16="http://schemas.microsoft.com/office/drawing/2014/main" id="{535DD7F1-5D54-4B5F-8961-62C6794FC97A}"/>
              </a:ext>
            </a:extLst>
          </p:cNvPr>
          <p:cNvSpPr>
            <a:spLocks xmlns:a="http://schemas.openxmlformats.org/drawingml/2006/main" noGrp="1"/>
          </p:cNvSpPr>
          <p:nvPr/>
        </p:nvSpPr>
        <p:spPr>
          <a:xfrm xmlns:a="http://schemas.openxmlformats.org/drawingml/2006/main">
            <a:off x="8715375" y="1952625"/>
            <a:ext cx="0" cy="3619500"/>
          </a:xfrm>
          <a:prstGeom xmlns:a="http://schemas.openxmlformats.org/drawingml/2006/main" prst="line">
            <a:avLst/>
          </a:prstGeom>
          <a:noFill xmlns:a="http://schemas.openxmlformats.org/drawingml/2006/main"/>
          <a:ln xmlns:a="http://schemas.openxmlformats.org/drawingml/2006/main" w="9525">
            <a:solidFill>
              <a:srgbClr val="CCD7D1"/>
            </a:solidFill>
            <a:prstDash val="solid"/>
          </a:ln>
        </p:spPr>
      </p:sp>
      <p:sp>
        <p:nvSpPr>
          <p:cNvPr id="39" name="category-leading">
            <a:extLst xmlns:a="http://schemas.openxmlformats.org/drawingml/2006/main">
              <a:ext uri="{FF2B5EF4-FFF2-40B4-BE49-F238E27FC236}">
                <a16:creationId xmlns:a16="http://schemas.microsoft.com/office/drawing/2014/main" id="{467E67F4-0FAA-4B21-9006-B11438FBD94F}"/>
              </a:ext>
            </a:extLst>
          </p:cNvPr>
          <p:cNvSpPr>
            <a:spLocks xmlns:a="http://schemas.openxmlformats.org/drawingml/2006/main" noGrp="1"/>
          </p:cNvSpPr>
          <p:nvPr/>
        </p:nvSpPr>
        <p:spPr>
          <a:xfrm xmlns:a="http://schemas.openxmlformats.org/drawingml/2006/main">
            <a:off x="9096375" y="2286000"/>
            <a:ext cx="2428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1">
                <a:solidFill>
                  <a:srgbClr val="177F69"/>
                </a:solidFill>
                <a:latin typeface="Arial"/>
                <a:ea typeface="Arial"/>
                <a:cs typeface="Arial"/>
              </a:defRPr>
            </a:defPPr>
            <a:lvl1pPr algn="l">
              <a:defRPr sz="3375" b="1">
                <a:solidFill>
                  <a:srgbClr val="177F69"/>
                </a:solidFill>
                <a:latin typeface="Arial"/>
                <a:ea typeface="Arial"/>
                <a:cs typeface="Arial"/>
              </a:defRPr>
            </a:lvl1pPr>
            <a:lvl2pPr algn="l">
              <a:defRPr sz="3375" b="1">
                <a:solidFill>
                  <a:srgbClr val="177F69"/>
                </a:solidFill>
                <a:latin typeface="Arial"/>
                <a:ea typeface="Arial"/>
                <a:cs typeface="Arial"/>
              </a:defRPr>
            </a:lvl2pPr>
            <a:lvl3pPr algn="l">
              <a:defRPr sz="3375" b="1">
                <a:solidFill>
                  <a:srgbClr val="177F69"/>
                </a:solidFill>
                <a:latin typeface="Arial"/>
                <a:ea typeface="Arial"/>
                <a:cs typeface="Arial"/>
              </a:defRPr>
            </a:lvl3pPr>
            <a:lvl4pPr algn="l">
              <a:defRPr sz="3375" b="1">
                <a:solidFill>
                  <a:srgbClr val="177F69"/>
                </a:solidFill>
                <a:latin typeface="Arial"/>
                <a:ea typeface="Arial"/>
                <a:cs typeface="Arial"/>
              </a:defRPr>
            </a:lvl4pPr>
            <a:lvl5pPr algn="l">
              <a:defRPr sz="3375" b="1">
                <a:solidFill>
                  <a:srgbClr val="177F69"/>
                </a:solidFill>
                <a:latin typeface="Arial"/>
                <a:ea typeface="Arial"/>
                <a:cs typeface="Arial"/>
              </a:defRPr>
            </a:lvl5pPr>
            <a:lvl6pPr algn="l">
              <a:defRPr sz="3375" b="1">
                <a:solidFill>
                  <a:srgbClr val="177F69"/>
                </a:solidFill>
                <a:latin typeface="Arial"/>
                <a:ea typeface="Arial"/>
                <a:cs typeface="Arial"/>
              </a:defRPr>
            </a:lvl6pPr>
            <a:lvl7pPr algn="l">
              <a:defRPr sz="3375" b="1">
                <a:solidFill>
                  <a:srgbClr val="177F69"/>
                </a:solidFill>
                <a:latin typeface="Arial"/>
                <a:ea typeface="Arial"/>
                <a:cs typeface="Arial"/>
              </a:defRPr>
            </a:lvl7pPr>
            <a:lvl8pPr algn="l">
              <a:defRPr sz="3375" b="1">
                <a:solidFill>
                  <a:srgbClr val="177F69"/>
                </a:solidFill>
                <a:latin typeface="Arial"/>
                <a:ea typeface="Arial"/>
                <a:cs typeface="Arial"/>
              </a:defRPr>
            </a:lvl8pPr>
            <a:lvl9pPr algn="l">
              <a:defRPr sz="3375" b="1">
                <a:solidFill>
                  <a:srgbClr val="177F69"/>
                </a:solidFill>
                <a:latin typeface="Arial"/>
                <a:ea typeface="Arial"/>
                <a:cs typeface="Arial"/>
              </a:defRPr>
            </a:lvl9pPr>
          </a:lstStyle>
          <a:p xmlns:a="http://schemas.openxmlformats.org/drawingml/2006/main">
            <a:pPr algn="l">
              <a:defRPr sz="3375" b="1">
                <a:solidFill>
                  <a:srgbClr val="177F69"/>
                </a:solidFill>
                <a:latin typeface="Arial"/>
                <a:ea typeface="Arial"/>
                <a:cs typeface="Arial"/>
              </a:defRPr>
            </a:pPr>
            <a:r>
              <a:rPr sz="3375" b="1">
                <a:solidFill>
                  <a:srgbClr val="177F69"/>
                </a:solidFill>
                <a:latin typeface="Arial"/>
                <a:ea typeface="Arial"/>
                <a:cs typeface="Arial"/>
              </a:rPr>
              <a:t>28.3%</a:t>
            </a:r>
          </a:p>
        </p:txBody>
      </p:sp>
      <p:sp>
        <p:nvSpPr>
          <p:cNvPr id="40" name="category-leading-label">
            <a:extLst xmlns:a="http://schemas.openxmlformats.org/drawingml/2006/main">
              <a:ext uri="{FF2B5EF4-FFF2-40B4-BE49-F238E27FC236}">
                <a16:creationId xmlns:a16="http://schemas.microsoft.com/office/drawing/2014/main" id="{61EE2DF6-D244-4B21-979E-D5560970534D}"/>
              </a:ext>
            </a:extLst>
          </p:cNvPr>
          <p:cNvSpPr>
            <a:spLocks xmlns:a="http://schemas.openxmlformats.org/drawingml/2006/main" noGrp="1"/>
          </p:cNvSpPr>
          <p:nvPr/>
        </p:nvSpPr>
        <p:spPr>
          <a:xfrm xmlns:a="http://schemas.openxmlformats.org/drawingml/2006/main">
            <a:off x="9096375" y="2914650"/>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83D37"/>
                </a:solidFill>
                <a:latin typeface="Arial"/>
                <a:ea typeface="Arial"/>
                <a:cs typeface="Arial"/>
              </a:defRPr>
            </a:defPPr>
            <a:lvl1pPr algn="l">
              <a:defRPr sz="1350" b="0">
                <a:solidFill>
                  <a:srgbClr val="183D37"/>
                </a:solidFill>
                <a:latin typeface="Arial"/>
                <a:ea typeface="Arial"/>
                <a:cs typeface="Arial"/>
              </a:defRPr>
            </a:lvl1pPr>
            <a:lvl2pPr algn="l">
              <a:defRPr sz="1350" b="0">
                <a:solidFill>
                  <a:srgbClr val="183D37"/>
                </a:solidFill>
                <a:latin typeface="Arial"/>
                <a:ea typeface="Arial"/>
                <a:cs typeface="Arial"/>
              </a:defRPr>
            </a:lvl2pPr>
            <a:lvl3pPr algn="l">
              <a:defRPr sz="1350" b="0">
                <a:solidFill>
                  <a:srgbClr val="183D37"/>
                </a:solidFill>
                <a:latin typeface="Arial"/>
                <a:ea typeface="Arial"/>
                <a:cs typeface="Arial"/>
              </a:defRPr>
            </a:lvl3pPr>
            <a:lvl4pPr algn="l">
              <a:defRPr sz="1350" b="0">
                <a:solidFill>
                  <a:srgbClr val="183D37"/>
                </a:solidFill>
                <a:latin typeface="Arial"/>
                <a:ea typeface="Arial"/>
                <a:cs typeface="Arial"/>
              </a:defRPr>
            </a:lvl4pPr>
            <a:lvl5pPr algn="l">
              <a:defRPr sz="1350" b="0">
                <a:solidFill>
                  <a:srgbClr val="183D37"/>
                </a:solidFill>
                <a:latin typeface="Arial"/>
                <a:ea typeface="Arial"/>
                <a:cs typeface="Arial"/>
              </a:defRPr>
            </a:lvl5pPr>
            <a:lvl6pPr algn="l">
              <a:defRPr sz="1350" b="0">
                <a:solidFill>
                  <a:srgbClr val="183D37"/>
                </a:solidFill>
                <a:latin typeface="Arial"/>
                <a:ea typeface="Arial"/>
                <a:cs typeface="Arial"/>
              </a:defRPr>
            </a:lvl6pPr>
            <a:lvl7pPr algn="l">
              <a:defRPr sz="1350" b="0">
                <a:solidFill>
                  <a:srgbClr val="183D37"/>
                </a:solidFill>
                <a:latin typeface="Arial"/>
                <a:ea typeface="Arial"/>
                <a:cs typeface="Arial"/>
              </a:defRPr>
            </a:lvl7pPr>
            <a:lvl8pPr algn="l">
              <a:defRPr sz="1350" b="0">
                <a:solidFill>
                  <a:srgbClr val="183D37"/>
                </a:solidFill>
                <a:latin typeface="Arial"/>
                <a:ea typeface="Arial"/>
                <a:cs typeface="Arial"/>
              </a:defRPr>
            </a:lvl8pPr>
            <a:lvl9pPr algn="l">
              <a:defRPr sz="1350" b="0">
                <a:solidFill>
                  <a:srgbClr val="183D37"/>
                </a:solidFill>
                <a:latin typeface="Arial"/>
                <a:ea typeface="Arial"/>
                <a:cs typeface="Arial"/>
              </a:defRPr>
            </a:lvl9pPr>
          </a:lstStyle>
          <a:p xmlns:a="http://schemas.openxmlformats.org/drawingml/2006/main">
            <a:pPr algn="l">
              <a:defRPr sz="1350" b="0">
                <a:solidFill>
                  <a:srgbClr val="183D37"/>
                </a:solidFill>
                <a:latin typeface="Arial"/>
                <a:ea typeface="Arial"/>
                <a:cs typeface="Arial"/>
              </a:defRPr>
            </a:pPr>
            <a:r>
              <a:rPr sz="1350" b="0">
                <a:solidFill>
                  <a:srgbClr val="183D37"/>
                </a:solidFill>
                <a:latin typeface="Arial"/>
                <a:ea typeface="Arial"/>
                <a:cs typeface="Arial"/>
              </a:rPr>
              <a:t>of net revenue came from Electronics</a:t>
            </a:r>
          </a:p>
        </p:txBody>
      </p:sp>
      <p:sp>
        <p:nvSpPr>
          <p:cNvPr id="41" name="category-runner">
            <a:extLst xmlns:a="http://schemas.openxmlformats.org/drawingml/2006/main">
              <a:ext uri="{FF2B5EF4-FFF2-40B4-BE49-F238E27FC236}">
                <a16:creationId xmlns:a16="http://schemas.microsoft.com/office/drawing/2014/main" id="{785502D0-96CA-43DB-8D38-284C12D3D2F0}"/>
              </a:ext>
            </a:extLst>
          </p:cNvPr>
          <p:cNvSpPr>
            <a:spLocks xmlns:a="http://schemas.openxmlformats.org/drawingml/2006/main" noGrp="1"/>
          </p:cNvSpPr>
          <p:nvPr/>
        </p:nvSpPr>
        <p:spPr>
          <a:xfrm xmlns:a="http://schemas.openxmlformats.org/drawingml/2006/main">
            <a:off x="9096375" y="3867150"/>
            <a:ext cx="238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83D37"/>
                </a:solidFill>
                <a:latin typeface="Arial"/>
                <a:ea typeface="Arial"/>
                <a:cs typeface="Arial"/>
              </a:defRPr>
            </a:defPPr>
            <a:lvl1pPr algn="l">
              <a:defRPr sz="1575" b="1">
                <a:solidFill>
                  <a:srgbClr val="183D37"/>
                </a:solidFill>
                <a:latin typeface="Arial"/>
                <a:ea typeface="Arial"/>
                <a:cs typeface="Arial"/>
              </a:defRPr>
            </a:lvl1pPr>
            <a:lvl2pPr algn="l">
              <a:defRPr sz="1575" b="1">
                <a:solidFill>
                  <a:srgbClr val="183D37"/>
                </a:solidFill>
                <a:latin typeface="Arial"/>
                <a:ea typeface="Arial"/>
                <a:cs typeface="Arial"/>
              </a:defRPr>
            </a:lvl2pPr>
            <a:lvl3pPr algn="l">
              <a:defRPr sz="1575" b="1">
                <a:solidFill>
                  <a:srgbClr val="183D37"/>
                </a:solidFill>
                <a:latin typeface="Arial"/>
                <a:ea typeface="Arial"/>
                <a:cs typeface="Arial"/>
              </a:defRPr>
            </a:lvl3pPr>
            <a:lvl4pPr algn="l">
              <a:defRPr sz="1575" b="1">
                <a:solidFill>
                  <a:srgbClr val="183D37"/>
                </a:solidFill>
                <a:latin typeface="Arial"/>
                <a:ea typeface="Arial"/>
                <a:cs typeface="Arial"/>
              </a:defRPr>
            </a:lvl4pPr>
            <a:lvl5pPr algn="l">
              <a:defRPr sz="1575" b="1">
                <a:solidFill>
                  <a:srgbClr val="183D37"/>
                </a:solidFill>
                <a:latin typeface="Arial"/>
                <a:ea typeface="Arial"/>
                <a:cs typeface="Arial"/>
              </a:defRPr>
            </a:lvl5pPr>
            <a:lvl6pPr algn="l">
              <a:defRPr sz="1575" b="1">
                <a:solidFill>
                  <a:srgbClr val="183D37"/>
                </a:solidFill>
                <a:latin typeface="Arial"/>
                <a:ea typeface="Arial"/>
                <a:cs typeface="Arial"/>
              </a:defRPr>
            </a:lvl6pPr>
            <a:lvl7pPr algn="l">
              <a:defRPr sz="1575" b="1">
                <a:solidFill>
                  <a:srgbClr val="183D37"/>
                </a:solidFill>
                <a:latin typeface="Arial"/>
                <a:ea typeface="Arial"/>
                <a:cs typeface="Arial"/>
              </a:defRPr>
            </a:lvl7pPr>
            <a:lvl8pPr algn="l">
              <a:defRPr sz="1575" b="1">
                <a:solidFill>
                  <a:srgbClr val="183D37"/>
                </a:solidFill>
                <a:latin typeface="Arial"/>
                <a:ea typeface="Arial"/>
                <a:cs typeface="Arial"/>
              </a:defRPr>
            </a:lvl8pPr>
            <a:lvl9pPr algn="l">
              <a:defRPr sz="1575" b="1">
                <a:solidFill>
                  <a:srgbClr val="183D37"/>
                </a:solidFill>
                <a:latin typeface="Arial"/>
                <a:ea typeface="Arial"/>
                <a:cs typeface="Arial"/>
              </a:defRPr>
            </a:lvl9pPr>
          </a:lstStyle>
          <a:p xmlns:a="http://schemas.openxmlformats.org/drawingml/2006/main">
            <a:pPr algn="l">
              <a:defRPr sz="1575" b="1">
                <a:solidFill>
                  <a:srgbClr val="183D37"/>
                </a:solidFill>
                <a:latin typeface="Arial"/>
                <a:ea typeface="Arial"/>
                <a:cs typeface="Arial"/>
              </a:defRPr>
            </a:pPr>
            <a:r>
              <a:rPr sz="1575" b="1">
                <a:solidFill>
                  <a:srgbClr val="183D37"/>
                </a:solidFill>
                <a:latin typeface="Arial"/>
                <a:ea typeface="Arial"/>
                <a:cs typeface="Arial"/>
              </a:rPr>
              <a:t>Fashion followed at 26.9%</a:t>
            </a:r>
          </a:p>
        </p:txBody>
      </p:sp>
      <p:sp>
        <p:nvSpPr>
          <p:cNvPr id="42" name="category-runner-copy">
            <a:extLst xmlns:a="http://schemas.openxmlformats.org/drawingml/2006/main">
              <a:ext uri="{FF2B5EF4-FFF2-40B4-BE49-F238E27FC236}">
                <a16:creationId xmlns:a16="http://schemas.microsoft.com/office/drawing/2014/main" id="{8146BA44-F250-4F80-A66C-DC05B6EBEE69}"/>
              </a:ext>
            </a:extLst>
          </p:cNvPr>
          <p:cNvSpPr>
            <a:spLocks xmlns:a="http://schemas.openxmlformats.org/drawingml/2006/main" noGrp="1"/>
          </p:cNvSpPr>
          <p:nvPr/>
        </p:nvSpPr>
        <p:spPr>
          <a:xfrm xmlns:a="http://schemas.openxmlformats.org/drawingml/2006/main">
            <a:off x="9096375" y="4438650"/>
            <a:ext cx="238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E807B"/>
                </a:solidFill>
                <a:latin typeface="Arial"/>
                <a:ea typeface="Arial"/>
                <a:cs typeface="Arial"/>
              </a:defRPr>
            </a:defPPr>
            <a:lvl1pPr algn="l">
              <a:defRPr sz="1200" b="0">
                <a:solidFill>
                  <a:srgbClr val="6E807B"/>
                </a:solidFill>
                <a:latin typeface="Arial"/>
                <a:ea typeface="Arial"/>
                <a:cs typeface="Arial"/>
              </a:defRPr>
            </a:lvl1pPr>
            <a:lvl2pPr algn="l">
              <a:defRPr sz="1200" b="0">
                <a:solidFill>
                  <a:srgbClr val="6E807B"/>
                </a:solidFill>
                <a:latin typeface="Arial"/>
                <a:ea typeface="Arial"/>
                <a:cs typeface="Arial"/>
              </a:defRPr>
            </a:lvl2pPr>
            <a:lvl3pPr algn="l">
              <a:defRPr sz="1200" b="0">
                <a:solidFill>
                  <a:srgbClr val="6E807B"/>
                </a:solidFill>
                <a:latin typeface="Arial"/>
                <a:ea typeface="Arial"/>
                <a:cs typeface="Arial"/>
              </a:defRPr>
            </a:lvl3pPr>
            <a:lvl4pPr algn="l">
              <a:defRPr sz="1200" b="0">
                <a:solidFill>
                  <a:srgbClr val="6E807B"/>
                </a:solidFill>
                <a:latin typeface="Arial"/>
                <a:ea typeface="Arial"/>
                <a:cs typeface="Arial"/>
              </a:defRPr>
            </a:lvl4pPr>
            <a:lvl5pPr algn="l">
              <a:defRPr sz="1200" b="0">
                <a:solidFill>
                  <a:srgbClr val="6E807B"/>
                </a:solidFill>
                <a:latin typeface="Arial"/>
                <a:ea typeface="Arial"/>
                <a:cs typeface="Arial"/>
              </a:defRPr>
            </a:lvl5pPr>
            <a:lvl6pPr algn="l">
              <a:defRPr sz="1200" b="0">
                <a:solidFill>
                  <a:srgbClr val="6E807B"/>
                </a:solidFill>
                <a:latin typeface="Arial"/>
                <a:ea typeface="Arial"/>
                <a:cs typeface="Arial"/>
              </a:defRPr>
            </a:lvl6pPr>
            <a:lvl7pPr algn="l">
              <a:defRPr sz="1200" b="0">
                <a:solidFill>
                  <a:srgbClr val="6E807B"/>
                </a:solidFill>
                <a:latin typeface="Arial"/>
                <a:ea typeface="Arial"/>
                <a:cs typeface="Arial"/>
              </a:defRPr>
            </a:lvl7pPr>
            <a:lvl8pPr algn="l">
              <a:defRPr sz="1200" b="0">
                <a:solidFill>
                  <a:srgbClr val="6E807B"/>
                </a:solidFill>
                <a:latin typeface="Arial"/>
                <a:ea typeface="Arial"/>
                <a:cs typeface="Arial"/>
              </a:defRPr>
            </a:lvl8pPr>
            <a:lvl9pPr algn="l">
              <a:defRPr sz="1200" b="0">
                <a:solidFill>
                  <a:srgbClr val="6E807B"/>
                </a:solidFill>
                <a:latin typeface="Arial"/>
                <a:ea typeface="Arial"/>
                <a:cs typeface="Arial"/>
              </a:defRPr>
            </a:lvl9pPr>
          </a:lstStyle>
          <a:p xmlns:a="http://schemas.openxmlformats.org/drawingml/2006/main">
            <a:pPr algn="l">
              <a:defRPr sz="1200" b="0">
                <a:solidFill>
                  <a:srgbClr val="6E807B"/>
                </a:solidFill>
                <a:latin typeface="Arial"/>
                <a:ea typeface="Arial"/>
                <a:cs typeface="Arial"/>
              </a:defRPr>
            </a:pPr>
            <a:r>
              <a:rPr sz="1200" b="0">
                <a:solidFill>
                  <a:srgbClr val="6E807B"/>
                </a:solidFill>
                <a:latin typeface="Arial"/>
                <a:ea typeface="Arial"/>
                <a:cs typeface="Arial"/>
              </a:rPr>
              <a:t>Together, the top two categories contributed 55.2% of the generated sample total.</a:t>
            </a:r>
          </a:p>
        </p:txBody>
      </p:sp>
    </p:spTree>
    <p:extLst>
      <p:ext uri="{BB962C8B-B14F-4D97-AF65-F5344CB8AC3E}">
        <p14:creationId xmlns:p14="http://schemas.microsoft.com/office/powerpoint/2010/main" val="1306728591"/>
      </p:ext>
    </p:extLst>
  </p:cSld>
</p:sld>
</file>

<file path=ppt/slides/slide7.xml><?xml version="1.0" encoding="utf-8"?>
<p:sld xmlns:p="http://schemas.openxmlformats.org/presentationml/2006/main">
  <p:cSld>
    <p:bg>
      <p:bgPr>
        <a:solidFill xmlns:a="http://schemas.openxmlformats.org/drawingml/2006/main">
          <a:srgbClr val="F4F5EF"/>
        </a:solidFill>
      </p:bgPr>
    </p:bg>
    <p:spTree>
      <p:nvGrpSpPr>
        <p:cNvPr id="1" name=""/>
        <p:cNvGrpSpPr/>
        <p:nvPr/>
      </p:nvGrpSpPr>
      <p:grpSpPr>
        <a:xfrm xmlns:a="http://schemas.openxmlformats.org/drawingml/2006/main"/>
      </p:grpSpPr>
      <p:sp>
        <p:nvSpPr>
          <p:cNvPr id="63" name="section-label">
            <a:extLst xmlns:a="http://schemas.openxmlformats.org/drawingml/2006/main">
              <a:ext uri="{FF2B5EF4-FFF2-40B4-BE49-F238E27FC236}">
                <a16:creationId xmlns:a16="http://schemas.microsoft.com/office/drawing/2014/main" id="{4ACF2A54-EF06-4A77-8935-3E9BBC0209D8}"/>
              </a:ext>
            </a:extLst>
          </p:cNvPr>
          <p:cNvSpPr>
            <a:spLocks xmlns:a="http://schemas.openxmlformats.org/drawingml/2006/main" noGrp="1"/>
          </p:cNvSpPr>
          <p:nvPr/>
        </p:nvSpPr>
        <p:spPr>
          <a:xfrm xmlns:a="http://schemas.openxmlformats.org/drawingml/2006/main">
            <a:off x="609600" y="381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77F69"/>
                </a:solidFill>
                <a:latin typeface="Arial"/>
                <a:ea typeface="Arial"/>
                <a:cs typeface="Arial"/>
              </a:defRPr>
            </a:defPPr>
            <a:lvl1pPr algn="l">
              <a:defRPr sz="900" b="1">
                <a:solidFill>
                  <a:srgbClr val="177F69"/>
                </a:solidFill>
                <a:latin typeface="Arial"/>
                <a:ea typeface="Arial"/>
                <a:cs typeface="Arial"/>
              </a:defRPr>
            </a:lvl1pPr>
            <a:lvl2pPr algn="l">
              <a:defRPr sz="900" b="1">
                <a:solidFill>
                  <a:srgbClr val="177F69"/>
                </a:solidFill>
                <a:latin typeface="Arial"/>
                <a:ea typeface="Arial"/>
                <a:cs typeface="Arial"/>
              </a:defRPr>
            </a:lvl2pPr>
            <a:lvl3pPr algn="l">
              <a:defRPr sz="900" b="1">
                <a:solidFill>
                  <a:srgbClr val="177F69"/>
                </a:solidFill>
                <a:latin typeface="Arial"/>
                <a:ea typeface="Arial"/>
                <a:cs typeface="Arial"/>
              </a:defRPr>
            </a:lvl3pPr>
            <a:lvl4pPr algn="l">
              <a:defRPr sz="900" b="1">
                <a:solidFill>
                  <a:srgbClr val="177F69"/>
                </a:solidFill>
                <a:latin typeface="Arial"/>
                <a:ea typeface="Arial"/>
                <a:cs typeface="Arial"/>
              </a:defRPr>
            </a:lvl4pPr>
            <a:lvl5pPr algn="l">
              <a:defRPr sz="900" b="1">
                <a:solidFill>
                  <a:srgbClr val="177F69"/>
                </a:solidFill>
                <a:latin typeface="Arial"/>
                <a:ea typeface="Arial"/>
                <a:cs typeface="Arial"/>
              </a:defRPr>
            </a:lvl5pPr>
            <a:lvl6pPr algn="l">
              <a:defRPr sz="900" b="1">
                <a:solidFill>
                  <a:srgbClr val="177F69"/>
                </a:solidFill>
                <a:latin typeface="Arial"/>
                <a:ea typeface="Arial"/>
                <a:cs typeface="Arial"/>
              </a:defRPr>
            </a:lvl6pPr>
            <a:lvl7pPr algn="l">
              <a:defRPr sz="900" b="1">
                <a:solidFill>
                  <a:srgbClr val="177F69"/>
                </a:solidFill>
                <a:latin typeface="Arial"/>
                <a:ea typeface="Arial"/>
                <a:cs typeface="Arial"/>
              </a:defRPr>
            </a:lvl7pPr>
            <a:lvl8pPr algn="l">
              <a:defRPr sz="900" b="1">
                <a:solidFill>
                  <a:srgbClr val="177F69"/>
                </a:solidFill>
                <a:latin typeface="Arial"/>
                <a:ea typeface="Arial"/>
                <a:cs typeface="Arial"/>
              </a:defRPr>
            </a:lvl8pPr>
            <a:lvl9pPr algn="l">
              <a:defRPr sz="900" b="1">
                <a:solidFill>
                  <a:srgbClr val="177F69"/>
                </a:solidFill>
                <a:latin typeface="Arial"/>
                <a:ea typeface="Arial"/>
                <a:cs typeface="Arial"/>
              </a:defRPr>
            </a:lvl9pPr>
          </a:lstStyle>
          <a:p xmlns:a="http://schemas.openxmlformats.org/drawingml/2006/main">
            <a:pPr algn="l">
              <a:defRPr sz="900" b="1">
                <a:solidFill>
                  <a:srgbClr val="177F69"/>
                </a:solidFill>
                <a:latin typeface="Arial"/>
                <a:ea typeface="Arial"/>
                <a:cs typeface="Arial"/>
              </a:defRPr>
            </a:pPr>
            <a:r>
              <a:rPr sz="900" b="1">
                <a:solidFill>
                  <a:srgbClr val="177F69"/>
                </a:solidFill>
                <a:latin typeface="Arial"/>
                <a:ea typeface="Arial"/>
                <a:cs typeface="Arial"/>
              </a:rPr>
              <a:t>06  SALES ANALYSIS</a:t>
            </a:r>
          </a:p>
        </p:txBody>
      </p:sp>
      <p:sp>
        <p:nvSpPr>
          <p:cNvPr id="2" name="slide-title">
            <a:extLst xmlns:a="http://schemas.openxmlformats.org/drawingml/2006/main">
              <a:ext uri="{FF2B5EF4-FFF2-40B4-BE49-F238E27FC236}">
                <a16:creationId xmlns:a16="http://schemas.microsoft.com/office/drawing/2014/main" id="{02C22879-01F1-4D03-9D6A-F74E50B77E92}"/>
              </a:ext>
            </a:extLst>
          </p:cNvPr>
          <p:cNvSpPr>
            <a:spLocks xmlns:a="http://schemas.openxmlformats.org/drawingml/2006/main" noGrp="1"/>
          </p:cNvSpPr>
          <p:nvPr/>
        </p:nvSpPr>
        <p:spPr>
          <a:xfrm xmlns:a="http://schemas.openxmlformats.org/drawingml/2006/main">
            <a:off x="609600" y="714375"/>
            <a:ext cx="10906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83D37"/>
                </a:solidFill>
                <a:latin typeface="Arial"/>
                <a:ea typeface="Arial"/>
                <a:cs typeface="Arial"/>
              </a:defRPr>
            </a:defPPr>
            <a:lvl1pPr algn="l">
              <a:defRPr sz="3225" b="1">
                <a:solidFill>
                  <a:srgbClr val="183D37"/>
                </a:solidFill>
                <a:latin typeface="Arial"/>
                <a:ea typeface="Arial"/>
                <a:cs typeface="Arial"/>
              </a:defRPr>
            </a:lvl1pPr>
            <a:lvl2pPr algn="l">
              <a:defRPr sz="3225" b="1">
                <a:solidFill>
                  <a:srgbClr val="183D37"/>
                </a:solidFill>
                <a:latin typeface="Arial"/>
                <a:ea typeface="Arial"/>
                <a:cs typeface="Arial"/>
              </a:defRPr>
            </a:lvl2pPr>
            <a:lvl3pPr algn="l">
              <a:defRPr sz="3225" b="1">
                <a:solidFill>
                  <a:srgbClr val="183D37"/>
                </a:solidFill>
                <a:latin typeface="Arial"/>
                <a:ea typeface="Arial"/>
                <a:cs typeface="Arial"/>
              </a:defRPr>
            </a:lvl3pPr>
            <a:lvl4pPr algn="l">
              <a:defRPr sz="3225" b="1">
                <a:solidFill>
                  <a:srgbClr val="183D37"/>
                </a:solidFill>
                <a:latin typeface="Arial"/>
                <a:ea typeface="Arial"/>
                <a:cs typeface="Arial"/>
              </a:defRPr>
            </a:lvl4pPr>
            <a:lvl5pPr algn="l">
              <a:defRPr sz="3225" b="1">
                <a:solidFill>
                  <a:srgbClr val="183D37"/>
                </a:solidFill>
                <a:latin typeface="Arial"/>
                <a:ea typeface="Arial"/>
                <a:cs typeface="Arial"/>
              </a:defRPr>
            </a:lvl5pPr>
            <a:lvl6pPr algn="l">
              <a:defRPr sz="3225" b="1">
                <a:solidFill>
                  <a:srgbClr val="183D37"/>
                </a:solidFill>
                <a:latin typeface="Arial"/>
                <a:ea typeface="Arial"/>
                <a:cs typeface="Arial"/>
              </a:defRPr>
            </a:lvl6pPr>
            <a:lvl7pPr algn="l">
              <a:defRPr sz="3225" b="1">
                <a:solidFill>
                  <a:srgbClr val="183D37"/>
                </a:solidFill>
                <a:latin typeface="Arial"/>
                <a:ea typeface="Arial"/>
                <a:cs typeface="Arial"/>
              </a:defRPr>
            </a:lvl7pPr>
            <a:lvl8pPr algn="l">
              <a:defRPr sz="3225" b="1">
                <a:solidFill>
                  <a:srgbClr val="183D37"/>
                </a:solidFill>
                <a:latin typeface="Arial"/>
                <a:ea typeface="Arial"/>
                <a:cs typeface="Arial"/>
              </a:defRPr>
            </a:lvl8pPr>
            <a:lvl9pPr algn="l">
              <a:defRPr sz="3225" b="1">
                <a:solidFill>
                  <a:srgbClr val="183D37"/>
                </a:solidFill>
                <a:latin typeface="Arial"/>
                <a:ea typeface="Arial"/>
                <a:cs typeface="Arial"/>
              </a:defRPr>
            </a:lvl9pPr>
          </a:lstStyle>
          <a:p xmlns:a="http://schemas.openxmlformats.org/drawingml/2006/main">
            <a:pPr algn="l">
              <a:defRPr sz="3225" b="1">
                <a:solidFill>
                  <a:srgbClr val="183D37"/>
                </a:solidFill>
                <a:latin typeface="Arial"/>
                <a:ea typeface="Arial"/>
                <a:cs typeface="Arial"/>
              </a:defRPr>
            </a:pPr>
            <a:r>
              <a:rPr sz="3225" b="1">
                <a:solidFill>
                  <a:srgbClr val="183D37"/>
                </a:solidFill>
                <a:latin typeface="Arial"/>
                <a:ea typeface="Arial"/>
                <a:cs typeface="Arial"/>
              </a:rPr>
              <a:t>Revenue varies across the sample period</a:t>
            </a:r>
          </a:p>
        </p:txBody>
      </p:sp>
      <p:sp>
        <p:nvSpPr>
          <p:cNvPr id="3" name="slide-subtitle">
            <a:extLst xmlns:a="http://schemas.openxmlformats.org/drawingml/2006/main">
              <a:ext uri="{FF2B5EF4-FFF2-40B4-BE49-F238E27FC236}">
                <a16:creationId xmlns:a16="http://schemas.microsoft.com/office/drawing/2014/main" id="{8AB3C6ED-840B-4404-B2CF-0F5FD2F0632D}"/>
              </a:ext>
            </a:extLst>
          </p:cNvPr>
          <p:cNvSpPr>
            <a:spLocks xmlns:a="http://schemas.openxmlformats.org/drawingml/2006/main" noGrp="1"/>
          </p:cNvSpPr>
          <p:nvPr/>
        </p:nvSpPr>
        <p:spPr>
          <a:xfrm xmlns:a="http://schemas.openxmlformats.org/drawingml/2006/main">
            <a:off x="609600" y="1333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E807B"/>
                </a:solidFill>
                <a:latin typeface="Arial"/>
                <a:ea typeface="Arial"/>
                <a:cs typeface="Arial"/>
              </a:defRPr>
            </a:defPPr>
            <a:lvl1pPr algn="l">
              <a:defRPr sz="1500" b="0">
                <a:solidFill>
                  <a:srgbClr val="6E807B"/>
                </a:solidFill>
                <a:latin typeface="Arial"/>
                <a:ea typeface="Arial"/>
                <a:cs typeface="Arial"/>
              </a:defRPr>
            </a:lvl1pPr>
            <a:lvl2pPr algn="l">
              <a:defRPr sz="1500" b="0">
                <a:solidFill>
                  <a:srgbClr val="6E807B"/>
                </a:solidFill>
                <a:latin typeface="Arial"/>
                <a:ea typeface="Arial"/>
                <a:cs typeface="Arial"/>
              </a:defRPr>
            </a:lvl2pPr>
            <a:lvl3pPr algn="l">
              <a:defRPr sz="1500" b="0">
                <a:solidFill>
                  <a:srgbClr val="6E807B"/>
                </a:solidFill>
                <a:latin typeface="Arial"/>
                <a:ea typeface="Arial"/>
                <a:cs typeface="Arial"/>
              </a:defRPr>
            </a:lvl3pPr>
            <a:lvl4pPr algn="l">
              <a:defRPr sz="1500" b="0">
                <a:solidFill>
                  <a:srgbClr val="6E807B"/>
                </a:solidFill>
                <a:latin typeface="Arial"/>
                <a:ea typeface="Arial"/>
                <a:cs typeface="Arial"/>
              </a:defRPr>
            </a:lvl4pPr>
            <a:lvl5pPr algn="l">
              <a:defRPr sz="1500" b="0">
                <a:solidFill>
                  <a:srgbClr val="6E807B"/>
                </a:solidFill>
                <a:latin typeface="Arial"/>
                <a:ea typeface="Arial"/>
                <a:cs typeface="Arial"/>
              </a:defRPr>
            </a:lvl5pPr>
            <a:lvl6pPr algn="l">
              <a:defRPr sz="1500" b="0">
                <a:solidFill>
                  <a:srgbClr val="6E807B"/>
                </a:solidFill>
                <a:latin typeface="Arial"/>
                <a:ea typeface="Arial"/>
                <a:cs typeface="Arial"/>
              </a:defRPr>
            </a:lvl6pPr>
            <a:lvl7pPr algn="l">
              <a:defRPr sz="1500" b="0">
                <a:solidFill>
                  <a:srgbClr val="6E807B"/>
                </a:solidFill>
                <a:latin typeface="Arial"/>
                <a:ea typeface="Arial"/>
                <a:cs typeface="Arial"/>
              </a:defRPr>
            </a:lvl7pPr>
            <a:lvl8pPr algn="l">
              <a:defRPr sz="1500" b="0">
                <a:solidFill>
                  <a:srgbClr val="6E807B"/>
                </a:solidFill>
                <a:latin typeface="Arial"/>
                <a:ea typeface="Arial"/>
                <a:cs typeface="Arial"/>
              </a:defRPr>
            </a:lvl8pPr>
            <a:lvl9pPr algn="l">
              <a:defRPr sz="1500" b="0">
                <a:solidFill>
                  <a:srgbClr val="6E807B"/>
                </a:solidFill>
                <a:latin typeface="Arial"/>
                <a:ea typeface="Arial"/>
                <a:cs typeface="Arial"/>
              </a:defRPr>
            </a:lvl9pPr>
          </a:lstStyle>
          <a:p xmlns:a="http://schemas.openxmlformats.org/drawingml/2006/main">
            <a:pPr algn="l">
              <a:defRPr sz="1500" b="0">
                <a:solidFill>
                  <a:srgbClr val="6E807B"/>
                </a:solidFill>
                <a:latin typeface="Arial"/>
                <a:ea typeface="Arial"/>
                <a:cs typeface="Arial"/>
              </a:defRPr>
            </a:pPr>
            <a:r>
              <a:rPr sz="1500" b="0">
                <a:solidFill>
                  <a:srgbClr val="6E807B"/>
                </a:solidFill>
                <a:latin typeface="Arial"/>
                <a:ea typeface="Arial"/>
                <a:cs typeface="Arial"/>
              </a:rPr>
              <a:t>The chart describes a generated dataset; it does not establish seasonality.</a:t>
            </a:r>
          </a:p>
        </p:txBody>
      </p:sp>
      <p:sp>
        <p:nvSpPr>
          <p:cNvPr id="4" name="">
            <a:extLst xmlns:a="http://schemas.openxmlformats.org/drawingml/2006/main">
              <a:ext uri="{FF2B5EF4-FFF2-40B4-BE49-F238E27FC236}">
                <a16:creationId xmlns:a16="http://schemas.microsoft.com/office/drawing/2014/main" id="{681D7C8A-63A3-4F6F-98BF-812995013C1C}"/>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CD7D1"/>
            </a:solidFill>
            <a:prstDash val="solid"/>
          </a:ln>
        </p:spPr>
      </p:sp>
      <p:sp>
        <p:nvSpPr>
          <p:cNvPr id="5" name="footer-brand">
            <a:extLst xmlns:a="http://schemas.openxmlformats.org/drawingml/2006/main">
              <a:ext uri="{FF2B5EF4-FFF2-40B4-BE49-F238E27FC236}">
                <a16:creationId xmlns:a16="http://schemas.microsoft.com/office/drawing/2014/main" id="{A7C42721-177B-4E00-ACA8-FFD7F88BC080}"/>
              </a:ext>
            </a:extLst>
          </p:cNvPr>
          <p:cNvSpPr>
            <a:spLocks xmlns:a="http://schemas.openxmlformats.org/drawingml/2006/main" noGrp="1"/>
          </p:cNvSpPr>
          <p:nvPr/>
        </p:nvSpPr>
        <p:spPr>
          <a:xfrm xmlns:a="http://schemas.openxmlformats.org/drawingml/2006/main">
            <a:off x="609600" y="64865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6E807B"/>
                </a:solidFill>
                <a:latin typeface="Arial"/>
                <a:ea typeface="Arial"/>
                <a:cs typeface="Arial"/>
              </a:defRPr>
            </a:defPPr>
            <a:lvl1pPr algn="l">
              <a:defRPr sz="825" b="1">
                <a:solidFill>
                  <a:srgbClr val="6E807B"/>
                </a:solidFill>
                <a:latin typeface="Arial"/>
                <a:ea typeface="Arial"/>
                <a:cs typeface="Arial"/>
              </a:defRPr>
            </a:lvl1pPr>
            <a:lvl2pPr algn="l">
              <a:defRPr sz="825" b="1">
                <a:solidFill>
                  <a:srgbClr val="6E807B"/>
                </a:solidFill>
                <a:latin typeface="Arial"/>
                <a:ea typeface="Arial"/>
                <a:cs typeface="Arial"/>
              </a:defRPr>
            </a:lvl2pPr>
            <a:lvl3pPr algn="l">
              <a:defRPr sz="825" b="1">
                <a:solidFill>
                  <a:srgbClr val="6E807B"/>
                </a:solidFill>
                <a:latin typeface="Arial"/>
                <a:ea typeface="Arial"/>
                <a:cs typeface="Arial"/>
              </a:defRPr>
            </a:lvl3pPr>
            <a:lvl4pPr algn="l">
              <a:defRPr sz="825" b="1">
                <a:solidFill>
                  <a:srgbClr val="6E807B"/>
                </a:solidFill>
                <a:latin typeface="Arial"/>
                <a:ea typeface="Arial"/>
                <a:cs typeface="Arial"/>
              </a:defRPr>
            </a:lvl4pPr>
            <a:lvl5pPr algn="l">
              <a:defRPr sz="825" b="1">
                <a:solidFill>
                  <a:srgbClr val="6E807B"/>
                </a:solidFill>
                <a:latin typeface="Arial"/>
                <a:ea typeface="Arial"/>
                <a:cs typeface="Arial"/>
              </a:defRPr>
            </a:lvl5pPr>
            <a:lvl6pPr algn="l">
              <a:defRPr sz="825" b="1">
                <a:solidFill>
                  <a:srgbClr val="6E807B"/>
                </a:solidFill>
                <a:latin typeface="Arial"/>
                <a:ea typeface="Arial"/>
                <a:cs typeface="Arial"/>
              </a:defRPr>
            </a:lvl6pPr>
            <a:lvl7pPr algn="l">
              <a:defRPr sz="825" b="1">
                <a:solidFill>
                  <a:srgbClr val="6E807B"/>
                </a:solidFill>
                <a:latin typeface="Arial"/>
                <a:ea typeface="Arial"/>
                <a:cs typeface="Arial"/>
              </a:defRPr>
            </a:lvl7pPr>
            <a:lvl8pPr algn="l">
              <a:defRPr sz="825" b="1">
                <a:solidFill>
                  <a:srgbClr val="6E807B"/>
                </a:solidFill>
                <a:latin typeface="Arial"/>
                <a:ea typeface="Arial"/>
                <a:cs typeface="Arial"/>
              </a:defRPr>
            </a:lvl8pPr>
            <a:lvl9pPr algn="l">
              <a:defRPr sz="825" b="1">
                <a:solidFill>
                  <a:srgbClr val="6E807B"/>
                </a:solidFill>
                <a:latin typeface="Arial"/>
                <a:ea typeface="Arial"/>
                <a:cs typeface="Arial"/>
              </a:defRPr>
            </a:lvl9pPr>
          </a:lstStyle>
          <a:p xmlns:a="http://schemas.openxmlformats.org/drawingml/2006/main">
            <a:pPr algn="l">
              <a:defRPr sz="825" b="1">
                <a:solidFill>
                  <a:srgbClr val="6E807B"/>
                </a:solidFill>
                <a:latin typeface="Arial"/>
                <a:ea typeface="Arial"/>
                <a:cs typeface="Arial"/>
              </a:defRPr>
            </a:pPr>
            <a:r>
              <a:rPr sz="825" b="1">
                <a:solidFill>
                  <a:srgbClr val="6E807B"/>
                </a:solidFill>
                <a:latin typeface="Arial"/>
                <a:ea typeface="Arial"/>
                <a:cs typeface="Arial"/>
              </a:rPr>
              <a:t>COMMERCELENS  /  PROJECT 29</a:t>
            </a:r>
          </a:p>
        </p:txBody>
      </p:sp>
      <p:sp>
        <p:nvSpPr>
          <p:cNvPr id="6" name="footer-page">
            <a:extLst xmlns:a="http://schemas.openxmlformats.org/drawingml/2006/main">
              <a:ext uri="{FF2B5EF4-FFF2-40B4-BE49-F238E27FC236}">
                <a16:creationId xmlns:a16="http://schemas.microsoft.com/office/drawing/2014/main" id="{1E678554-E404-492F-9F4B-D41FA7ED4995}"/>
              </a:ext>
            </a:extLst>
          </p:cNvPr>
          <p:cNvSpPr>
            <a:spLocks xmlns:a="http://schemas.openxmlformats.org/drawingml/2006/main" noGrp="1"/>
          </p:cNvSpPr>
          <p:nvPr/>
        </p:nvSpPr>
        <p:spPr>
          <a:xfrm xmlns:a="http://schemas.openxmlformats.org/drawingml/2006/main">
            <a:off x="11144250" y="64770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6E807B"/>
                </a:solidFill>
                <a:latin typeface="Arial"/>
                <a:ea typeface="Arial"/>
                <a:cs typeface="Arial"/>
              </a:defRPr>
            </a:defPPr>
            <a:lvl1pPr algn="r">
              <a:defRPr sz="825" b="1">
                <a:solidFill>
                  <a:srgbClr val="6E807B"/>
                </a:solidFill>
                <a:latin typeface="Arial"/>
                <a:ea typeface="Arial"/>
                <a:cs typeface="Arial"/>
              </a:defRPr>
            </a:lvl1pPr>
            <a:lvl2pPr algn="r">
              <a:defRPr sz="825" b="1">
                <a:solidFill>
                  <a:srgbClr val="6E807B"/>
                </a:solidFill>
                <a:latin typeface="Arial"/>
                <a:ea typeface="Arial"/>
                <a:cs typeface="Arial"/>
              </a:defRPr>
            </a:lvl2pPr>
            <a:lvl3pPr algn="r">
              <a:defRPr sz="825" b="1">
                <a:solidFill>
                  <a:srgbClr val="6E807B"/>
                </a:solidFill>
                <a:latin typeface="Arial"/>
                <a:ea typeface="Arial"/>
                <a:cs typeface="Arial"/>
              </a:defRPr>
            </a:lvl3pPr>
            <a:lvl4pPr algn="r">
              <a:defRPr sz="825" b="1">
                <a:solidFill>
                  <a:srgbClr val="6E807B"/>
                </a:solidFill>
                <a:latin typeface="Arial"/>
                <a:ea typeface="Arial"/>
                <a:cs typeface="Arial"/>
              </a:defRPr>
            </a:lvl4pPr>
            <a:lvl5pPr algn="r">
              <a:defRPr sz="825" b="1">
                <a:solidFill>
                  <a:srgbClr val="6E807B"/>
                </a:solidFill>
                <a:latin typeface="Arial"/>
                <a:ea typeface="Arial"/>
                <a:cs typeface="Arial"/>
              </a:defRPr>
            </a:lvl5pPr>
            <a:lvl6pPr algn="r">
              <a:defRPr sz="825" b="1">
                <a:solidFill>
                  <a:srgbClr val="6E807B"/>
                </a:solidFill>
                <a:latin typeface="Arial"/>
                <a:ea typeface="Arial"/>
                <a:cs typeface="Arial"/>
              </a:defRPr>
            </a:lvl6pPr>
            <a:lvl7pPr algn="r">
              <a:defRPr sz="825" b="1">
                <a:solidFill>
                  <a:srgbClr val="6E807B"/>
                </a:solidFill>
                <a:latin typeface="Arial"/>
                <a:ea typeface="Arial"/>
                <a:cs typeface="Arial"/>
              </a:defRPr>
            </a:lvl7pPr>
            <a:lvl8pPr algn="r">
              <a:defRPr sz="825" b="1">
                <a:solidFill>
                  <a:srgbClr val="6E807B"/>
                </a:solidFill>
                <a:latin typeface="Arial"/>
                <a:ea typeface="Arial"/>
                <a:cs typeface="Arial"/>
              </a:defRPr>
            </a:lvl8pPr>
            <a:lvl9pPr algn="r">
              <a:defRPr sz="825" b="1">
                <a:solidFill>
                  <a:srgbClr val="6E807B"/>
                </a:solidFill>
                <a:latin typeface="Arial"/>
                <a:ea typeface="Arial"/>
                <a:cs typeface="Arial"/>
              </a:defRPr>
            </a:lvl9pPr>
          </a:lstStyle>
          <a:p xmlns:a="http://schemas.openxmlformats.org/drawingml/2006/main">
            <a:pPr algn="r">
              <a:defRPr sz="825" b="1">
                <a:solidFill>
                  <a:srgbClr val="6E807B"/>
                </a:solidFill>
                <a:latin typeface="Arial"/>
                <a:ea typeface="Arial"/>
                <a:cs typeface="Arial"/>
              </a:defRPr>
            </a:pPr>
            <a:r>
              <a:rPr sz="825" b="1">
                <a:solidFill>
                  <a:srgbClr val="6E807B"/>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82D95B4C-EF4C-4BB5-A435-0E8A37FA604B}"/>
              </a:ext>
            </a:extLst>
          </p:cNvPr>
          <p:cNvSpPr>
            <a:spLocks xmlns:a="http://schemas.openxmlformats.org/drawingml/2006/main" noGrp="1"/>
          </p:cNvSpPr>
          <p:nvPr/>
        </p:nvSpPr>
        <p:spPr>
          <a:xfrm xmlns:a="http://schemas.openxmlformats.org/drawingml/2006/main">
            <a:off x="1228725" y="5057775"/>
            <a:ext cx="6638925" cy="0"/>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8" name="trend-tick-monthly-0">
            <a:extLst xmlns:a="http://schemas.openxmlformats.org/drawingml/2006/main">
              <a:ext uri="{FF2B5EF4-FFF2-40B4-BE49-F238E27FC236}">
                <a16:creationId xmlns:a16="http://schemas.microsoft.com/office/drawing/2014/main" id="{36671277-D6A4-4691-9F4E-2C5941E65FD9}"/>
              </a:ext>
            </a:extLst>
          </p:cNvPr>
          <p:cNvSpPr>
            <a:spLocks xmlns:a="http://schemas.openxmlformats.org/drawingml/2006/main" noGrp="1"/>
          </p:cNvSpPr>
          <p:nvPr/>
        </p:nvSpPr>
        <p:spPr>
          <a:xfrm xmlns:a="http://schemas.openxmlformats.org/drawingml/2006/main">
            <a:off x="609600" y="4972050"/>
            <a:ext cx="523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0">
                <a:solidFill>
                  <a:srgbClr val="6E807B"/>
                </a:solidFill>
                <a:latin typeface="Arial"/>
                <a:ea typeface="Arial"/>
                <a:cs typeface="Arial"/>
              </a:defRPr>
            </a:defPPr>
            <a:lvl1pPr algn="r">
              <a:defRPr sz="825" b="0">
                <a:solidFill>
                  <a:srgbClr val="6E807B"/>
                </a:solidFill>
                <a:latin typeface="Arial"/>
                <a:ea typeface="Arial"/>
                <a:cs typeface="Arial"/>
              </a:defRPr>
            </a:lvl1pPr>
            <a:lvl2pPr algn="r">
              <a:defRPr sz="825" b="0">
                <a:solidFill>
                  <a:srgbClr val="6E807B"/>
                </a:solidFill>
                <a:latin typeface="Arial"/>
                <a:ea typeface="Arial"/>
                <a:cs typeface="Arial"/>
              </a:defRPr>
            </a:lvl2pPr>
            <a:lvl3pPr algn="r">
              <a:defRPr sz="825" b="0">
                <a:solidFill>
                  <a:srgbClr val="6E807B"/>
                </a:solidFill>
                <a:latin typeface="Arial"/>
                <a:ea typeface="Arial"/>
                <a:cs typeface="Arial"/>
              </a:defRPr>
            </a:lvl3pPr>
            <a:lvl4pPr algn="r">
              <a:defRPr sz="825" b="0">
                <a:solidFill>
                  <a:srgbClr val="6E807B"/>
                </a:solidFill>
                <a:latin typeface="Arial"/>
                <a:ea typeface="Arial"/>
                <a:cs typeface="Arial"/>
              </a:defRPr>
            </a:lvl4pPr>
            <a:lvl5pPr algn="r">
              <a:defRPr sz="825" b="0">
                <a:solidFill>
                  <a:srgbClr val="6E807B"/>
                </a:solidFill>
                <a:latin typeface="Arial"/>
                <a:ea typeface="Arial"/>
                <a:cs typeface="Arial"/>
              </a:defRPr>
            </a:lvl5pPr>
            <a:lvl6pPr algn="r">
              <a:defRPr sz="825" b="0">
                <a:solidFill>
                  <a:srgbClr val="6E807B"/>
                </a:solidFill>
                <a:latin typeface="Arial"/>
                <a:ea typeface="Arial"/>
                <a:cs typeface="Arial"/>
              </a:defRPr>
            </a:lvl6pPr>
            <a:lvl7pPr algn="r">
              <a:defRPr sz="825" b="0">
                <a:solidFill>
                  <a:srgbClr val="6E807B"/>
                </a:solidFill>
                <a:latin typeface="Arial"/>
                <a:ea typeface="Arial"/>
                <a:cs typeface="Arial"/>
              </a:defRPr>
            </a:lvl7pPr>
            <a:lvl8pPr algn="r">
              <a:defRPr sz="825" b="0">
                <a:solidFill>
                  <a:srgbClr val="6E807B"/>
                </a:solidFill>
                <a:latin typeface="Arial"/>
                <a:ea typeface="Arial"/>
                <a:cs typeface="Arial"/>
              </a:defRPr>
            </a:lvl8pPr>
            <a:lvl9pPr algn="r">
              <a:defRPr sz="825" b="0">
                <a:solidFill>
                  <a:srgbClr val="6E807B"/>
                </a:solidFill>
                <a:latin typeface="Arial"/>
                <a:ea typeface="Arial"/>
                <a:cs typeface="Arial"/>
              </a:defRPr>
            </a:lvl9pPr>
          </a:lstStyle>
          <a:p xmlns:a="http://schemas.openxmlformats.org/drawingml/2006/main">
            <a:pPr algn="r">
              <a:defRPr sz="825" b="0">
                <a:solidFill>
                  <a:srgbClr val="6E807B"/>
                </a:solidFill>
                <a:latin typeface="Arial"/>
                <a:ea typeface="Arial"/>
                <a:cs typeface="Arial"/>
              </a:defRPr>
            </a:pPr>
            <a:r>
              <a:rPr sz="825" b="0">
                <a:solidFill>
                  <a:srgbClr val="6E807B"/>
                </a:solidFill>
                <a:latin typeface="Arial"/>
                <a:ea typeface="Arial"/>
                <a:cs typeface="Arial"/>
              </a:rPr>
              <a:t>$0</a:t>
            </a:r>
          </a:p>
        </p:txBody>
      </p:sp>
      <p:sp>
        <p:nvSpPr>
          <p:cNvPr id="9" name="">
            <a:extLst xmlns:a="http://schemas.openxmlformats.org/drawingml/2006/main">
              <a:ext uri="{FF2B5EF4-FFF2-40B4-BE49-F238E27FC236}">
                <a16:creationId xmlns:a16="http://schemas.microsoft.com/office/drawing/2014/main" id="{BB42BDF9-7244-4A4F-8424-A7C6A0624731}"/>
              </a:ext>
            </a:extLst>
          </p:cNvPr>
          <p:cNvSpPr>
            <a:spLocks xmlns:a="http://schemas.openxmlformats.org/drawingml/2006/main" noGrp="1"/>
          </p:cNvSpPr>
          <p:nvPr/>
        </p:nvSpPr>
        <p:spPr>
          <a:xfrm xmlns:a="http://schemas.openxmlformats.org/drawingml/2006/main">
            <a:off x="1228725" y="4469130"/>
            <a:ext cx="6638925" cy="0"/>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0" name="trend-tick-monthly-1">
            <a:extLst xmlns:a="http://schemas.openxmlformats.org/drawingml/2006/main">
              <a:ext uri="{FF2B5EF4-FFF2-40B4-BE49-F238E27FC236}">
                <a16:creationId xmlns:a16="http://schemas.microsoft.com/office/drawing/2014/main" id="{7554A0FA-DC02-4614-8054-D50EC79D99F7}"/>
              </a:ext>
            </a:extLst>
          </p:cNvPr>
          <p:cNvSpPr>
            <a:spLocks xmlns:a="http://schemas.openxmlformats.org/drawingml/2006/main" noGrp="1"/>
          </p:cNvSpPr>
          <p:nvPr/>
        </p:nvSpPr>
        <p:spPr>
          <a:xfrm xmlns:a="http://schemas.openxmlformats.org/drawingml/2006/main">
            <a:off x="609600" y="4383405"/>
            <a:ext cx="523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0">
                <a:solidFill>
                  <a:srgbClr val="6E807B"/>
                </a:solidFill>
                <a:latin typeface="Arial"/>
                <a:ea typeface="Arial"/>
                <a:cs typeface="Arial"/>
              </a:defRPr>
            </a:defPPr>
            <a:lvl1pPr algn="r">
              <a:defRPr sz="825" b="0">
                <a:solidFill>
                  <a:srgbClr val="6E807B"/>
                </a:solidFill>
                <a:latin typeface="Arial"/>
                <a:ea typeface="Arial"/>
                <a:cs typeface="Arial"/>
              </a:defRPr>
            </a:lvl1pPr>
            <a:lvl2pPr algn="r">
              <a:defRPr sz="825" b="0">
                <a:solidFill>
                  <a:srgbClr val="6E807B"/>
                </a:solidFill>
                <a:latin typeface="Arial"/>
                <a:ea typeface="Arial"/>
                <a:cs typeface="Arial"/>
              </a:defRPr>
            </a:lvl2pPr>
            <a:lvl3pPr algn="r">
              <a:defRPr sz="825" b="0">
                <a:solidFill>
                  <a:srgbClr val="6E807B"/>
                </a:solidFill>
                <a:latin typeface="Arial"/>
                <a:ea typeface="Arial"/>
                <a:cs typeface="Arial"/>
              </a:defRPr>
            </a:lvl3pPr>
            <a:lvl4pPr algn="r">
              <a:defRPr sz="825" b="0">
                <a:solidFill>
                  <a:srgbClr val="6E807B"/>
                </a:solidFill>
                <a:latin typeface="Arial"/>
                <a:ea typeface="Arial"/>
                <a:cs typeface="Arial"/>
              </a:defRPr>
            </a:lvl4pPr>
            <a:lvl5pPr algn="r">
              <a:defRPr sz="825" b="0">
                <a:solidFill>
                  <a:srgbClr val="6E807B"/>
                </a:solidFill>
                <a:latin typeface="Arial"/>
                <a:ea typeface="Arial"/>
                <a:cs typeface="Arial"/>
              </a:defRPr>
            </a:lvl5pPr>
            <a:lvl6pPr algn="r">
              <a:defRPr sz="825" b="0">
                <a:solidFill>
                  <a:srgbClr val="6E807B"/>
                </a:solidFill>
                <a:latin typeface="Arial"/>
                <a:ea typeface="Arial"/>
                <a:cs typeface="Arial"/>
              </a:defRPr>
            </a:lvl6pPr>
            <a:lvl7pPr algn="r">
              <a:defRPr sz="825" b="0">
                <a:solidFill>
                  <a:srgbClr val="6E807B"/>
                </a:solidFill>
                <a:latin typeface="Arial"/>
                <a:ea typeface="Arial"/>
                <a:cs typeface="Arial"/>
              </a:defRPr>
            </a:lvl7pPr>
            <a:lvl8pPr algn="r">
              <a:defRPr sz="825" b="0">
                <a:solidFill>
                  <a:srgbClr val="6E807B"/>
                </a:solidFill>
                <a:latin typeface="Arial"/>
                <a:ea typeface="Arial"/>
                <a:cs typeface="Arial"/>
              </a:defRPr>
            </a:lvl8pPr>
            <a:lvl9pPr algn="r">
              <a:defRPr sz="825" b="0">
                <a:solidFill>
                  <a:srgbClr val="6E807B"/>
                </a:solidFill>
                <a:latin typeface="Arial"/>
                <a:ea typeface="Arial"/>
                <a:cs typeface="Arial"/>
              </a:defRPr>
            </a:lvl9pPr>
          </a:lstStyle>
          <a:p xmlns:a="http://schemas.openxmlformats.org/drawingml/2006/main">
            <a:pPr algn="r">
              <a:defRPr sz="825" b="0">
                <a:solidFill>
                  <a:srgbClr val="6E807B"/>
                </a:solidFill>
                <a:latin typeface="Arial"/>
                <a:ea typeface="Arial"/>
                <a:cs typeface="Arial"/>
              </a:defRPr>
            </a:pPr>
            <a:r>
              <a:rPr sz="825" b="0">
                <a:solidFill>
                  <a:srgbClr val="6E807B"/>
                </a:solidFill>
                <a:latin typeface="Arial"/>
                <a:ea typeface="Arial"/>
                <a:cs typeface="Arial"/>
              </a:rPr>
              <a:t>$5k</a:t>
            </a:r>
          </a:p>
        </p:txBody>
      </p:sp>
      <p:sp>
        <p:nvSpPr>
          <p:cNvPr id="11" name="">
            <a:extLst xmlns:a="http://schemas.openxmlformats.org/drawingml/2006/main">
              <a:ext uri="{FF2B5EF4-FFF2-40B4-BE49-F238E27FC236}">
                <a16:creationId xmlns:a16="http://schemas.microsoft.com/office/drawing/2014/main" id="{7FAA379D-A437-46AD-B6EA-0AFF585FE8A5}"/>
              </a:ext>
            </a:extLst>
          </p:cNvPr>
          <p:cNvSpPr>
            <a:spLocks xmlns:a="http://schemas.openxmlformats.org/drawingml/2006/main" noGrp="1"/>
          </p:cNvSpPr>
          <p:nvPr/>
        </p:nvSpPr>
        <p:spPr>
          <a:xfrm xmlns:a="http://schemas.openxmlformats.org/drawingml/2006/main">
            <a:off x="1228725" y="3880485"/>
            <a:ext cx="6638925" cy="0"/>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2" name="trend-tick-monthly-2">
            <a:extLst xmlns:a="http://schemas.openxmlformats.org/drawingml/2006/main">
              <a:ext uri="{FF2B5EF4-FFF2-40B4-BE49-F238E27FC236}">
                <a16:creationId xmlns:a16="http://schemas.microsoft.com/office/drawing/2014/main" id="{AB6260B3-6F68-40FE-AC45-62E710AB47B5}"/>
              </a:ext>
            </a:extLst>
          </p:cNvPr>
          <p:cNvSpPr>
            <a:spLocks xmlns:a="http://schemas.openxmlformats.org/drawingml/2006/main" noGrp="1"/>
          </p:cNvSpPr>
          <p:nvPr/>
        </p:nvSpPr>
        <p:spPr>
          <a:xfrm xmlns:a="http://schemas.openxmlformats.org/drawingml/2006/main">
            <a:off x="609600" y="3794760"/>
            <a:ext cx="523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0">
                <a:solidFill>
                  <a:srgbClr val="6E807B"/>
                </a:solidFill>
                <a:latin typeface="Arial"/>
                <a:ea typeface="Arial"/>
                <a:cs typeface="Arial"/>
              </a:defRPr>
            </a:defPPr>
            <a:lvl1pPr algn="r">
              <a:defRPr sz="825" b="0">
                <a:solidFill>
                  <a:srgbClr val="6E807B"/>
                </a:solidFill>
                <a:latin typeface="Arial"/>
                <a:ea typeface="Arial"/>
                <a:cs typeface="Arial"/>
              </a:defRPr>
            </a:lvl1pPr>
            <a:lvl2pPr algn="r">
              <a:defRPr sz="825" b="0">
                <a:solidFill>
                  <a:srgbClr val="6E807B"/>
                </a:solidFill>
                <a:latin typeface="Arial"/>
                <a:ea typeface="Arial"/>
                <a:cs typeface="Arial"/>
              </a:defRPr>
            </a:lvl2pPr>
            <a:lvl3pPr algn="r">
              <a:defRPr sz="825" b="0">
                <a:solidFill>
                  <a:srgbClr val="6E807B"/>
                </a:solidFill>
                <a:latin typeface="Arial"/>
                <a:ea typeface="Arial"/>
                <a:cs typeface="Arial"/>
              </a:defRPr>
            </a:lvl3pPr>
            <a:lvl4pPr algn="r">
              <a:defRPr sz="825" b="0">
                <a:solidFill>
                  <a:srgbClr val="6E807B"/>
                </a:solidFill>
                <a:latin typeface="Arial"/>
                <a:ea typeface="Arial"/>
                <a:cs typeface="Arial"/>
              </a:defRPr>
            </a:lvl4pPr>
            <a:lvl5pPr algn="r">
              <a:defRPr sz="825" b="0">
                <a:solidFill>
                  <a:srgbClr val="6E807B"/>
                </a:solidFill>
                <a:latin typeface="Arial"/>
                <a:ea typeface="Arial"/>
                <a:cs typeface="Arial"/>
              </a:defRPr>
            </a:lvl5pPr>
            <a:lvl6pPr algn="r">
              <a:defRPr sz="825" b="0">
                <a:solidFill>
                  <a:srgbClr val="6E807B"/>
                </a:solidFill>
                <a:latin typeface="Arial"/>
                <a:ea typeface="Arial"/>
                <a:cs typeface="Arial"/>
              </a:defRPr>
            </a:lvl6pPr>
            <a:lvl7pPr algn="r">
              <a:defRPr sz="825" b="0">
                <a:solidFill>
                  <a:srgbClr val="6E807B"/>
                </a:solidFill>
                <a:latin typeface="Arial"/>
                <a:ea typeface="Arial"/>
                <a:cs typeface="Arial"/>
              </a:defRPr>
            </a:lvl7pPr>
            <a:lvl8pPr algn="r">
              <a:defRPr sz="825" b="0">
                <a:solidFill>
                  <a:srgbClr val="6E807B"/>
                </a:solidFill>
                <a:latin typeface="Arial"/>
                <a:ea typeface="Arial"/>
                <a:cs typeface="Arial"/>
              </a:defRPr>
            </a:lvl8pPr>
            <a:lvl9pPr algn="r">
              <a:defRPr sz="825" b="0">
                <a:solidFill>
                  <a:srgbClr val="6E807B"/>
                </a:solidFill>
                <a:latin typeface="Arial"/>
                <a:ea typeface="Arial"/>
                <a:cs typeface="Arial"/>
              </a:defRPr>
            </a:lvl9pPr>
          </a:lstStyle>
          <a:p xmlns:a="http://schemas.openxmlformats.org/drawingml/2006/main">
            <a:pPr algn="r">
              <a:defRPr sz="825" b="0">
                <a:solidFill>
                  <a:srgbClr val="6E807B"/>
                </a:solidFill>
                <a:latin typeface="Arial"/>
                <a:ea typeface="Arial"/>
                <a:cs typeface="Arial"/>
              </a:defRPr>
            </a:pPr>
            <a:r>
              <a:rPr sz="825" b="0">
                <a:solidFill>
                  <a:srgbClr val="6E807B"/>
                </a:solidFill>
                <a:latin typeface="Arial"/>
                <a:ea typeface="Arial"/>
                <a:cs typeface="Arial"/>
              </a:rPr>
              <a:t>$10k</a:t>
            </a:r>
          </a:p>
        </p:txBody>
      </p:sp>
      <p:sp>
        <p:nvSpPr>
          <p:cNvPr id="13" name="">
            <a:extLst xmlns:a="http://schemas.openxmlformats.org/drawingml/2006/main">
              <a:ext uri="{FF2B5EF4-FFF2-40B4-BE49-F238E27FC236}">
                <a16:creationId xmlns:a16="http://schemas.microsoft.com/office/drawing/2014/main" id="{C00FB70D-578B-4131-80C6-4B5DF03F5992}"/>
              </a:ext>
            </a:extLst>
          </p:cNvPr>
          <p:cNvSpPr>
            <a:spLocks xmlns:a="http://schemas.openxmlformats.org/drawingml/2006/main" noGrp="1"/>
          </p:cNvSpPr>
          <p:nvPr/>
        </p:nvSpPr>
        <p:spPr>
          <a:xfrm xmlns:a="http://schemas.openxmlformats.org/drawingml/2006/main">
            <a:off x="1228725" y="3291840"/>
            <a:ext cx="6638925" cy="0"/>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4" name="trend-tick-monthly-3">
            <a:extLst xmlns:a="http://schemas.openxmlformats.org/drawingml/2006/main">
              <a:ext uri="{FF2B5EF4-FFF2-40B4-BE49-F238E27FC236}">
                <a16:creationId xmlns:a16="http://schemas.microsoft.com/office/drawing/2014/main" id="{626AB086-4A77-4014-BF69-D195D6FF2561}"/>
              </a:ext>
            </a:extLst>
          </p:cNvPr>
          <p:cNvSpPr>
            <a:spLocks xmlns:a="http://schemas.openxmlformats.org/drawingml/2006/main" noGrp="1"/>
          </p:cNvSpPr>
          <p:nvPr/>
        </p:nvSpPr>
        <p:spPr>
          <a:xfrm xmlns:a="http://schemas.openxmlformats.org/drawingml/2006/main">
            <a:off x="609600" y="3206115"/>
            <a:ext cx="523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0">
                <a:solidFill>
                  <a:srgbClr val="6E807B"/>
                </a:solidFill>
                <a:latin typeface="Arial"/>
                <a:ea typeface="Arial"/>
                <a:cs typeface="Arial"/>
              </a:defRPr>
            </a:defPPr>
            <a:lvl1pPr algn="r">
              <a:defRPr sz="825" b="0">
                <a:solidFill>
                  <a:srgbClr val="6E807B"/>
                </a:solidFill>
                <a:latin typeface="Arial"/>
                <a:ea typeface="Arial"/>
                <a:cs typeface="Arial"/>
              </a:defRPr>
            </a:lvl1pPr>
            <a:lvl2pPr algn="r">
              <a:defRPr sz="825" b="0">
                <a:solidFill>
                  <a:srgbClr val="6E807B"/>
                </a:solidFill>
                <a:latin typeface="Arial"/>
                <a:ea typeface="Arial"/>
                <a:cs typeface="Arial"/>
              </a:defRPr>
            </a:lvl2pPr>
            <a:lvl3pPr algn="r">
              <a:defRPr sz="825" b="0">
                <a:solidFill>
                  <a:srgbClr val="6E807B"/>
                </a:solidFill>
                <a:latin typeface="Arial"/>
                <a:ea typeface="Arial"/>
                <a:cs typeface="Arial"/>
              </a:defRPr>
            </a:lvl3pPr>
            <a:lvl4pPr algn="r">
              <a:defRPr sz="825" b="0">
                <a:solidFill>
                  <a:srgbClr val="6E807B"/>
                </a:solidFill>
                <a:latin typeface="Arial"/>
                <a:ea typeface="Arial"/>
                <a:cs typeface="Arial"/>
              </a:defRPr>
            </a:lvl4pPr>
            <a:lvl5pPr algn="r">
              <a:defRPr sz="825" b="0">
                <a:solidFill>
                  <a:srgbClr val="6E807B"/>
                </a:solidFill>
                <a:latin typeface="Arial"/>
                <a:ea typeface="Arial"/>
                <a:cs typeface="Arial"/>
              </a:defRPr>
            </a:lvl5pPr>
            <a:lvl6pPr algn="r">
              <a:defRPr sz="825" b="0">
                <a:solidFill>
                  <a:srgbClr val="6E807B"/>
                </a:solidFill>
                <a:latin typeface="Arial"/>
                <a:ea typeface="Arial"/>
                <a:cs typeface="Arial"/>
              </a:defRPr>
            </a:lvl6pPr>
            <a:lvl7pPr algn="r">
              <a:defRPr sz="825" b="0">
                <a:solidFill>
                  <a:srgbClr val="6E807B"/>
                </a:solidFill>
                <a:latin typeface="Arial"/>
                <a:ea typeface="Arial"/>
                <a:cs typeface="Arial"/>
              </a:defRPr>
            </a:lvl7pPr>
            <a:lvl8pPr algn="r">
              <a:defRPr sz="825" b="0">
                <a:solidFill>
                  <a:srgbClr val="6E807B"/>
                </a:solidFill>
                <a:latin typeface="Arial"/>
                <a:ea typeface="Arial"/>
                <a:cs typeface="Arial"/>
              </a:defRPr>
            </a:lvl8pPr>
            <a:lvl9pPr algn="r">
              <a:defRPr sz="825" b="0">
                <a:solidFill>
                  <a:srgbClr val="6E807B"/>
                </a:solidFill>
                <a:latin typeface="Arial"/>
                <a:ea typeface="Arial"/>
                <a:cs typeface="Arial"/>
              </a:defRPr>
            </a:lvl9pPr>
          </a:lstStyle>
          <a:p xmlns:a="http://schemas.openxmlformats.org/drawingml/2006/main">
            <a:pPr algn="r">
              <a:defRPr sz="825" b="0">
                <a:solidFill>
                  <a:srgbClr val="6E807B"/>
                </a:solidFill>
                <a:latin typeface="Arial"/>
                <a:ea typeface="Arial"/>
                <a:cs typeface="Arial"/>
              </a:defRPr>
            </a:pPr>
            <a:r>
              <a:rPr sz="825" b="0">
                <a:solidFill>
                  <a:srgbClr val="6E807B"/>
                </a:solidFill>
                <a:latin typeface="Arial"/>
                <a:ea typeface="Arial"/>
                <a:cs typeface="Arial"/>
              </a:rPr>
              <a:t>$15k</a:t>
            </a:r>
          </a:p>
        </p:txBody>
      </p:sp>
      <p:sp>
        <p:nvSpPr>
          <p:cNvPr id="15" name="">
            <a:extLst xmlns:a="http://schemas.openxmlformats.org/drawingml/2006/main">
              <a:ext uri="{FF2B5EF4-FFF2-40B4-BE49-F238E27FC236}">
                <a16:creationId xmlns:a16="http://schemas.microsoft.com/office/drawing/2014/main" id="{5A3198D7-E143-4F26-B3EC-48019F105D01}"/>
              </a:ext>
            </a:extLst>
          </p:cNvPr>
          <p:cNvSpPr>
            <a:spLocks xmlns:a="http://schemas.openxmlformats.org/drawingml/2006/main" noGrp="1"/>
          </p:cNvSpPr>
          <p:nvPr/>
        </p:nvSpPr>
        <p:spPr>
          <a:xfrm xmlns:a="http://schemas.openxmlformats.org/drawingml/2006/main">
            <a:off x="1228725" y="2703195"/>
            <a:ext cx="6638925" cy="0"/>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6" name="trend-tick-monthly-4">
            <a:extLst xmlns:a="http://schemas.openxmlformats.org/drawingml/2006/main">
              <a:ext uri="{FF2B5EF4-FFF2-40B4-BE49-F238E27FC236}">
                <a16:creationId xmlns:a16="http://schemas.microsoft.com/office/drawing/2014/main" id="{1D5674EE-3A2F-4D33-821B-CB3C24BA867E}"/>
              </a:ext>
            </a:extLst>
          </p:cNvPr>
          <p:cNvSpPr>
            <a:spLocks xmlns:a="http://schemas.openxmlformats.org/drawingml/2006/main" noGrp="1"/>
          </p:cNvSpPr>
          <p:nvPr/>
        </p:nvSpPr>
        <p:spPr>
          <a:xfrm xmlns:a="http://schemas.openxmlformats.org/drawingml/2006/main">
            <a:off x="609600" y="2617470"/>
            <a:ext cx="523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0">
                <a:solidFill>
                  <a:srgbClr val="6E807B"/>
                </a:solidFill>
                <a:latin typeface="Arial"/>
                <a:ea typeface="Arial"/>
                <a:cs typeface="Arial"/>
              </a:defRPr>
            </a:defPPr>
            <a:lvl1pPr algn="r">
              <a:defRPr sz="825" b="0">
                <a:solidFill>
                  <a:srgbClr val="6E807B"/>
                </a:solidFill>
                <a:latin typeface="Arial"/>
                <a:ea typeface="Arial"/>
                <a:cs typeface="Arial"/>
              </a:defRPr>
            </a:lvl1pPr>
            <a:lvl2pPr algn="r">
              <a:defRPr sz="825" b="0">
                <a:solidFill>
                  <a:srgbClr val="6E807B"/>
                </a:solidFill>
                <a:latin typeface="Arial"/>
                <a:ea typeface="Arial"/>
                <a:cs typeface="Arial"/>
              </a:defRPr>
            </a:lvl2pPr>
            <a:lvl3pPr algn="r">
              <a:defRPr sz="825" b="0">
                <a:solidFill>
                  <a:srgbClr val="6E807B"/>
                </a:solidFill>
                <a:latin typeface="Arial"/>
                <a:ea typeface="Arial"/>
                <a:cs typeface="Arial"/>
              </a:defRPr>
            </a:lvl3pPr>
            <a:lvl4pPr algn="r">
              <a:defRPr sz="825" b="0">
                <a:solidFill>
                  <a:srgbClr val="6E807B"/>
                </a:solidFill>
                <a:latin typeface="Arial"/>
                <a:ea typeface="Arial"/>
                <a:cs typeface="Arial"/>
              </a:defRPr>
            </a:lvl4pPr>
            <a:lvl5pPr algn="r">
              <a:defRPr sz="825" b="0">
                <a:solidFill>
                  <a:srgbClr val="6E807B"/>
                </a:solidFill>
                <a:latin typeface="Arial"/>
                <a:ea typeface="Arial"/>
                <a:cs typeface="Arial"/>
              </a:defRPr>
            </a:lvl5pPr>
            <a:lvl6pPr algn="r">
              <a:defRPr sz="825" b="0">
                <a:solidFill>
                  <a:srgbClr val="6E807B"/>
                </a:solidFill>
                <a:latin typeface="Arial"/>
                <a:ea typeface="Arial"/>
                <a:cs typeface="Arial"/>
              </a:defRPr>
            </a:lvl6pPr>
            <a:lvl7pPr algn="r">
              <a:defRPr sz="825" b="0">
                <a:solidFill>
                  <a:srgbClr val="6E807B"/>
                </a:solidFill>
                <a:latin typeface="Arial"/>
                <a:ea typeface="Arial"/>
                <a:cs typeface="Arial"/>
              </a:defRPr>
            </a:lvl7pPr>
            <a:lvl8pPr algn="r">
              <a:defRPr sz="825" b="0">
                <a:solidFill>
                  <a:srgbClr val="6E807B"/>
                </a:solidFill>
                <a:latin typeface="Arial"/>
                <a:ea typeface="Arial"/>
                <a:cs typeface="Arial"/>
              </a:defRPr>
            </a:lvl8pPr>
            <a:lvl9pPr algn="r">
              <a:defRPr sz="825" b="0">
                <a:solidFill>
                  <a:srgbClr val="6E807B"/>
                </a:solidFill>
                <a:latin typeface="Arial"/>
                <a:ea typeface="Arial"/>
                <a:cs typeface="Arial"/>
              </a:defRPr>
            </a:lvl9pPr>
          </a:lstStyle>
          <a:p xmlns:a="http://schemas.openxmlformats.org/drawingml/2006/main">
            <a:pPr algn="r">
              <a:defRPr sz="825" b="0">
                <a:solidFill>
                  <a:srgbClr val="6E807B"/>
                </a:solidFill>
                <a:latin typeface="Arial"/>
                <a:ea typeface="Arial"/>
                <a:cs typeface="Arial"/>
              </a:defRPr>
            </a:pPr>
            <a:r>
              <a:rPr sz="825" b="0">
                <a:solidFill>
                  <a:srgbClr val="6E807B"/>
                </a:solidFill>
                <a:latin typeface="Arial"/>
                <a:ea typeface="Arial"/>
                <a:cs typeface="Arial"/>
              </a:rPr>
              <a:t>$20k</a:t>
            </a:r>
          </a:p>
        </p:txBody>
      </p:sp>
      <p:sp>
        <p:nvSpPr>
          <p:cNvPr id="17" name="">
            <a:extLst xmlns:a="http://schemas.openxmlformats.org/drawingml/2006/main">
              <a:ext uri="{FF2B5EF4-FFF2-40B4-BE49-F238E27FC236}">
                <a16:creationId xmlns:a16="http://schemas.microsoft.com/office/drawing/2014/main" id="{98BF89BE-94A7-44C0-BA69-7542B04DD07B}"/>
              </a:ext>
            </a:extLst>
          </p:cNvPr>
          <p:cNvSpPr>
            <a:spLocks xmlns:a="http://schemas.openxmlformats.org/drawingml/2006/main" noGrp="1"/>
          </p:cNvSpPr>
          <p:nvPr/>
        </p:nvSpPr>
        <p:spPr>
          <a:xfrm xmlns:a="http://schemas.openxmlformats.org/drawingml/2006/main">
            <a:off x="1228725" y="2114550"/>
            <a:ext cx="6638925" cy="0"/>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8" name="trend-tick-monthly-5">
            <a:extLst xmlns:a="http://schemas.openxmlformats.org/drawingml/2006/main">
              <a:ext uri="{FF2B5EF4-FFF2-40B4-BE49-F238E27FC236}">
                <a16:creationId xmlns:a16="http://schemas.microsoft.com/office/drawing/2014/main" id="{EE75B613-A7AA-4DF5-BB7B-40D94F0B6C5D}"/>
              </a:ext>
            </a:extLst>
          </p:cNvPr>
          <p:cNvSpPr>
            <a:spLocks xmlns:a="http://schemas.openxmlformats.org/drawingml/2006/main" noGrp="1"/>
          </p:cNvSpPr>
          <p:nvPr/>
        </p:nvSpPr>
        <p:spPr>
          <a:xfrm xmlns:a="http://schemas.openxmlformats.org/drawingml/2006/main">
            <a:off x="609600" y="2028825"/>
            <a:ext cx="523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0">
                <a:solidFill>
                  <a:srgbClr val="6E807B"/>
                </a:solidFill>
                <a:latin typeface="Arial"/>
                <a:ea typeface="Arial"/>
                <a:cs typeface="Arial"/>
              </a:defRPr>
            </a:defPPr>
            <a:lvl1pPr algn="r">
              <a:defRPr sz="825" b="0">
                <a:solidFill>
                  <a:srgbClr val="6E807B"/>
                </a:solidFill>
                <a:latin typeface="Arial"/>
                <a:ea typeface="Arial"/>
                <a:cs typeface="Arial"/>
              </a:defRPr>
            </a:lvl1pPr>
            <a:lvl2pPr algn="r">
              <a:defRPr sz="825" b="0">
                <a:solidFill>
                  <a:srgbClr val="6E807B"/>
                </a:solidFill>
                <a:latin typeface="Arial"/>
                <a:ea typeface="Arial"/>
                <a:cs typeface="Arial"/>
              </a:defRPr>
            </a:lvl2pPr>
            <a:lvl3pPr algn="r">
              <a:defRPr sz="825" b="0">
                <a:solidFill>
                  <a:srgbClr val="6E807B"/>
                </a:solidFill>
                <a:latin typeface="Arial"/>
                <a:ea typeface="Arial"/>
                <a:cs typeface="Arial"/>
              </a:defRPr>
            </a:lvl3pPr>
            <a:lvl4pPr algn="r">
              <a:defRPr sz="825" b="0">
                <a:solidFill>
                  <a:srgbClr val="6E807B"/>
                </a:solidFill>
                <a:latin typeface="Arial"/>
                <a:ea typeface="Arial"/>
                <a:cs typeface="Arial"/>
              </a:defRPr>
            </a:lvl4pPr>
            <a:lvl5pPr algn="r">
              <a:defRPr sz="825" b="0">
                <a:solidFill>
                  <a:srgbClr val="6E807B"/>
                </a:solidFill>
                <a:latin typeface="Arial"/>
                <a:ea typeface="Arial"/>
                <a:cs typeface="Arial"/>
              </a:defRPr>
            </a:lvl5pPr>
            <a:lvl6pPr algn="r">
              <a:defRPr sz="825" b="0">
                <a:solidFill>
                  <a:srgbClr val="6E807B"/>
                </a:solidFill>
                <a:latin typeface="Arial"/>
                <a:ea typeface="Arial"/>
                <a:cs typeface="Arial"/>
              </a:defRPr>
            </a:lvl6pPr>
            <a:lvl7pPr algn="r">
              <a:defRPr sz="825" b="0">
                <a:solidFill>
                  <a:srgbClr val="6E807B"/>
                </a:solidFill>
                <a:latin typeface="Arial"/>
                <a:ea typeface="Arial"/>
                <a:cs typeface="Arial"/>
              </a:defRPr>
            </a:lvl7pPr>
            <a:lvl8pPr algn="r">
              <a:defRPr sz="825" b="0">
                <a:solidFill>
                  <a:srgbClr val="6E807B"/>
                </a:solidFill>
                <a:latin typeface="Arial"/>
                <a:ea typeface="Arial"/>
                <a:cs typeface="Arial"/>
              </a:defRPr>
            </a:lvl8pPr>
            <a:lvl9pPr algn="r">
              <a:defRPr sz="825" b="0">
                <a:solidFill>
                  <a:srgbClr val="6E807B"/>
                </a:solidFill>
                <a:latin typeface="Arial"/>
                <a:ea typeface="Arial"/>
                <a:cs typeface="Arial"/>
              </a:defRPr>
            </a:lvl9pPr>
          </a:lstStyle>
          <a:p xmlns:a="http://schemas.openxmlformats.org/drawingml/2006/main">
            <a:pPr algn="r">
              <a:defRPr sz="825" b="0">
                <a:solidFill>
                  <a:srgbClr val="6E807B"/>
                </a:solidFill>
                <a:latin typeface="Arial"/>
                <a:ea typeface="Arial"/>
                <a:cs typeface="Arial"/>
              </a:defRPr>
            </a:pPr>
            <a:r>
              <a:rPr sz="825" b="0">
                <a:solidFill>
                  <a:srgbClr val="6E807B"/>
                </a:solidFill>
                <a:latin typeface="Arial"/>
                <a:ea typeface="Arial"/>
                <a:cs typeface="Arial"/>
              </a:rPr>
              <a:t>$25k</a:t>
            </a:r>
          </a:p>
        </p:txBody>
      </p:sp>
      <p:sp>
        <p:nvSpPr>
          <p:cNvPr id="19" name="trend-point-monthly-0">
            <a:extLst xmlns:a="http://schemas.openxmlformats.org/drawingml/2006/main">
              <a:ext uri="{FF2B5EF4-FFF2-40B4-BE49-F238E27FC236}">
                <a16:creationId xmlns:a16="http://schemas.microsoft.com/office/drawing/2014/main" id="{D3F8A034-7E6C-4F70-9757-4D6BBA2E3323}"/>
              </a:ext>
            </a:extLst>
          </p:cNvPr>
          <p:cNvSpPr>
            <a:spLocks xmlns:a="http://schemas.openxmlformats.org/drawingml/2006/main" noGrp="1"/>
          </p:cNvSpPr>
          <p:nvPr/>
        </p:nvSpPr>
        <p:spPr>
          <a:xfrm xmlns:a="http://schemas.openxmlformats.org/drawingml/2006/main">
            <a:off x="1190625" y="4097236"/>
            <a:ext cx="76200" cy="76200"/>
          </a:xfrm>
          <a:prstGeom xmlns:a="http://schemas.openxmlformats.org/drawingml/2006/main" prst="ellipse">
            <a:avLst/>
          </a:prstGeom>
          <a:solidFill xmlns:a="http://schemas.openxmlformats.org/drawingml/2006/main">
            <a:srgbClr val="177F69"/>
          </a:solidFill>
          <a:ln xmlns:a="http://schemas.openxmlformats.org/drawingml/2006/main" w="19050">
            <a:solidFill>
              <a:srgbClr val="F4F5EF"/>
            </a:solidFill>
            <a:prstDash val="solid"/>
          </a:ln>
        </p:spPr>
      </p:sp>
      <p:sp>
        <p:nvSpPr>
          <p:cNvPr id="20" name="trend-label-monthly-0">
            <a:extLst xmlns:a="http://schemas.openxmlformats.org/drawingml/2006/main">
              <a:ext uri="{FF2B5EF4-FFF2-40B4-BE49-F238E27FC236}">
                <a16:creationId xmlns:a16="http://schemas.microsoft.com/office/drawing/2014/main" id="{D2DFF6AD-B557-4C5F-A20A-6A49BDBDFFE3}"/>
              </a:ext>
            </a:extLst>
          </p:cNvPr>
          <p:cNvSpPr>
            <a:spLocks xmlns:a="http://schemas.openxmlformats.org/drawingml/2006/main" noGrp="1"/>
          </p:cNvSpPr>
          <p:nvPr/>
        </p:nvSpPr>
        <p:spPr>
          <a:xfrm xmlns:a="http://schemas.openxmlformats.org/drawingml/2006/main">
            <a:off x="981075" y="51911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675" b="0">
                <a:solidFill>
                  <a:srgbClr val="6E807B"/>
                </a:solidFill>
                <a:latin typeface="Arial"/>
                <a:ea typeface="Arial"/>
                <a:cs typeface="Arial"/>
              </a:defRPr>
            </a:defPPr>
            <a:lvl1pPr algn="ctr">
              <a:defRPr sz="675" b="0">
                <a:solidFill>
                  <a:srgbClr val="6E807B"/>
                </a:solidFill>
                <a:latin typeface="Arial"/>
                <a:ea typeface="Arial"/>
                <a:cs typeface="Arial"/>
              </a:defRPr>
            </a:lvl1pPr>
            <a:lvl2pPr algn="ctr">
              <a:defRPr sz="675" b="0">
                <a:solidFill>
                  <a:srgbClr val="6E807B"/>
                </a:solidFill>
                <a:latin typeface="Arial"/>
                <a:ea typeface="Arial"/>
                <a:cs typeface="Arial"/>
              </a:defRPr>
            </a:lvl2pPr>
            <a:lvl3pPr algn="ctr">
              <a:defRPr sz="675" b="0">
                <a:solidFill>
                  <a:srgbClr val="6E807B"/>
                </a:solidFill>
                <a:latin typeface="Arial"/>
                <a:ea typeface="Arial"/>
                <a:cs typeface="Arial"/>
              </a:defRPr>
            </a:lvl3pPr>
            <a:lvl4pPr algn="ctr">
              <a:defRPr sz="675" b="0">
                <a:solidFill>
                  <a:srgbClr val="6E807B"/>
                </a:solidFill>
                <a:latin typeface="Arial"/>
                <a:ea typeface="Arial"/>
                <a:cs typeface="Arial"/>
              </a:defRPr>
            </a:lvl4pPr>
            <a:lvl5pPr algn="ctr">
              <a:defRPr sz="675" b="0">
                <a:solidFill>
                  <a:srgbClr val="6E807B"/>
                </a:solidFill>
                <a:latin typeface="Arial"/>
                <a:ea typeface="Arial"/>
                <a:cs typeface="Arial"/>
              </a:defRPr>
            </a:lvl5pPr>
            <a:lvl6pPr algn="ctr">
              <a:defRPr sz="675" b="0">
                <a:solidFill>
                  <a:srgbClr val="6E807B"/>
                </a:solidFill>
                <a:latin typeface="Arial"/>
                <a:ea typeface="Arial"/>
                <a:cs typeface="Arial"/>
              </a:defRPr>
            </a:lvl6pPr>
            <a:lvl7pPr algn="ctr">
              <a:defRPr sz="675" b="0">
                <a:solidFill>
                  <a:srgbClr val="6E807B"/>
                </a:solidFill>
                <a:latin typeface="Arial"/>
                <a:ea typeface="Arial"/>
                <a:cs typeface="Arial"/>
              </a:defRPr>
            </a:lvl7pPr>
            <a:lvl8pPr algn="ctr">
              <a:defRPr sz="675" b="0">
                <a:solidFill>
                  <a:srgbClr val="6E807B"/>
                </a:solidFill>
                <a:latin typeface="Arial"/>
                <a:ea typeface="Arial"/>
                <a:cs typeface="Arial"/>
              </a:defRPr>
            </a:lvl8pPr>
            <a:lvl9pPr algn="ctr">
              <a:defRPr sz="675" b="0">
                <a:solidFill>
                  <a:srgbClr val="6E807B"/>
                </a:solidFill>
                <a:latin typeface="Arial"/>
                <a:ea typeface="Arial"/>
                <a:cs typeface="Arial"/>
              </a:defRPr>
            </a:lvl9pPr>
          </a:lstStyle>
          <a:p xmlns:a="http://schemas.openxmlformats.org/drawingml/2006/main">
            <a:pPr algn="ctr">
              <a:defRPr sz="675" b="0">
                <a:solidFill>
                  <a:srgbClr val="6E807B"/>
                </a:solidFill>
                <a:latin typeface="Arial"/>
                <a:ea typeface="Arial"/>
                <a:cs typeface="Arial"/>
              </a:defRPr>
            </a:pPr>
            <a:r>
              <a:rPr sz="675" b="0">
                <a:solidFill>
                  <a:srgbClr val="6E807B"/>
                </a:solidFill>
                <a:latin typeface="Arial"/>
                <a:ea typeface="Arial"/>
                <a:cs typeface="Arial"/>
              </a:rPr>
              <a:t>Oct '25</a:t>
            </a:r>
          </a:p>
        </p:txBody>
      </p:sp>
      <p:sp>
        <p:nvSpPr>
          <p:cNvPr id="21" name="">
            <a:extLst xmlns:a="http://schemas.openxmlformats.org/drawingml/2006/main">
              <a:ext uri="{FF2B5EF4-FFF2-40B4-BE49-F238E27FC236}">
                <a16:creationId xmlns:a16="http://schemas.microsoft.com/office/drawing/2014/main" id="{D61D1F0C-03EB-46E6-BB37-6CC2D4F6D71C}"/>
              </a:ext>
            </a:extLst>
          </p:cNvPr>
          <p:cNvSpPr>
            <a:spLocks xmlns:a="http://schemas.openxmlformats.org/drawingml/2006/main" noGrp="1"/>
          </p:cNvSpPr>
          <p:nvPr/>
        </p:nvSpPr>
        <p:spPr>
          <a:xfrm xmlns:a="http://schemas.openxmlformats.org/drawingml/2006/main" flipV="1">
            <a:off x="1228725" y="2811950"/>
            <a:ext cx="553244" cy="1323387"/>
          </a:xfrm>
          <a:prstGeom xmlns:a="http://schemas.openxmlformats.org/drawingml/2006/main" prst="line">
            <a:avLst/>
          </a:prstGeom>
          <a:noFill xmlns:a="http://schemas.openxmlformats.org/drawingml/2006/main"/>
          <a:ln xmlns:a="http://schemas.openxmlformats.org/drawingml/2006/main" w="28575">
            <a:solidFill>
              <a:srgbClr val="177F69"/>
            </a:solidFill>
            <a:prstDash val="solid"/>
          </a:ln>
        </p:spPr>
      </p:sp>
      <p:sp>
        <p:nvSpPr>
          <p:cNvPr id="22" name="trend-point-monthly-1">
            <a:extLst xmlns:a="http://schemas.openxmlformats.org/drawingml/2006/main">
              <a:ext uri="{FF2B5EF4-FFF2-40B4-BE49-F238E27FC236}">
                <a16:creationId xmlns:a16="http://schemas.microsoft.com/office/drawing/2014/main" id="{D8954F48-C3C0-4FD7-876D-F850B5D4A7AF}"/>
              </a:ext>
            </a:extLst>
          </p:cNvPr>
          <p:cNvSpPr>
            <a:spLocks xmlns:a="http://schemas.openxmlformats.org/drawingml/2006/main" noGrp="1"/>
          </p:cNvSpPr>
          <p:nvPr/>
        </p:nvSpPr>
        <p:spPr>
          <a:xfrm xmlns:a="http://schemas.openxmlformats.org/drawingml/2006/main">
            <a:off x="1743869" y="2773850"/>
            <a:ext cx="76200" cy="76200"/>
          </a:xfrm>
          <a:prstGeom xmlns:a="http://schemas.openxmlformats.org/drawingml/2006/main" prst="ellipse">
            <a:avLst/>
          </a:prstGeom>
          <a:solidFill xmlns:a="http://schemas.openxmlformats.org/drawingml/2006/main">
            <a:srgbClr val="177F69"/>
          </a:solidFill>
          <a:ln xmlns:a="http://schemas.openxmlformats.org/drawingml/2006/main" w="19050">
            <a:solidFill>
              <a:srgbClr val="F4F5EF"/>
            </a:solidFill>
            <a:prstDash val="solid"/>
          </a:ln>
        </p:spPr>
      </p:sp>
      <p:sp>
        <p:nvSpPr>
          <p:cNvPr id="23" name="trend-label-monthly-1">
            <a:extLst xmlns:a="http://schemas.openxmlformats.org/drawingml/2006/main">
              <a:ext uri="{FF2B5EF4-FFF2-40B4-BE49-F238E27FC236}">
                <a16:creationId xmlns:a16="http://schemas.microsoft.com/office/drawing/2014/main" id="{B24313DA-621C-4C67-A4D3-E1962D73560C}"/>
              </a:ext>
            </a:extLst>
          </p:cNvPr>
          <p:cNvSpPr>
            <a:spLocks xmlns:a="http://schemas.openxmlformats.org/drawingml/2006/main" noGrp="1"/>
          </p:cNvSpPr>
          <p:nvPr/>
        </p:nvSpPr>
        <p:spPr>
          <a:xfrm xmlns:a="http://schemas.openxmlformats.org/drawingml/2006/main">
            <a:off x="1534319" y="51911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675" b="0">
                <a:solidFill>
                  <a:srgbClr val="6E807B"/>
                </a:solidFill>
                <a:latin typeface="Arial"/>
                <a:ea typeface="Arial"/>
                <a:cs typeface="Arial"/>
              </a:defRPr>
            </a:defPPr>
            <a:lvl1pPr algn="ctr">
              <a:defRPr sz="675" b="0">
                <a:solidFill>
                  <a:srgbClr val="6E807B"/>
                </a:solidFill>
                <a:latin typeface="Arial"/>
                <a:ea typeface="Arial"/>
                <a:cs typeface="Arial"/>
              </a:defRPr>
            </a:lvl1pPr>
            <a:lvl2pPr algn="ctr">
              <a:defRPr sz="675" b="0">
                <a:solidFill>
                  <a:srgbClr val="6E807B"/>
                </a:solidFill>
                <a:latin typeface="Arial"/>
                <a:ea typeface="Arial"/>
                <a:cs typeface="Arial"/>
              </a:defRPr>
            </a:lvl2pPr>
            <a:lvl3pPr algn="ctr">
              <a:defRPr sz="675" b="0">
                <a:solidFill>
                  <a:srgbClr val="6E807B"/>
                </a:solidFill>
                <a:latin typeface="Arial"/>
                <a:ea typeface="Arial"/>
                <a:cs typeface="Arial"/>
              </a:defRPr>
            </a:lvl3pPr>
            <a:lvl4pPr algn="ctr">
              <a:defRPr sz="675" b="0">
                <a:solidFill>
                  <a:srgbClr val="6E807B"/>
                </a:solidFill>
                <a:latin typeface="Arial"/>
                <a:ea typeface="Arial"/>
                <a:cs typeface="Arial"/>
              </a:defRPr>
            </a:lvl4pPr>
            <a:lvl5pPr algn="ctr">
              <a:defRPr sz="675" b="0">
                <a:solidFill>
                  <a:srgbClr val="6E807B"/>
                </a:solidFill>
                <a:latin typeface="Arial"/>
                <a:ea typeface="Arial"/>
                <a:cs typeface="Arial"/>
              </a:defRPr>
            </a:lvl5pPr>
            <a:lvl6pPr algn="ctr">
              <a:defRPr sz="675" b="0">
                <a:solidFill>
                  <a:srgbClr val="6E807B"/>
                </a:solidFill>
                <a:latin typeface="Arial"/>
                <a:ea typeface="Arial"/>
                <a:cs typeface="Arial"/>
              </a:defRPr>
            </a:lvl6pPr>
            <a:lvl7pPr algn="ctr">
              <a:defRPr sz="675" b="0">
                <a:solidFill>
                  <a:srgbClr val="6E807B"/>
                </a:solidFill>
                <a:latin typeface="Arial"/>
                <a:ea typeface="Arial"/>
                <a:cs typeface="Arial"/>
              </a:defRPr>
            </a:lvl7pPr>
            <a:lvl8pPr algn="ctr">
              <a:defRPr sz="675" b="0">
                <a:solidFill>
                  <a:srgbClr val="6E807B"/>
                </a:solidFill>
                <a:latin typeface="Arial"/>
                <a:ea typeface="Arial"/>
                <a:cs typeface="Arial"/>
              </a:defRPr>
            </a:lvl8pPr>
            <a:lvl9pPr algn="ctr">
              <a:defRPr sz="675" b="0">
                <a:solidFill>
                  <a:srgbClr val="6E807B"/>
                </a:solidFill>
                <a:latin typeface="Arial"/>
                <a:ea typeface="Arial"/>
                <a:cs typeface="Arial"/>
              </a:defRPr>
            </a:lvl9pPr>
          </a:lstStyle>
          <a:p xmlns:a="http://schemas.openxmlformats.org/drawingml/2006/main">
            <a:pPr algn="ctr">
              <a:defRPr sz="675" b="0">
                <a:solidFill>
                  <a:srgbClr val="6E807B"/>
                </a:solidFill>
                <a:latin typeface="Arial"/>
                <a:ea typeface="Arial"/>
                <a:cs typeface="Arial"/>
              </a:defRPr>
            </a:pPr>
            <a:r>
              <a:rPr sz="675" b="0">
                <a:solidFill>
                  <a:srgbClr val="6E807B"/>
                </a:solidFill>
                <a:latin typeface="Arial"/>
                <a:ea typeface="Arial"/>
                <a:cs typeface="Arial"/>
              </a:rPr>
              <a:t>Nov '25</a:t>
            </a:r>
          </a:p>
        </p:txBody>
      </p:sp>
      <p:sp>
        <p:nvSpPr>
          <p:cNvPr id="24" name="">
            <a:extLst xmlns:a="http://schemas.openxmlformats.org/drawingml/2006/main">
              <a:ext uri="{FF2B5EF4-FFF2-40B4-BE49-F238E27FC236}">
                <a16:creationId xmlns:a16="http://schemas.microsoft.com/office/drawing/2014/main" id="{1D40B42C-ECB5-423E-ABE5-A6E0EA230A76}"/>
              </a:ext>
            </a:extLst>
          </p:cNvPr>
          <p:cNvSpPr>
            <a:spLocks xmlns:a="http://schemas.openxmlformats.org/drawingml/2006/main" noGrp="1"/>
          </p:cNvSpPr>
          <p:nvPr/>
        </p:nvSpPr>
        <p:spPr>
          <a:xfrm xmlns:a="http://schemas.openxmlformats.org/drawingml/2006/main" flipV="1">
            <a:off x="1781969" y="2761213"/>
            <a:ext cx="553244" cy="50736"/>
          </a:xfrm>
          <a:prstGeom xmlns:a="http://schemas.openxmlformats.org/drawingml/2006/main" prst="line">
            <a:avLst/>
          </a:prstGeom>
          <a:noFill xmlns:a="http://schemas.openxmlformats.org/drawingml/2006/main"/>
          <a:ln xmlns:a="http://schemas.openxmlformats.org/drawingml/2006/main" w="28575">
            <a:solidFill>
              <a:srgbClr val="177F69"/>
            </a:solidFill>
            <a:prstDash val="solid"/>
          </a:ln>
        </p:spPr>
      </p:sp>
      <p:sp>
        <p:nvSpPr>
          <p:cNvPr id="25" name="trend-point-monthly-2">
            <a:extLst xmlns:a="http://schemas.openxmlformats.org/drawingml/2006/main">
              <a:ext uri="{FF2B5EF4-FFF2-40B4-BE49-F238E27FC236}">
                <a16:creationId xmlns:a16="http://schemas.microsoft.com/office/drawing/2014/main" id="{923667FE-EA32-43B7-89B3-DCB7F18B137B}"/>
              </a:ext>
            </a:extLst>
          </p:cNvPr>
          <p:cNvSpPr>
            <a:spLocks xmlns:a="http://schemas.openxmlformats.org/drawingml/2006/main" noGrp="1"/>
          </p:cNvSpPr>
          <p:nvPr/>
        </p:nvSpPr>
        <p:spPr>
          <a:xfrm xmlns:a="http://schemas.openxmlformats.org/drawingml/2006/main">
            <a:off x="2297113" y="2723113"/>
            <a:ext cx="76200" cy="76200"/>
          </a:xfrm>
          <a:prstGeom xmlns:a="http://schemas.openxmlformats.org/drawingml/2006/main" prst="ellipse">
            <a:avLst/>
          </a:prstGeom>
          <a:solidFill xmlns:a="http://schemas.openxmlformats.org/drawingml/2006/main">
            <a:srgbClr val="177F69"/>
          </a:solidFill>
          <a:ln xmlns:a="http://schemas.openxmlformats.org/drawingml/2006/main" w="19050">
            <a:solidFill>
              <a:srgbClr val="F4F5EF"/>
            </a:solidFill>
            <a:prstDash val="solid"/>
          </a:ln>
        </p:spPr>
      </p:sp>
      <p:sp>
        <p:nvSpPr>
          <p:cNvPr id="26" name="trend-label-monthly-2">
            <a:extLst xmlns:a="http://schemas.openxmlformats.org/drawingml/2006/main">
              <a:ext uri="{FF2B5EF4-FFF2-40B4-BE49-F238E27FC236}">
                <a16:creationId xmlns:a16="http://schemas.microsoft.com/office/drawing/2014/main" id="{666AA5C1-880C-4D83-8AC2-44A67BB841B8}"/>
              </a:ext>
            </a:extLst>
          </p:cNvPr>
          <p:cNvSpPr>
            <a:spLocks xmlns:a="http://schemas.openxmlformats.org/drawingml/2006/main" noGrp="1"/>
          </p:cNvSpPr>
          <p:nvPr/>
        </p:nvSpPr>
        <p:spPr>
          <a:xfrm xmlns:a="http://schemas.openxmlformats.org/drawingml/2006/main">
            <a:off x="2087563" y="51911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675" b="0">
                <a:solidFill>
                  <a:srgbClr val="6E807B"/>
                </a:solidFill>
                <a:latin typeface="Arial"/>
                <a:ea typeface="Arial"/>
                <a:cs typeface="Arial"/>
              </a:defRPr>
            </a:defPPr>
            <a:lvl1pPr algn="ctr">
              <a:defRPr sz="675" b="0">
                <a:solidFill>
                  <a:srgbClr val="6E807B"/>
                </a:solidFill>
                <a:latin typeface="Arial"/>
                <a:ea typeface="Arial"/>
                <a:cs typeface="Arial"/>
              </a:defRPr>
            </a:lvl1pPr>
            <a:lvl2pPr algn="ctr">
              <a:defRPr sz="675" b="0">
                <a:solidFill>
                  <a:srgbClr val="6E807B"/>
                </a:solidFill>
                <a:latin typeface="Arial"/>
                <a:ea typeface="Arial"/>
                <a:cs typeface="Arial"/>
              </a:defRPr>
            </a:lvl2pPr>
            <a:lvl3pPr algn="ctr">
              <a:defRPr sz="675" b="0">
                <a:solidFill>
                  <a:srgbClr val="6E807B"/>
                </a:solidFill>
                <a:latin typeface="Arial"/>
                <a:ea typeface="Arial"/>
                <a:cs typeface="Arial"/>
              </a:defRPr>
            </a:lvl3pPr>
            <a:lvl4pPr algn="ctr">
              <a:defRPr sz="675" b="0">
                <a:solidFill>
                  <a:srgbClr val="6E807B"/>
                </a:solidFill>
                <a:latin typeface="Arial"/>
                <a:ea typeface="Arial"/>
                <a:cs typeface="Arial"/>
              </a:defRPr>
            </a:lvl4pPr>
            <a:lvl5pPr algn="ctr">
              <a:defRPr sz="675" b="0">
                <a:solidFill>
                  <a:srgbClr val="6E807B"/>
                </a:solidFill>
                <a:latin typeface="Arial"/>
                <a:ea typeface="Arial"/>
                <a:cs typeface="Arial"/>
              </a:defRPr>
            </a:lvl5pPr>
            <a:lvl6pPr algn="ctr">
              <a:defRPr sz="675" b="0">
                <a:solidFill>
                  <a:srgbClr val="6E807B"/>
                </a:solidFill>
                <a:latin typeface="Arial"/>
                <a:ea typeface="Arial"/>
                <a:cs typeface="Arial"/>
              </a:defRPr>
            </a:lvl6pPr>
            <a:lvl7pPr algn="ctr">
              <a:defRPr sz="675" b="0">
                <a:solidFill>
                  <a:srgbClr val="6E807B"/>
                </a:solidFill>
                <a:latin typeface="Arial"/>
                <a:ea typeface="Arial"/>
                <a:cs typeface="Arial"/>
              </a:defRPr>
            </a:lvl7pPr>
            <a:lvl8pPr algn="ctr">
              <a:defRPr sz="675" b="0">
                <a:solidFill>
                  <a:srgbClr val="6E807B"/>
                </a:solidFill>
                <a:latin typeface="Arial"/>
                <a:ea typeface="Arial"/>
                <a:cs typeface="Arial"/>
              </a:defRPr>
            </a:lvl8pPr>
            <a:lvl9pPr algn="ctr">
              <a:defRPr sz="675" b="0">
                <a:solidFill>
                  <a:srgbClr val="6E807B"/>
                </a:solidFill>
                <a:latin typeface="Arial"/>
                <a:ea typeface="Arial"/>
                <a:cs typeface="Arial"/>
              </a:defRPr>
            </a:lvl9pPr>
          </a:lstStyle>
          <a:p xmlns:a="http://schemas.openxmlformats.org/drawingml/2006/main">
            <a:pPr algn="ctr">
              <a:defRPr sz="675" b="0">
                <a:solidFill>
                  <a:srgbClr val="6E807B"/>
                </a:solidFill>
                <a:latin typeface="Arial"/>
                <a:ea typeface="Arial"/>
                <a:cs typeface="Arial"/>
              </a:defRPr>
            </a:pPr>
            <a:r>
              <a:rPr sz="675" b="0">
                <a:solidFill>
                  <a:srgbClr val="6E807B"/>
                </a:solidFill>
                <a:latin typeface="Arial"/>
                <a:ea typeface="Arial"/>
                <a:cs typeface="Arial"/>
              </a:rPr>
              <a:t>Dec '25</a:t>
            </a:r>
          </a:p>
        </p:txBody>
      </p:sp>
      <p:sp>
        <p:nvSpPr>
          <p:cNvPr id="27" name="">
            <a:extLst xmlns:a="http://schemas.openxmlformats.org/drawingml/2006/main">
              <a:ext uri="{FF2B5EF4-FFF2-40B4-BE49-F238E27FC236}">
                <a16:creationId xmlns:a16="http://schemas.microsoft.com/office/drawing/2014/main" id="{5A2CBA84-76B5-4AD2-9D8D-B53BFA0798FC}"/>
              </a:ext>
            </a:extLst>
          </p:cNvPr>
          <p:cNvSpPr>
            <a:spLocks xmlns:a="http://schemas.openxmlformats.org/drawingml/2006/main" noGrp="1"/>
          </p:cNvSpPr>
          <p:nvPr/>
        </p:nvSpPr>
        <p:spPr>
          <a:xfrm xmlns:a="http://schemas.openxmlformats.org/drawingml/2006/main" flipV="0">
            <a:off x="2335213" y="2761213"/>
            <a:ext cx="553244" cy="41456"/>
          </a:xfrm>
          <a:prstGeom xmlns:a="http://schemas.openxmlformats.org/drawingml/2006/main" prst="line">
            <a:avLst/>
          </a:prstGeom>
          <a:noFill xmlns:a="http://schemas.openxmlformats.org/drawingml/2006/main"/>
          <a:ln xmlns:a="http://schemas.openxmlformats.org/drawingml/2006/main" w="28575">
            <a:solidFill>
              <a:srgbClr val="177F69"/>
            </a:solidFill>
            <a:prstDash val="solid"/>
          </a:ln>
        </p:spPr>
      </p:sp>
      <p:sp>
        <p:nvSpPr>
          <p:cNvPr id="28" name="trend-point-monthly-3">
            <a:extLst xmlns:a="http://schemas.openxmlformats.org/drawingml/2006/main">
              <a:ext uri="{FF2B5EF4-FFF2-40B4-BE49-F238E27FC236}">
                <a16:creationId xmlns:a16="http://schemas.microsoft.com/office/drawing/2014/main" id="{D163756A-EE00-4F24-98E9-3FBF0BAF234E}"/>
              </a:ext>
            </a:extLst>
          </p:cNvPr>
          <p:cNvSpPr>
            <a:spLocks xmlns:a="http://schemas.openxmlformats.org/drawingml/2006/main" noGrp="1"/>
          </p:cNvSpPr>
          <p:nvPr/>
        </p:nvSpPr>
        <p:spPr>
          <a:xfrm xmlns:a="http://schemas.openxmlformats.org/drawingml/2006/main">
            <a:off x="2850356" y="2764569"/>
            <a:ext cx="76200" cy="76200"/>
          </a:xfrm>
          <a:prstGeom xmlns:a="http://schemas.openxmlformats.org/drawingml/2006/main" prst="ellipse">
            <a:avLst/>
          </a:prstGeom>
          <a:solidFill xmlns:a="http://schemas.openxmlformats.org/drawingml/2006/main">
            <a:srgbClr val="177F69"/>
          </a:solidFill>
          <a:ln xmlns:a="http://schemas.openxmlformats.org/drawingml/2006/main" w="19050">
            <a:solidFill>
              <a:srgbClr val="F4F5EF"/>
            </a:solidFill>
            <a:prstDash val="solid"/>
          </a:ln>
        </p:spPr>
      </p:sp>
      <p:sp>
        <p:nvSpPr>
          <p:cNvPr id="29" name="trend-label-monthly-3">
            <a:extLst xmlns:a="http://schemas.openxmlformats.org/drawingml/2006/main">
              <a:ext uri="{FF2B5EF4-FFF2-40B4-BE49-F238E27FC236}">
                <a16:creationId xmlns:a16="http://schemas.microsoft.com/office/drawing/2014/main" id="{84D49CB3-CB7F-4108-9E2E-5E6ECC54F085}"/>
              </a:ext>
            </a:extLst>
          </p:cNvPr>
          <p:cNvSpPr>
            <a:spLocks xmlns:a="http://schemas.openxmlformats.org/drawingml/2006/main" noGrp="1"/>
          </p:cNvSpPr>
          <p:nvPr/>
        </p:nvSpPr>
        <p:spPr>
          <a:xfrm xmlns:a="http://schemas.openxmlformats.org/drawingml/2006/main">
            <a:off x="2640806" y="51911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675" b="0">
                <a:solidFill>
                  <a:srgbClr val="6E807B"/>
                </a:solidFill>
                <a:latin typeface="Arial"/>
                <a:ea typeface="Arial"/>
                <a:cs typeface="Arial"/>
              </a:defRPr>
            </a:defPPr>
            <a:lvl1pPr algn="ctr">
              <a:defRPr sz="675" b="0">
                <a:solidFill>
                  <a:srgbClr val="6E807B"/>
                </a:solidFill>
                <a:latin typeface="Arial"/>
                <a:ea typeface="Arial"/>
                <a:cs typeface="Arial"/>
              </a:defRPr>
            </a:lvl1pPr>
            <a:lvl2pPr algn="ctr">
              <a:defRPr sz="675" b="0">
                <a:solidFill>
                  <a:srgbClr val="6E807B"/>
                </a:solidFill>
                <a:latin typeface="Arial"/>
                <a:ea typeface="Arial"/>
                <a:cs typeface="Arial"/>
              </a:defRPr>
            </a:lvl2pPr>
            <a:lvl3pPr algn="ctr">
              <a:defRPr sz="675" b="0">
                <a:solidFill>
                  <a:srgbClr val="6E807B"/>
                </a:solidFill>
                <a:latin typeface="Arial"/>
                <a:ea typeface="Arial"/>
                <a:cs typeface="Arial"/>
              </a:defRPr>
            </a:lvl3pPr>
            <a:lvl4pPr algn="ctr">
              <a:defRPr sz="675" b="0">
                <a:solidFill>
                  <a:srgbClr val="6E807B"/>
                </a:solidFill>
                <a:latin typeface="Arial"/>
                <a:ea typeface="Arial"/>
                <a:cs typeface="Arial"/>
              </a:defRPr>
            </a:lvl4pPr>
            <a:lvl5pPr algn="ctr">
              <a:defRPr sz="675" b="0">
                <a:solidFill>
                  <a:srgbClr val="6E807B"/>
                </a:solidFill>
                <a:latin typeface="Arial"/>
                <a:ea typeface="Arial"/>
                <a:cs typeface="Arial"/>
              </a:defRPr>
            </a:lvl5pPr>
            <a:lvl6pPr algn="ctr">
              <a:defRPr sz="675" b="0">
                <a:solidFill>
                  <a:srgbClr val="6E807B"/>
                </a:solidFill>
                <a:latin typeface="Arial"/>
                <a:ea typeface="Arial"/>
                <a:cs typeface="Arial"/>
              </a:defRPr>
            </a:lvl6pPr>
            <a:lvl7pPr algn="ctr">
              <a:defRPr sz="675" b="0">
                <a:solidFill>
                  <a:srgbClr val="6E807B"/>
                </a:solidFill>
                <a:latin typeface="Arial"/>
                <a:ea typeface="Arial"/>
                <a:cs typeface="Arial"/>
              </a:defRPr>
            </a:lvl7pPr>
            <a:lvl8pPr algn="ctr">
              <a:defRPr sz="675" b="0">
                <a:solidFill>
                  <a:srgbClr val="6E807B"/>
                </a:solidFill>
                <a:latin typeface="Arial"/>
                <a:ea typeface="Arial"/>
                <a:cs typeface="Arial"/>
              </a:defRPr>
            </a:lvl8pPr>
            <a:lvl9pPr algn="ctr">
              <a:defRPr sz="675" b="0">
                <a:solidFill>
                  <a:srgbClr val="6E807B"/>
                </a:solidFill>
                <a:latin typeface="Arial"/>
                <a:ea typeface="Arial"/>
                <a:cs typeface="Arial"/>
              </a:defRPr>
            </a:lvl9pPr>
          </a:lstStyle>
          <a:p xmlns:a="http://schemas.openxmlformats.org/drawingml/2006/main">
            <a:pPr algn="ctr">
              <a:defRPr sz="675" b="0">
                <a:solidFill>
                  <a:srgbClr val="6E807B"/>
                </a:solidFill>
                <a:latin typeface="Arial"/>
                <a:ea typeface="Arial"/>
                <a:cs typeface="Arial"/>
              </a:defRPr>
            </a:pPr>
            <a:r>
              <a:rPr sz="675" b="0">
                <a:solidFill>
                  <a:srgbClr val="6E807B"/>
                </a:solidFill>
                <a:latin typeface="Arial"/>
                <a:ea typeface="Arial"/>
                <a:cs typeface="Arial"/>
              </a:rPr>
              <a:t>Jan '26</a:t>
            </a:r>
          </a:p>
        </p:txBody>
      </p:sp>
      <p:sp>
        <p:nvSpPr>
          <p:cNvPr id="30" name="">
            <a:extLst xmlns:a="http://schemas.openxmlformats.org/drawingml/2006/main">
              <a:ext uri="{FF2B5EF4-FFF2-40B4-BE49-F238E27FC236}">
                <a16:creationId xmlns:a16="http://schemas.microsoft.com/office/drawing/2014/main" id="{282ED576-7E78-4D6F-91BC-9701B7291C1D}"/>
              </a:ext>
            </a:extLst>
          </p:cNvPr>
          <p:cNvSpPr>
            <a:spLocks xmlns:a="http://schemas.openxmlformats.org/drawingml/2006/main" noGrp="1"/>
          </p:cNvSpPr>
          <p:nvPr/>
        </p:nvSpPr>
        <p:spPr>
          <a:xfrm xmlns:a="http://schemas.openxmlformats.org/drawingml/2006/main" flipV="0">
            <a:off x="2888456" y="2802669"/>
            <a:ext cx="553244" cy="313360"/>
          </a:xfrm>
          <a:prstGeom xmlns:a="http://schemas.openxmlformats.org/drawingml/2006/main" prst="line">
            <a:avLst/>
          </a:prstGeom>
          <a:noFill xmlns:a="http://schemas.openxmlformats.org/drawingml/2006/main"/>
          <a:ln xmlns:a="http://schemas.openxmlformats.org/drawingml/2006/main" w="28575">
            <a:solidFill>
              <a:srgbClr val="177F69"/>
            </a:solidFill>
            <a:prstDash val="solid"/>
          </a:ln>
        </p:spPr>
      </p:sp>
      <p:sp>
        <p:nvSpPr>
          <p:cNvPr id="31" name="trend-point-monthly-4">
            <a:extLst xmlns:a="http://schemas.openxmlformats.org/drawingml/2006/main">
              <a:ext uri="{FF2B5EF4-FFF2-40B4-BE49-F238E27FC236}">
                <a16:creationId xmlns:a16="http://schemas.microsoft.com/office/drawing/2014/main" id="{4EDEC7F0-9BDC-4125-BF59-4D7E0DB5A2BF}"/>
              </a:ext>
            </a:extLst>
          </p:cNvPr>
          <p:cNvSpPr>
            <a:spLocks xmlns:a="http://schemas.openxmlformats.org/drawingml/2006/main" noGrp="1"/>
          </p:cNvSpPr>
          <p:nvPr/>
        </p:nvSpPr>
        <p:spPr>
          <a:xfrm xmlns:a="http://schemas.openxmlformats.org/drawingml/2006/main">
            <a:off x="3403600" y="3077929"/>
            <a:ext cx="76200" cy="76200"/>
          </a:xfrm>
          <a:prstGeom xmlns:a="http://schemas.openxmlformats.org/drawingml/2006/main" prst="ellipse">
            <a:avLst/>
          </a:prstGeom>
          <a:solidFill xmlns:a="http://schemas.openxmlformats.org/drawingml/2006/main">
            <a:srgbClr val="177F69"/>
          </a:solidFill>
          <a:ln xmlns:a="http://schemas.openxmlformats.org/drawingml/2006/main" w="19050">
            <a:solidFill>
              <a:srgbClr val="F4F5EF"/>
            </a:solidFill>
            <a:prstDash val="solid"/>
          </a:ln>
        </p:spPr>
      </p:sp>
      <p:sp>
        <p:nvSpPr>
          <p:cNvPr id="32" name="trend-label-monthly-4">
            <a:extLst xmlns:a="http://schemas.openxmlformats.org/drawingml/2006/main">
              <a:ext uri="{FF2B5EF4-FFF2-40B4-BE49-F238E27FC236}">
                <a16:creationId xmlns:a16="http://schemas.microsoft.com/office/drawing/2014/main" id="{BEA1D1C5-DEE7-4A4A-8D08-570BBE6C2A38}"/>
              </a:ext>
            </a:extLst>
          </p:cNvPr>
          <p:cNvSpPr>
            <a:spLocks xmlns:a="http://schemas.openxmlformats.org/drawingml/2006/main" noGrp="1"/>
          </p:cNvSpPr>
          <p:nvPr/>
        </p:nvSpPr>
        <p:spPr>
          <a:xfrm xmlns:a="http://schemas.openxmlformats.org/drawingml/2006/main">
            <a:off x="3194050" y="51911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675" b="0">
                <a:solidFill>
                  <a:srgbClr val="6E807B"/>
                </a:solidFill>
                <a:latin typeface="Arial"/>
                <a:ea typeface="Arial"/>
                <a:cs typeface="Arial"/>
              </a:defRPr>
            </a:defPPr>
            <a:lvl1pPr algn="ctr">
              <a:defRPr sz="675" b="0">
                <a:solidFill>
                  <a:srgbClr val="6E807B"/>
                </a:solidFill>
                <a:latin typeface="Arial"/>
                <a:ea typeface="Arial"/>
                <a:cs typeface="Arial"/>
              </a:defRPr>
            </a:lvl1pPr>
            <a:lvl2pPr algn="ctr">
              <a:defRPr sz="675" b="0">
                <a:solidFill>
                  <a:srgbClr val="6E807B"/>
                </a:solidFill>
                <a:latin typeface="Arial"/>
                <a:ea typeface="Arial"/>
                <a:cs typeface="Arial"/>
              </a:defRPr>
            </a:lvl2pPr>
            <a:lvl3pPr algn="ctr">
              <a:defRPr sz="675" b="0">
                <a:solidFill>
                  <a:srgbClr val="6E807B"/>
                </a:solidFill>
                <a:latin typeface="Arial"/>
                <a:ea typeface="Arial"/>
                <a:cs typeface="Arial"/>
              </a:defRPr>
            </a:lvl3pPr>
            <a:lvl4pPr algn="ctr">
              <a:defRPr sz="675" b="0">
                <a:solidFill>
                  <a:srgbClr val="6E807B"/>
                </a:solidFill>
                <a:latin typeface="Arial"/>
                <a:ea typeface="Arial"/>
                <a:cs typeface="Arial"/>
              </a:defRPr>
            </a:lvl4pPr>
            <a:lvl5pPr algn="ctr">
              <a:defRPr sz="675" b="0">
                <a:solidFill>
                  <a:srgbClr val="6E807B"/>
                </a:solidFill>
                <a:latin typeface="Arial"/>
                <a:ea typeface="Arial"/>
                <a:cs typeface="Arial"/>
              </a:defRPr>
            </a:lvl5pPr>
            <a:lvl6pPr algn="ctr">
              <a:defRPr sz="675" b="0">
                <a:solidFill>
                  <a:srgbClr val="6E807B"/>
                </a:solidFill>
                <a:latin typeface="Arial"/>
                <a:ea typeface="Arial"/>
                <a:cs typeface="Arial"/>
              </a:defRPr>
            </a:lvl6pPr>
            <a:lvl7pPr algn="ctr">
              <a:defRPr sz="675" b="0">
                <a:solidFill>
                  <a:srgbClr val="6E807B"/>
                </a:solidFill>
                <a:latin typeface="Arial"/>
                <a:ea typeface="Arial"/>
                <a:cs typeface="Arial"/>
              </a:defRPr>
            </a:lvl7pPr>
            <a:lvl8pPr algn="ctr">
              <a:defRPr sz="675" b="0">
                <a:solidFill>
                  <a:srgbClr val="6E807B"/>
                </a:solidFill>
                <a:latin typeface="Arial"/>
                <a:ea typeface="Arial"/>
                <a:cs typeface="Arial"/>
              </a:defRPr>
            </a:lvl8pPr>
            <a:lvl9pPr algn="ctr">
              <a:defRPr sz="675" b="0">
                <a:solidFill>
                  <a:srgbClr val="6E807B"/>
                </a:solidFill>
                <a:latin typeface="Arial"/>
                <a:ea typeface="Arial"/>
                <a:cs typeface="Arial"/>
              </a:defRPr>
            </a:lvl9pPr>
          </a:lstStyle>
          <a:p xmlns:a="http://schemas.openxmlformats.org/drawingml/2006/main">
            <a:pPr algn="ctr">
              <a:defRPr sz="675" b="0">
                <a:solidFill>
                  <a:srgbClr val="6E807B"/>
                </a:solidFill>
                <a:latin typeface="Arial"/>
                <a:ea typeface="Arial"/>
                <a:cs typeface="Arial"/>
              </a:defRPr>
            </a:pPr>
            <a:r>
              <a:rPr sz="675" b="0">
                <a:solidFill>
                  <a:srgbClr val="6E807B"/>
                </a:solidFill>
                <a:latin typeface="Arial"/>
                <a:ea typeface="Arial"/>
                <a:cs typeface="Arial"/>
              </a:rPr>
              <a:t>Feb '26</a:t>
            </a:r>
          </a:p>
        </p:txBody>
      </p:sp>
      <p:sp>
        <p:nvSpPr>
          <p:cNvPr id="33" name="">
            <a:extLst xmlns:a="http://schemas.openxmlformats.org/drawingml/2006/main">
              <a:ext uri="{FF2B5EF4-FFF2-40B4-BE49-F238E27FC236}">
                <a16:creationId xmlns:a16="http://schemas.microsoft.com/office/drawing/2014/main" id="{31597467-0775-4179-A7EC-D06780D3F99C}"/>
              </a:ext>
            </a:extLst>
          </p:cNvPr>
          <p:cNvSpPr>
            <a:spLocks xmlns:a="http://schemas.openxmlformats.org/drawingml/2006/main" noGrp="1"/>
          </p:cNvSpPr>
          <p:nvPr/>
        </p:nvSpPr>
        <p:spPr>
          <a:xfrm xmlns:a="http://schemas.openxmlformats.org/drawingml/2006/main" flipV="1">
            <a:off x="3441700" y="2844300"/>
            <a:ext cx="553244" cy="271729"/>
          </a:xfrm>
          <a:prstGeom xmlns:a="http://schemas.openxmlformats.org/drawingml/2006/main" prst="line">
            <a:avLst/>
          </a:prstGeom>
          <a:noFill xmlns:a="http://schemas.openxmlformats.org/drawingml/2006/main"/>
          <a:ln xmlns:a="http://schemas.openxmlformats.org/drawingml/2006/main" w="28575">
            <a:solidFill>
              <a:srgbClr val="177F69"/>
            </a:solidFill>
            <a:prstDash val="solid"/>
          </a:ln>
        </p:spPr>
      </p:sp>
      <p:sp>
        <p:nvSpPr>
          <p:cNvPr id="34" name="trend-point-monthly-5">
            <a:extLst xmlns:a="http://schemas.openxmlformats.org/drawingml/2006/main">
              <a:ext uri="{FF2B5EF4-FFF2-40B4-BE49-F238E27FC236}">
                <a16:creationId xmlns:a16="http://schemas.microsoft.com/office/drawing/2014/main" id="{1BF610DA-3FF0-4B33-B4AF-0CD2E4F8FAAA}"/>
              </a:ext>
            </a:extLst>
          </p:cNvPr>
          <p:cNvSpPr>
            <a:spLocks xmlns:a="http://schemas.openxmlformats.org/drawingml/2006/main" noGrp="1"/>
          </p:cNvSpPr>
          <p:nvPr/>
        </p:nvSpPr>
        <p:spPr>
          <a:xfrm xmlns:a="http://schemas.openxmlformats.org/drawingml/2006/main">
            <a:off x="3956844" y="2806200"/>
            <a:ext cx="76200" cy="76200"/>
          </a:xfrm>
          <a:prstGeom xmlns:a="http://schemas.openxmlformats.org/drawingml/2006/main" prst="ellipse">
            <a:avLst/>
          </a:prstGeom>
          <a:solidFill xmlns:a="http://schemas.openxmlformats.org/drawingml/2006/main">
            <a:srgbClr val="177F69"/>
          </a:solidFill>
          <a:ln xmlns:a="http://schemas.openxmlformats.org/drawingml/2006/main" w="19050">
            <a:solidFill>
              <a:srgbClr val="F4F5EF"/>
            </a:solidFill>
            <a:prstDash val="solid"/>
          </a:ln>
        </p:spPr>
      </p:sp>
      <p:sp>
        <p:nvSpPr>
          <p:cNvPr id="35" name="trend-label-monthly-5">
            <a:extLst xmlns:a="http://schemas.openxmlformats.org/drawingml/2006/main">
              <a:ext uri="{FF2B5EF4-FFF2-40B4-BE49-F238E27FC236}">
                <a16:creationId xmlns:a16="http://schemas.microsoft.com/office/drawing/2014/main" id="{19B419EC-C0B2-4550-93C6-8ABBE2AFE1E9}"/>
              </a:ext>
            </a:extLst>
          </p:cNvPr>
          <p:cNvSpPr>
            <a:spLocks xmlns:a="http://schemas.openxmlformats.org/drawingml/2006/main" noGrp="1"/>
          </p:cNvSpPr>
          <p:nvPr/>
        </p:nvSpPr>
        <p:spPr>
          <a:xfrm xmlns:a="http://schemas.openxmlformats.org/drawingml/2006/main">
            <a:off x="3747294" y="51911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675" b="0">
                <a:solidFill>
                  <a:srgbClr val="6E807B"/>
                </a:solidFill>
                <a:latin typeface="Arial"/>
                <a:ea typeface="Arial"/>
                <a:cs typeface="Arial"/>
              </a:defRPr>
            </a:defPPr>
            <a:lvl1pPr algn="ctr">
              <a:defRPr sz="675" b="0">
                <a:solidFill>
                  <a:srgbClr val="6E807B"/>
                </a:solidFill>
                <a:latin typeface="Arial"/>
                <a:ea typeface="Arial"/>
                <a:cs typeface="Arial"/>
              </a:defRPr>
            </a:lvl1pPr>
            <a:lvl2pPr algn="ctr">
              <a:defRPr sz="675" b="0">
                <a:solidFill>
                  <a:srgbClr val="6E807B"/>
                </a:solidFill>
                <a:latin typeface="Arial"/>
                <a:ea typeface="Arial"/>
                <a:cs typeface="Arial"/>
              </a:defRPr>
            </a:lvl2pPr>
            <a:lvl3pPr algn="ctr">
              <a:defRPr sz="675" b="0">
                <a:solidFill>
                  <a:srgbClr val="6E807B"/>
                </a:solidFill>
                <a:latin typeface="Arial"/>
                <a:ea typeface="Arial"/>
                <a:cs typeface="Arial"/>
              </a:defRPr>
            </a:lvl3pPr>
            <a:lvl4pPr algn="ctr">
              <a:defRPr sz="675" b="0">
                <a:solidFill>
                  <a:srgbClr val="6E807B"/>
                </a:solidFill>
                <a:latin typeface="Arial"/>
                <a:ea typeface="Arial"/>
                <a:cs typeface="Arial"/>
              </a:defRPr>
            </a:lvl4pPr>
            <a:lvl5pPr algn="ctr">
              <a:defRPr sz="675" b="0">
                <a:solidFill>
                  <a:srgbClr val="6E807B"/>
                </a:solidFill>
                <a:latin typeface="Arial"/>
                <a:ea typeface="Arial"/>
                <a:cs typeface="Arial"/>
              </a:defRPr>
            </a:lvl5pPr>
            <a:lvl6pPr algn="ctr">
              <a:defRPr sz="675" b="0">
                <a:solidFill>
                  <a:srgbClr val="6E807B"/>
                </a:solidFill>
                <a:latin typeface="Arial"/>
                <a:ea typeface="Arial"/>
                <a:cs typeface="Arial"/>
              </a:defRPr>
            </a:lvl6pPr>
            <a:lvl7pPr algn="ctr">
              <a:defRPr sz="675" b="0">
                <a:solidFill>
                  <a:srgbClr val="6E807B"/>
                </a:solidFill>
                <a:latin typeface="Arial"/>
                <a:ea typeface="Arial"/>
                <a:cs typeface="Arial"/>
              </a:defRPr>
            </a:lvl7pPr>
            <a:lvl8pPr algn="ctr">
              <a:defRPr sz="675" b="0">
                <a:solidFill>
                  <a:srgbClr val="6E807B"/>
                </a:solidFill>
                <a:latin typeface="Arial"/>
                <a:ea typeface="Arial"/>
                <a:cs typeface="Arial"/>
              </a:defRPr>
            </a:lvl8pPr>
            <a:lvl9pPr algn="ctr">
              <a:defRPr sz="675" b="0">
                <a:solidFill>
                  <a:srgbClr val="6E807B"/>
                </a:solidFill>
                <a:latin typeface="Arial"/>
                <a:ea typeface="Arial"/>
                <a:cs typeface="Arial"/>
              </a:defRPr>
            </a:lvl9pPr>
          </a:lstStyle>
          <a:p xmlns:a="http://schemas.openxmlformats.org/drawingml/2006/main">
            <a:pPr algn="ctr">
              <a:defRPr sz="675" b="0">
                <a:solidFill>
                  <a:srgbClr val="6E807B"/>
                </a:solidFill>
                <a:latin typeface="Arial"/>
                <a:ea typeface="Arial"/>
                <a:cs typeface="Arial"/>
              </a:defRPr>
            </a:pPr>
            <a:r>
              <a:rPr sz="675" b="0">
                <a:solidFill>
                  <a:srgbClr val="6E807B"/>
                </a:solidFill>
                <a:latin typeface="Arial"/>
                <a:ea typeface="Arial"/>
                <a:cs typeface="Arial"/>
              </a:rPr>
              <a:t>Mar '26</a:t>
            </a:r>
          </a:p>
        </p:txBody>
      </p:sp>
      <p:sp>
        <p:nvSpPr>
          <p:cNvPr id="36" name="">
            <a:extLst xmlns:a="http://schemas.openxmlformats.org/drawingml/2006/main">
              <a:ext uri="{FF2B5EF4-FFF2-40B4-BE49-F238E27FC236}">
                <a16:creationId xmlns:a16="http://schemas.microsoft.com/office/drawing/2014/main" id="{7C29C917-E865-4275-A47D-E027FDA1AF85}"/>
              </a:ext>
            </a:extLst>
          </p:cNvPr>
          <p:cNvSpPr>
            <a:spLocks xmlns:a="http://schemas.openxmlformats.org/drawingml/2006/main" noGrp="1"/>
          </p:cNvSpPr>
          <p:nvPr/>
        </p:nvSpPr>
        <p:spPr>
          <a:xfrm xmlns:a="http://schemas.openxmlformats.org/drawingml/2006/main" flipV="1">
            <a:off x="3994944" y="2602933"/>
            <a:ext cx="553244" cy="241367"/>
          </a:xfrm>
          <a:prstGeom xmlns:a="http://schemas.openxmlformats.org/drawingml/2006/main" prst="line">
            <a:avLst/>
          </a:prstGeom>
          <a:noFill xmlns:a="http://schemas.openxmlformats.org/drawingml/2006/main"/>
          <a:ln xmlns:a="http://schemas.openxmlformats.org/drawingml/2006/main" w="28575">
            <a:solidFill>
              <a:srgbClr val="177F69"/>
            </a:solidFill>
            <a:prstDash val="solid"/>
          </a:ln>
        </p:spPr>
      </p:sp>
      <p:sp>
        <p:nvSpPr>
          <p:cNvPr id="37" name="trend-point-monthly-6">
            <a:extLst xmlns:a="http://schemas.openxmlformats.org/drawingml/2006/main">
              <a:ext uri="{FF2B5EF4-FFF2-40B4-BE49-F238E27FC236}">
                <a16:creationId xmlns:a16="http://schemas.microsoft.com/office/drawing/2014/main" id="{F0F37107-273A-4406-9348-BD8AB9E0898C}"/>
              </a:ext>
            </a:extLst>
          </p:cNvPr>
          <p:cNvSpPr>
            <a:spLocks xmlns:a="http://schemas.openxmlformats.org/drawingml/2006/main" noGrp="1"/>
          </p:cNvSpPr>
          <p:nvPr/>
        </p:nvSpPr>
        <p:spPr>
          <a:xfrm xmlns:a="http://schemas.openxmlformats.org/drawingml/2006/main">
            <a:off x="4510088" y="2564833"/>
            <a:ext cx="76200" cy="76200"/>
          </a:xfrm>
          <a:prstGeom xmlns:a="http://schemas.openxmlformats.org/drawingml/2006/main" prst="ellipse">
            <a:avLst/>
          </a:prstGeom>
          <a:solidFill xmlns:a="http://schemas.openxmlformats.org/drawingml/2006/main">
            <a:srgbClr val="177F69"/>
          </a:solidFill>
          <a:ln xmlns:a="http://schemas.openxmlformats.org/drawingml/2006/main" w="19050">
            <a:solidFill>
              <a:srgbClr val="F4F5EF"/>
            </a:solidFill>
            <a:prstDash val="solid"/>
          </a:ln>
        </p:spPr>
      </p:sp>
      <p:sp>
        <p:nvSpPr>
          <p:cNvPr id="38" name="trend-label-monthly-6">
            <a:extLst xmlns:a="http://schemas.openxmlformats.org/drawingml/2006/main">
              <a:ext uri="{FF2B5EF4-FFF2-40B4-BE49-F238E27FC236}">
                <a16:creationId xmlns:a16="http://schemas.microsoft.com/office/drawing/2014/main" id="{9F031AED-8FD9-4C1C-AE20-150E28024CF8}"/>
              </a:ext>
            </a:extLst>
          </p:cNvPr>
          <p:cNvSpPr>
            <a:spLocks xmlns:a="http://schemas.openxmlformats.org/drawingml/2006/main" noGrp="1"/>
          </p:cNvSpPr>
          <p:nvPr/>
        </p:nvSpPr>
        <p:spPr>
          <a:xfrm xmlns:a="http://schemas.openxmlformats.org/drawingml/2006/main">
            <a:off x="4300538" y="51911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675" b="0">
                <a:solidFill>
                  <a:srgbClr val="6E807B"/>
                </a:solidFill>
                <a:latin typeface="Arial"/>
                <a:ea typeface="Arial"/>
                <a:cs typeface="Arial"/>
              </a:defRPr>
            </a:defPPr>
            <a:lvl1pPr algn="ctr">
              <a:defRPr sz="675" b="0">
                <a:solidFill>
                  <a:srgbClr val="6E807B"/>
                </a:solidFill>
                <a:latin typeface="Arial"/>
                <a:ea typeface="Arial"/>
                <a:cs typeface="Arial"/>
              </a:defRPr>
            </a:lvl1pPr>
            <a:lvl2pPr algn="ctr">
              <a:defRPr sz="675" b="0">
                <a:solidFill>
                  <a:srgbClr val="6E807B"/>
                </a:solidFill>
                <a:latin typeface="Arial"/>
                <a:ea typeface="Arial"/>
                <a:cs typeface="Arial"/>
              </a:defRPr>
            </a:lvl2pPr>
            <a:lvl3pPr algn="ctr">
              <a:defRPr sz="675" b="0">
                <a:solidFill>
                  <a:srgbClr val="6E807B"/>
                </a:solidFill>
                <a:latin typeface="Arial"/>
                <a:ea typeface="Arial"/>
                <a:cs typeface="Arial"/>
              </a:defRPr>
            </a:lvl3pPr>
            <a:lvl4pPr algn="ctr">
              <a:defRPr sz="675" b="0">
                <a:solidFill>
                  <a:srgbClr val="6E807B"/>
                </a:solidFill>
                <a:latin typeface="Arial"/>
                <a:ea typeface="Arial"/>
                <a:cs typeface="Arial"/>
              </a:defRPr>
            </a:lvl4pPr>
            <a:lvl5pPr algn="ctr">
              <a:defRPr sz="675" b="0">
                <a:solidFill>
                  <a:srgbClr val="6E807B"/>
                </a:solidFill>
                <a:latin typeface="Arial"/>
                <a:ea typeface="Arial"/>
                <a:cs typeface="Arial"/>
              </a:defRPr>
            </a:lvl5pPr>
            <a:lvl6pPr algn="ctr">
              <a:defRPr sz="675" b="0">
                <a:solidFill>
                  <a:srgbClr val="6E807B"/>
                </a:solidFill>
                <a:latin typeface="Arial"/>
                <a:ea typeface="Arial"/>
                <a:cs typeface="Arial"/>
              </a:defRPr>
            </a:lvl6pPr>
            <a:lvl7pPr algn="ctr">
              <a:defRPr sz="675" b="0">
                <a:solidFill>
                  <a:srgbClr val="6E807B"/>
                </a:solidFill>
                <a:latin typeface="Arial"/>
                <a:ea typeface="Arial"/>
                <a:cs typeface="Arial"/>
              </a:defRPr>
            </a:lvl7pPr>
            <a:lvl8pPr algn="ctr">
              <a:defRPr sz="675" b="0">
                <a:solidFill>
                  <a:srgbClr val="6E807B"/>
                </a:solidFill>
                <a:latin typeface="Arial"/>
                <a:ea typeface="Arial"/>
                <a:cs typeface="Arial"/>
              </a:defRPr>
            </a:lvl8pPr>
            <a:lvl9pPr algn="ctr">
              <a:defRPr sz="675" b="0">
                <a:solidFill>
                  <a:srgbClr val="6E807B"/>
                </a:solidFill>
                <a:latin typeface="Arial"/>
                <a:ea typeface="Arial"/>
                <a:cs typeface="Arial"/>
              </a:defRPr>
            </a:lvl9pPr>
          </a:lstStyle>
          <a:p xmlns:a="http://schemas.openxmlformats.org/drawingml/2006/main">
            <a:pPr algn="ctr">
              <a:defRPr sz="675" b="0">
                <a:solidFill>
                  <a:srgbClr val="6E807B"/>
                </a:solidFill>
                <a:latin typeface="Arial"/>
                <a:ea typeface="Arial"/>
                <a:cs typeface="Arial"/>
              </a:defRPr>
            </a:pPr>
            <a:r>
              <a:rPr sz="675" b="0">
                <a:solidFill>
                  <a:srgbClr val="6E807B"/>
                </a:solidFill>
                <a:latin typeface="Arial"/>
                <a:ea typeface="Arial"/>
                <a:cs typeface="Arial"/>
              </a:rPr>
              <a:t>Apr '26</a:t>
            </a:r>
          </a:p>
        </p:txBody>
      </p:sp>
      <p:sp>
        <p:nvSpPr>
          <p:cNvPr id="39" name="">
            <a:extLst xmlns:a="http://schemas.openxmlformats.org/drawingml/2006/main">
              <a:ext uri="{FF2B5EF4-FFF2-40B4-BE49-F238E27FC236}">
                <a16:creationId xmlns:a16="http://schemas.microsoft.com/office/drawing/2014/main" id="{4CA9B5C9-B216-460A-B5AD-DF2BF4975A5F}"/>
              </a:ext>
            </a:extLst>
          </p:cNvPr>
          <p:cNvSpPr>
            <a:spLocks xmlns:a="http://schemas.openxmlformats.org/drawingml/2006/main" noGrp="1"/>
          </p:cNvSpPr>
          <p:nvPr/>
        </p:nvSpPr>
        <p:spPr>
          <a:xfrm xmlns:a="http://schemas.openxmlformats.org/drawingml/2006/main" flipV="0">
            <a:off x="4548188" y="2602933"/>
            <a:ext cx="553244" cy="76717"/>
          </a:xfrm>
          <a:prstGeom xmlns:a="http://schemas.openxmlformats.org/drawingml/2006/main" prst="line">
            <a:avLst/>
          </a:prstGeom>
          <a:noFill xmlns:a="http://schemas.openxmlformats.org/drawingml/2006/main"/>
          <a:ln xmlns:a="http://schemas.openxmlformats.org/drawingml/2006/main" w="28575">
            <a:solidFill>
              <a:srgbClr val="177F69"/>
            </a:solidFill>
            <a:prstDash val="solid"/>
          </a:ln>
        </p:spPr>
      </p:sp>
      <p:sp>
        <p:nvSpPr>
          <p:cNvPr id="40" name="trend-point-monthly-7">
            <a:extLst xmlns:a="http://schemas.openxmlformats.org/drawingml/2006/main">
              <a:ext uri="{FF2B5EF4-FFF2-40B4-BE49-F238E27FC236}">
                <a16:creationId xmlns:a16="http://schemas.microsoft.com/office/drawing/2014/main" id="{3750AE9B-45B0-4B82-801E-4EAF501B20FF}"/>
              </a:ext>
            </a:extLst>
          </p:cNvPr>
          <p:cNvSpPr>
            <a:spLocks xmlns:a="http://schemas.openxmlformats.org/drawingml/2006/main" noGrp="1"/>
          </p:cNvSpPr>
          <p:nvPr/>
        </p:nvSpPr>
        <p:spPr>
          <a:xfrm xmlns:a="http://schemas.openxmlformats.org/drawingml/2006/main">
            <a:off x="5063331" y="2641550"/>
            <a:ext cx="76200" cy="76200"/>
          </a:xfrm>
          <a:prstGeom xmlns:a="http://schemas.openxmlformats.org/drawingml/2006/main" prst="ellipse">
            <a:avLst/>
          </a:prstGeom>
          <a:solidFill xmlns:a="http://schemas.openxmlformats.org/drawingml/2006/main">
            <a:srgbClr val="177F69"/>
          </a:solidFill>
          <a:ln xmlns:a="http://schemas.openxmlformats.org/drawingml/2006/main" w="19050">
            <a:solidFill>
              <a:srgbClr val="F4F5EF"/>
            </a:solidFill>
            <a:prstDash val="solid"/>
          </a:ln>
        </p:spPr>
      </p:sp>
      <p:sp>
        <p:nvSpPr>
          <p:cNvPr id="41" name="trend-label-monthly-7">
            <a:extLst xmlns:a="http://schemas.openxmlformats.org/drawingml/2006/main">
              <a:ext uri="{FF2B5EF4-FFF2-40B4-BE49-F238E27FC236}">
                <a16:creationId xmlns:a16="http://schemas.microsoft.com/office/drawing/2014/main" id="{307E3CD0-4D8E-4CE7-B2AE-8566679D1A2E}"/>
              </a:ext>
            </a:extLst>
          </p:cNvPr>
          <p:cNvSpPr>
            <a:spLocks xmlns:a="http://schemas.openxmlformats.org/drawingml/2006/main" noGrp="1"/>
          </p:cNvSpPr>
          <p:nvPr/>
        </p:nvSpPr>
        <p:spPr>
          <a:xfrm xmlns:a="http://schemas.openxmlformats.org/drawingml/2006/main">
            <a:off x="4853781" y="51911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675" b="0">
                <a:solidFill>
                  <a:srgbClr val="6E807B"/>
                </a:solidFill>
                <a:latin typeface="Arial"/>
                <a:ea typeface="Arial"/>
                <a:cs typeface="Arial"/>
              </a:defRPr>
            </a:defPPr>
            <a:lvl1pPr algn="ctr">
              <a:defRPr sz="675" b="0">
                <a:solidFill>
                  <a:srgbClr val="6E807B"/>
                </a:solidFill>
                <a:latin typeface="Arial"/>
                <a:ea typeface="Arial"/>
                <a:cs typeface="Arial"/>
              </a:defRPr>
            </a:lvl1pPr>
            <a:lvl2pPr algn="ctr">
              <a:defRPr sz="675" b="0">
                <a:solidFill>
                  <a:srgbClr val="6E807B"/>
                </a:solidFill>
                <a:latin typeface="Arial"/>
                <a:ea typeface="Arial"/>
                <a:cs typeface="Arial"/>
              </a:defRPr>
            </a:lvl2pPr>
            <a:lvl3pPr algn="ctr">
              <a:defRPr sz="675" b="0">
                <a:solidFill>
                  <a:srgbClr val="6E807B"/>
                </a:solidFill>
                <a:latin typeface="Arial"/>
                <a:ea typeface="Arial"/>
                <a:cs typeface="Arial"/>
              </a:defRPr>
            </a:lvl3pPr>
            <a:lvl4pPr algn="ctr">
              <a:defRPr sz="675" b="0">
                <a:solidFill>
                  <a:srgbClr val="6E807B"/>
                </a:solidFill>
                <a:latin typeface="Arial"/>
                <a:ea typeface="Arial"/>
                <a:cs typeface="Arial"/>
              </a:defRPr>
            </a:lvl4pPr>
            <a:lvl5pPr algn="ctr">
              <a:defRPr sz="675" b="0">
                <a:solidFill>
                  <a:srgbClr val="6E807B"/>
                </a:solidFill>
                <a:latin typeface="Arial"/>
                <a:ea typeface="Arial"/>
                <a:cs typeface="Arial"/>
              </a:defRPr>
            </a:lvl5pPr>
            <a:lvl6pPr algn="ctr">
              <a:defRPr sz="675" b="0">
                <a:solidFill>
                  <a:srgbClr val="6E807B"/>
                </a:solidFill>
                <a:latin typeface="Arial"/>
                <a:ea typeface="Arial"/>
                <a:cs typeface="Arial"/>
              </a:defRPr>
            </a:lvl6pPr>
            <a:lvl7pPr algn="ctr">
              <a:defRPr sz="675" b="0">
                <a:solidFill>
                  <a:srgbClr val="6E807B"/>
                </a:solidFill>
                <a:latin typeface="Arial"/>
                <a:ea typeface="Arial"/>
                <a:cs typeface="Arial"/>
              </a:defRPr>
            </a:lvl7pPr>
            <a:lvl8pPr algn="ctr">
              <a:defRPr sz="675" b="0">
                <a:solidFill>
                  <a:srgbClr val="6E807B"/>
                </a:solidFill>
                <a:latin typeface="Arial"/>
                <a:ea typeface="Arial"/>
                <a:cs typeface="Arial"/>
              </a:defRPr>
            </a:lvl8pPr>
            <a:lvl9pPr algn="ctr">
              <a:defRPr sz="675" b="0">
                <a:solidFill>
                  <a:srgbClr val="6E807B"/>
                </a:solidFill>
                <a:latin typeface="Arial"/>
                <a:ea typeface="Arial"/>
                <a:cs typeface="Arial"/>
              </a:defRPr>
            </a:lvl9pPr>
          </a:lstStyle>
          <a:p xmlns:a="http://schemas.openxmlformats.org/drawingml/2006/main">
            <a:pPr algn="ctr">
              <a:defRPr sz="675" b="0">
                <a:solidFill>
                  <a:srgbClr val="6E807B"/>
                </a:solidFill>
                <a:latin typeface="Arial"/>
                <a:ea typeface="Arial"/>
                <a:cs typeface="Arial"/>
              </a:defRPr>
            </a:pPr>
            <a:r>
              <a:rPr sz="675" b="0">
                <a:solidFill>
                  <a:srgbClr val="6E807B"/>
                </a:solidFill>
                <a:latin typeface="Arial"/>
                <a:ea typeface="Arial"/>
                <a:cs typeface="Arial"/>
              </a:rPr>
              <a:t>May '26</a:t>
            </a:r>
          </a:p>
        </p:txBody>
      </p:sp>
      <p:sp>
        <p:nvSpPr>
          <p:cNvPr id="42" name="">
            <a:extLst xmlns:a="http://schemas.openxmlformats.org/drawingml/2006/main">
              <a:ext uri="{FF2B5EF4-FFF2-40B4-BE49-F238E27FC236}">
                <a16:creationId xmlns:a16="http://schemas.microsoft.com/office/drawing/2014/main" id="{286F1813-040F-4B5E-9103-80F0C53895B1}"/>
              </a:ext>
            </a:extLst>
          </p:cNvPr>
          <p:cNvSpPr>
            <a:spLocks xmlns:a="http://schemas.openxmlformats.org/drawingml/2006/main" noGrp="1"/>
          </p:cNvSpPr>
          <p:nvPr/>
        </p:nvSpPr>
        <p:spPr>
          <a:xfrm xmlns:a="http://schemas.openxmlformats.org/drawingml/2006/main" flipV="0">
            <a:off x="5101431" y="2679650"/>
            <a:ext cx="553244" cy="96246"/>
          </a:xfrm>
          <a:prstGeom xmlns:a="http://schemas.openxmlformats.org/drawingml/2006/main" prst="line">
            <a:avLst/>
          </a:prstGeom>
          <a:noFill xmlns:a="http://schemas.openxmlformats.org/drawingml/2006/main"/>
          <a:ln xmlns:a="http://schemas.openxmlformats.org/drawingml/2006/main" w="28575">
            <a:solidFill>
              <a:srgbClr val="177F69"/>
            </a:solidFill>
            <a:prstDash val="solid"/>
          </a:ln>
        </p:spPr>
      </p:sp>
      <p:sp>
        <p:nvSpPr>
          <p:cNvPr id="43" name="trend-point-monthly-8">
            <a:extLst xmlns:a="http://schemas.openxmlformats.org/drawingml/2006/main">
              <a:ext uri="{FF2B5EF4-FFF2-40B4-BE49-F238E27FC236}">
                <a16:creationId xmlns:a16="http://schemas.microsoft.com/office/drawing/2014/main" id="{42A007E7-677C-42E0-BC30-F84BB2247D68}"/>
              </a:ext>
            </a:extLst>
          </p:cNvPr>
          <p:cNvSpPr>
            <a:spLocks xmlns:a="http://schemas.openxmlformats.org/drawingml/2006/main" noGrp="1"/>
          </p:cNvSpPr>
          <p:nvPr/>
        </p:nvSpPr>
        <p:spPr>
          <a:xfrm xmlns:a="http://schemas.openxmlformats.org/drawingml/2006/main">
            <a:off x="5616575" y="2737796"/>
            <a:ext cx="76200" cy="76200"/>
          </a:xfrm>
          <a:prstGeom xmlns:a="http://schemas.openxmlformats.org/drawingml/2006/main" prst="ellipse">
            <a:avLst/>
          </a:prstGeom>
          <a:solidFill xmlns:a="http://schemas.openxmlformats.org/drawingml/2006/main">
            <a:srgbClr val="177F69"/>
          </a:solidFill>
          <a:ln xmlns:a="http://schemas.openxmlformats.org/drawingml/2006/main" w="19050">
            <a:solidFill>
              <a:srgbClr val="F4F5EF"/>
            </a:solidFill>
            <a:prstDash val="solid"/>
          </a:ln>
        </p:spPr>
      </p:sp>
      <p:sp>
        <p:nvSpPr>
          <p:cNvPr id="44" name="trend-label-monthly-8">
            <a:extLst xmlns:a="http://schemas.openxmlformats.org/drawingml/2006/main">
              <a:ext uri="{FF2B5EF4-FFF2-40B4-BE49-F238E27FC236}">
                <a16:creationId xmlns:a16="http://schemas.microsoft.com/office/drawing/2014/main" id="{CE91EFC5-5041-446A-B6D6-301A5E4CAC7D}"/>
              </a:ext>
            </a:extLst>
          </p:cNvPr>
          <p:cNvSpPr>
            <a:spLocks xmlns:a="http://schemas.openxmlformats.org/drawingml/2006/main" noGrp="1"/>
          </p:cNvSpPr>
          <p:nvPr/>
        </p:nvSpPr>
        <p:spPr>
          <a:xfrm xmlns:a="http://schemas.openxmlformats.org/drawingml/2006/main">
            <a:off x="5407025" y="51911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675" b="0">
                <a:solidFill>
                  <a:srgbClr val="6E807B"/>
                </a:solidFill>
                <a:latin typeface="Arial"/>
                <a:ea typeface="Arial"/>
                <a:cs typeface="Arial"/>
              </a:defRPr>
            </a:defPPr>
            <a:lvl1pPr algn="ctr">
              <a:defRPr sz="675" b="0">
                <a:solidFill>
                  <a:srgbClr val="6E807B"/>
                </a:solidFill>
                <a:latin typeface="Arial"/>
                <a:ea typeface="Arial"/>
                <a:cs typeface="Arial"/>
              </a:defRPr>
            </a:lvl1pPr>
            <a:lvl2pPr algn="ctr">
              <a:defRPr sz="675" b="0">
                <a:solidFill>
                  <a:srgbClr val="6E807B"/>
                </a:solidFill>
                <a:latin typeface="Arial"/>
                <a:ea typeface="Arial"/>
                <a:cs typeface="Arial"/>
              </a:defRPr>
            </a:lvl2pPr>
            <a:lvl3pPr algn="ctr">
              <a:defRPr sz="675" b="0">
                <a:solidFill>
                  <a:srgbClr val="6E807B"/>
                </a:solidFill>
                <a:latin typeface="Arial"/>
                <a:ea typeface="Arial"/>
                <a:cs typeface="Arial"/>
              </a:defRPr>
            </a:lvl3pPr>
            <a:lvl4pPr algn="ctr">
              <a:defRPr sz="675" b="0">
                <a:solidFill>
                  <a:srgbClr val="6E807B"/>
                </a:solidFill>
                <a:latin typeface="Arial"/>
                <a:ea typeface="Arial"/>
                <a:cs typeface="Arial"/>
              </a:defRPr>
            </a:lvl4pPr>
            <a:lvl5pPr algn="ctr">
              <a:defRPr sz="675" b="0">
                <a:solidFill>
                  <a:srgbClr val="6E807B"/>
                </a:solidFill>
                <a:latin typeface="Arial"/>
                <a:ea typeface="Arial"/>
                <a:cs typeface="Arial"/>
              </a:defRPr>
            </a:lvl5pPr>
            <a:lvl6pPr algn="ctr">
              <a:defRPr sz="675" b="0">
                <a:solidFill>
                  <a:srgbClr val="6E807B"/>
                </a:solidFill>
                <a:latin typeface="Arial"/>
                <a:ea typeface="Arial"/>
                <a:cs typeface="Arial"/>
              </a:defRPr>
            </a:lvl6pPr>
            <a:lvl7pPr algn="ctr">
              <a:defRPr sz="675" b="0">
                <a:solidFill>
                  <a:srgbClr val="6E807B"/>
                </a:solidFill>
                <a:latin typeface="Arial"/>
                <a:ea typeface="Arial"/>
                <a:cs typeface="Arial"/>
              </a:defRPr>
            </a:lvl7pPr>
            <a:lvl8pPr algn="ctr">
              <a:defRPr sz="675" b="0">
                <a:solidFill>
                  <a:srgbClr val="6E807B"/>
                </a:solidFill>
                <a:latin typeface="Arial"/>
                <a:ea typeface="Arial"/>
                <a:cs typeface="Arial"/>
              </a:defRPr>
            </a:lvl8pPr>
            <a:lvl9pPr algn="ctr">
              <a:defRPr sz="675" b="0">
                <a:solidFill>
                  <a:srgbClr val="6E807B"/>
                </a:solidFill>
                <a:latin typeface="Arial"/>
                <a:ea typeface="Arial"/>
                <a:cs typeface="Arial"/>
              </a:defRPr>
            </a:lvl9pPr>
          </a:lstStyle>
          <a:p xmlns:a="http://schemas.openxmlformats.org/drawingml/2006/main">
            <a:pPr algn="ctr">
              <a:defRPr sz="675" b="0">
                <a:solidFill>
                  <a:srgbClr val="6E807B"/>
                </a:solidFill>
                <a:latin typeface="Arial"/>
                <a:ea typeface="Arial"/>
                <a:cs typeface="Arial"/>
              </a:defRPr>
            </a:pPr>
            <a:r>
              <a:rPr sz="675" b="0">
                <a:solidFill>
                  <a:srgbClr val="6E807B"/>
                </a:solidFill>
                <a:latin typeface="Arial"/>
                <a:ea typeface="Arial"/>
                <a:cs typeface="Arial"/>
              </a:rPr>
              <a:t>Jun '26</a:t>
            </a:r>
          </a:p>
        </p:txBody>
      </p:sp>
      <p:sp>
        <p:nvSpPr>
          <p:cNvPr id="45" name="">
            <a:extLst xmlns:a="http://schemas.openxmlformats.org/drawingml/2006/main">
              <a:ext uri="{FF2B5EF4-FFF2-40B4-BE49-F238E27FC236}">
                <a16:creationId xmlns:a16="http://schemas.microsoft.com/office/drawing/2014/main" id="{53A60B3B-76AE-42D0-8C7C-8FF9A4C5BC64}"/>
              </a:ext>
            </a:extLst>
          </p:cNvPr>
          <p:cNvSpPr>
            <a:spLocks xmlns:a="http://schemas.openxmlformats.org/drawingml/2006/main" noGrp="1"/>
          </p:cNvSpPr>
          <p:nvPr/>
        </p:nvSpPr>
        <p:spPr>
          <a:xfrm xmlns:a="http://schemas.openxmlformats.org/drawingml/2006/main" flipV="0">
            <a:off x="5654675" y="2775896"/>
            <a:ext cx="553244" cy="130075"/>
          </a:xfrm>
          <a:prstGeom xmlns:a="http://schemas.openxmlformats.org/drawingml/2006/main" prst="line">
            <a:avLst/>
          </a:prstGeom>
          <a:noFill xmlns:a="http://schemas.openxmlformats.org/drawingml/2006/main"/>
          <a:ln xmlns:a="http://schemas.openxmlformats.org/drawingml/2006/main" w="28575">
            <a:solidFill>
              <a:srgbClr val="177F69"/>
            </a:solidFill>
            <a:prstDash val="solid"/>
          </a:ln>
        </p:spPr>
      </p:sp>
      <p:sp>
        <p:nvSpPr>
          <p:cNvPr id="46" name="trend-point-monthly-9">
            <a:extLst xmlns:a="http://schemas.openxmlformats.org/drawingml/2006/main">
              <a:ext uri="{FF2B5EF4-FFF2-40B4-BE49-F238E27FC236}">
                <a16:creationId xmlns:a16="http://schemas.microsoft.com/office/drawing/2014/main" id="{CC06EC46-AAD5-4111-9ADF-F85E221D0828}"/>
              </a:ext>
            </a:extLst>
          </p:cNvPr>
          <p:cNvSpPr>
            <a:spLocks xmlns:a="http://schemas.openxmlformats.org/drawingml/2006/main" noGrp="1"/>
          </p:cNvSpPr>
          <p:nvPr/>
        </p:nvSpPr>
        <p:spPr>
          <a:xfrm xmlns:a="http://schemas.openxmlformats.org/drawingml/2006/main">
            <a:off x="6169819" y="2867871"/>
            <a:ext cx="76200" cy="76200"/>
          </a:xfrm>
          <a:prstGeom xmlns:a="http://schemas.openxmlformats.org/drawingml/2006/main" prst="ellipse">
            <a:avLst/>
          </a:prstGeom>
          <a:solidFill xmlns:a="http://schemas.openxmlformats.org/drawingml/2006/main">
            <a:srgbClr val="177F69"/>
          </a:solidFill>
          <a:ln xmlns:a="http://schemas.openxmlformats.org/drawingml/2006/main" w="19050">
            <a:solidFill>
              <a:srgbClr val="F4F5EF"/>
            </a:solidFill>
            <a:prstDash val="solid"/>
          </a:ln>
        </p:spPr>
      </p:sp>
      <p:sp>
        <p:nvSpPr>
          <p:cNvPr id="47" name="trend-label-monthly-9">
            <a:extLst xmlns:a="http://schemas.openxmlformats.org/drawingml/2006/main">
              <a:ext uri="{FF2B5EF4-FFF2-40B4-BE49-F238E27FC236}">
                <a16:creationId xmlns:a16="http://schemas.microsoft.com/office/drawing/2014/main" id="{4415A53C-DA6E-409B-BFE5-5A372808C1A8}"/>
              </a:ext>
            </a:extLst>
          </p:cNvPr>
          <p:cNvSpPr>
            <a:spLocks xmlns:a="http://schemas.openxmlformats.org/drawingml/2006/main" noGrp="1"/>
          </p:cNvSpPr>
          <p:nvPr/>
        </p:nvSpPr>
        <p:spPr>
          <a:xfrm xmlns:a="http://schemas.openxmlformats.org/drawingml/2006/main">
            <a:off x="5960269" y="51911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675" b="0">
                <a:solidFill>
                  <a:srgbClr val="6E807B"/>
                </a:solidFill>
                <a:latin typeface="Arial"/>
                <a:ea typeface="Arial"/>
                <a:cs typeface="Arial"/>
              </a:defRPr>
            </a:defPPr>
            <a:lvl1pPr algn="ctr">
              <a:defRPr sz="675" b="0">
                <a:solidFill>
                  <a:srgbClr val="6E807B"/>
                </a:solidFill>
                <a:latin typeface="Arial"/>
                <a:ea typeface="Arial"/>
                <a:cs typeface="Arial"/>
              </a:defRPr>
            </a:lvl1pPr>
            <a:lvl2pPr algn="ctr">
              <a:defRPr sz="675" b="0">
                <a:solidFill>
                  <a:srgbClr val="6E807B"/>
                </a:solidFill>
                <a:latin typeface="Arial"/>
                <a:ea typeface="Arial"/>
                <a:cs typeface="Arial"/>
              </a:defRPr>
            </a:lvl2pPr>
            <a:lvl3pPr algn="ctr">
              <a:defRPr sz="675" b="0">
                <a:solidFill>
                  <a:srgbClr val="6E807B"/>
                </a:solidFill>
                <a:latin typeface="Arial"/>
                <a:ea typeface="Arial"/>
                <a:cs typeface="Arial"/>
              </a:defRPr>
            </a:lvl3pPr>
            <a:lvl4pPr algn="ctr">
              <a:defRPr sz="675" b="0">
                <a:solidFill>
                  <a:srgbClr val="6E807B"/>
                </a:solidFill>
                <a:latin typeface="Arial"/>
                <a:ea typeface="Arial"/>
                <a:cs typeface="Arial"/>
              </a:defRPr>
            </a:lvl4pPr>
            <a:lvl5pPr algn="ctr">
              <a:defRPr sz="675" b="0">
                <a:solidFill>
                  <a:srgbClr val="6E807B"/>
                </a:solidFill>
                <a:latin typeface="Arial"/>
                <a:ea typeface="Arial"/>
                <a:cs typeface="Arial"/>
              </a:defRPr>
            </a:lvl5pPr>
            <a:lvl6pPr algn="ctr">
              <a:defRPr sz="675" b="0">
                <a:solidFill>
                  <a:srgbClr val="6E807B"/>
                </a:solidFill>
                <a:latin typeface="Arial"/>
                <a:ea typeface="Arial"/>
                <a:cs typeface="Arial"/>
              </a:defRPr>
            </a:lvl6pPr>
            <a:lvl7pPr algn="ctr">
              <a:defRPr sz="675" b="0">
                <a:solidFill>
                  <a:srgbClr val="6E807B"/>
                </a:solidFill>
                <a:latin typeface="Arial"/>
                <a:ea typeface="Arial"/>
                <a:cs typeface="Arial"/>
              </a:defRPr>
            </a:lvl7pPr>
            <a:lvl8pPr algn="ctr">
              <a:defRPr sz="675" b="0">
                <a:solidFill>
                  <a:srgbClr val="6E807B"/>
                </a:solidFill>
                <a:latin typeface="Arial"/>
                <a:ea typeface="Arial"/>
                <a:cs typeface="Arial"/>
              </a:defRPr>
            </a:lvl8pPr>
            <a:lvl9pPr algn="ctr">
              <a:defRPr sz="675" b="0">
                <a:solidFill>
                  <a:srgbClr val="6E807B"/>
                </a:solidFill>
                <a:latin typeface="Arial"/>
                <a:ea typeface="Arial"/>
                <a:cs typeface="Arial"/>
              </a:defRPr>
            </a:lvl9pPr>
          </a:lstStyle>
          <a:p xmlns:a="http://schemas.openxmlformats.org/drawingml/2006/main">
            <a:pPr algn="ctr">
              <a:defRPr sz="675" b="0">
                <a:solidFill>
                  <a:srgbClr val="6E807B"/>
                </a:solidFill>
                <a:latin typeface="Arial"/>
                <a:ea typeface="Arial"/>
                <a:cs typeface="Arial"/>
              </a:defRPr>
            </a:pPr>
            <a:r>
              <a:rPr sz="675" b="0">
                <a:solidFill>
                  <a:srgbClr val="6E807B"/>
                </a:solidFill>
                <a:latin typeface="Arial"/>
                <a:ea typeface="Arial"/>
                <a:cs typeface="Arial"/>
              </a:rPr>
              <a:t>Jul '26</a:t>
            </a:r>
          </a:p>
        </p:txBody>
      </p:sp>
      <p:sp>
        <p:nvSpPr>
          <p:cNvPr id="48" name="">
            <a:extLst xmlns:a="http://schemas.openxmlformats.org/drawingml/2006/main">
              <a:ext uri="{FF2B5EF4-FFF2-40B4-BE49-F238E27FC236}">
                <a16:creationId xmlns:a16="http://schemas.microsoft.com/office/drawing/2014/main" id="{476D7769-512D-4976-999F-B7C9758AD178}"/>
              </a:ext>
            </a:extLst>
          </p:cNvPr>
          <p:cNvSpPr>
            <a:spLocks xmlns:a="http://schemas.openxmlformats.org/drawingml/2006/main" noGrp="1"/>
          </p:cNvSpPr>
          <p:nvPr/>
        </p:nvSpPr>
        <p:spPr>
          <a:xfrm xmlns:a="http://schemas.openxmlformats.org/drawingml/2006/main" flipV="1">
            <a:off x="6207919" y="2843727"/>
            <a:ext cx="553244" cy="62244"/>
          </a:xfrm>
          <a:prstGeom xmlns:a="http://schemas.openxmlformats.org/drawingml/2006/main" prst="line">
            <a:avLst/>
          </a:prstGeom>
          <a:noFill xmlns:a="http://schemas.openxmlformats.org/drawingml/2006/main"/>
          <a:ln xmlns:a="http://schemas.openxmlformats.org/drawingml/2006/main" w="28575">
            <a:solidFill>
              <a:srgbClr val="177F69"/>
            </a:solidFill>
            <a:prstDash val="solid"/>
          </a:ln>
        </p:spPr>
      </p:sp>
      <p:sp>
        <p:nvSpPr>
          <p:cNvPr id="49" name="trend-point-monthly-10">
            <a:extLst xmlns:a="http://schemas.openxmlformats.org/drawingml/2006/main">
              <a:ext uri="{FF2B5EF4-FFF2-40B4-BE49-F238E27FC236}">
                <a16:creationId xmlns:a16="http://schemas.microsoft.com/office/drawing/2014/main" id="{3C0F8DF0-EE78-47CF-AAEB-8C08CB6A69E8}"/>
              </a:ext>
            </a:extLst>
          </p:cNvPr>
          <p:cNvSpPr>
            <a:spLocks xmlns:a="http://schemas.openxmlformats.org/drawingml/2006/main" noGrp="1"/>
          </p:cNvSpPr>
          <p:nvPr/>
        </p:nvSpPr>
        <p:spPr>
          <a:xfrm xmlns:a="http://schemas.openxmlformats.org/drawingml/2006/main">
            <a:off x="6723063" y="2805627"/>
            <a:ext cx="76200" cy="76200"/>
          </a:xfrm>
          <a:prstGeom xmlns:a="http://schemas.openxmlformats.org/drawingml/2006/main" prst="ellipse">
            <a:avLst/>
          </a:prstGeom>
          <a:solidFill xmlns:a="http://schemas.openxmlformats.org/drawingml/2006/main">
            <a:srgbClr val="177F69"/>
          </a:solidFill>
          <a:ln xmlns:a="http://schemas.openxmlformats.org/drawingml/2006/main" w="19050">
            <a:solidFill>
              <a:srgbClr val="F4F5EF"/>
            </a:solidFill>
            <a:prstDash val="solid"/>
          </a:ln>
        </p:spPr>
      </p:sp>
      <p:sp>
        <p:nvSpPr>
          <p:cNvPr id="50" name="trend-label-monthly-10">
            <a:extLst xmlns:a="http://schemas.openxmlformats.org/drawingml/2006/main">
              <a:ext uri="{FF2B5EF4-FFF2-40B4-BE49-F238E27FC236}">
                <a16:creationId xmlns:a16="http://schemas.microsoft.com/office/drawing/2014/main" id="{09AD011E-8612-4129-BA54-EB427065941E}"/>
              </a:ext>
            </a:extLst>
          </p:cNvPr>
          <p:cNvSpPr>
            <a:spLocks xmlns:a="http://schemas.openxmlformats.org/drawingml/2006/main" noGrp="1"/>
          </p:cNvSpPr>
          <p:nvPr/>
        </p:nvSpPr>
        <p:spPr>
          <a:xfrm xmlns:a="http://schemas.openxmlformats.org/drawingml/2006/main">
            <a:off x="6513513" y="51911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675" b="0">
                <a:solidFill>
                  <a:srgbClr val="6E807B"/>
                </a:solidFill>
                <a:latin typeface="Arial"/>
                <a:ea typeface="Arial"/>
                <a:cs typeface="Arial"/>
              </a:defRPr>
            </a:defPPr>
            <a:lvl1pPr algn="ctr">
              <a:defRPr sz="675" b="0">
                <a:solidFill>
                  <a:srgbClr val="6E807B"/>
                </a:solidFill>
                <a:latin typeface="Arial"/>
                <a:ea typeface="Arial"/>
                <a:cs typeface="Arial"/>
              </a:defRPr>
            </a:lvl1pPr>
            <a:lvl2pPr algn="ctr">
              <a:defRPr sz="675" b="0">
                <a:solidFill>
                  <a:srgbClr val="6E807B"/>
                </a:solidFill>
                <a:latin typeface="Arial"/>
                <a:ea typeface="Arial"/>
                <a:cs typeface="Arial"/>
              </a:defRPr>
            </a:lvl2pPr>
            <a:lvl3pPr algn="ctr">
              <a:defRPr sz="675" b="0">
                <a:solidFill>
                  <a:srgbClr val="6E807B"/>
                </a:solidFill>
                <a:latin typeface="Arial"/>
                <a:ea typeface="Arial"/>
                <a:cs typeface="Arial"/>
              </a:defRPr>
            </a:lvl3pPr>
            <a:lvl4pPr algn="ctr">
              <a:defRPr sz="675" b="0">
                <a:solidFill>
                  <a:srgbClr val="6E807B"/>
                </a:solidFill>
                <a:latin typeface="Arial"/>
                <a:ea typeface="Arial"/>
                <a:cs typeface="Arial"/>
              </a:defRPr>
            </a:lvl4pPr>
            <a:lvl5pPr algn="ctr">
              <a:defRPr sz="675" b="0">
                <a:solidFill>
                  <a:srgbClr val="6E807B"/>
                </a:solidFill>
                <a:latin typeface="Arial"/>
                <a:ea typeface="Arial"/>
                <a:cs typeface="Arial"/>
              </a:defRPr>
            </a:lvl5pPr>
            <a:lvl6pPr algn="ctr">
              <a:defRPr sz="675" b="0">
                <a:solidFill>
                  <a:srgbClr val="6E807B"/>
                </a:solidFill>
                <a:latin typeface="Arial"/>
                <a:ea typeface="Arial"/>
                <a:cs typeface="Arial"/>
              </a:defRPr>
            </a:lvl6pPr>
            <a:lvl7pPr algn="ctr">
              <a:defRPr sz="675" b="0">
                <a:solidFill>
                  <a:srgbClr val="6E807B"/>
                </a:solidFill>
                <a:latin typeface="Arial"/>
                <a:ea typeface="Arial"/>
                <a:cs typeface="Arial"/>
              </a:defRPr>
            </a:lvl7pPr>
            <a:lvl8pPr algn="ctr">
              <a:defRPr sz="675" b="0">
                <a:solidFill>
                  <a:srgbClr val="6E807B"/>
                </a:solidFill>
                <a:latin typeface="Arial"/>
                <a:ea typeface="Arial"/>
                <a:cs typeface="Arial"/>
              </a:defRPr>
            </a:lvl8pPr>
            <a:lvl9pPr algn="ctr">
              <a:defRPr sz="675" b="0">
                <a:solidFill>
                  <a:srgbClr val="6E807B"/>
                </a:solidFill>
                <a:latin typeface="Arial"/>
                <a:ea typeface="Arial"/>
                <a:cs typeface="Arial"/>
              </a:defRPr>
            </a:lvl9pPr>
          </a:lstStyle>
          <a:p xmlns:a="http://schemas.openxmlformats.org/drawingml/2006/main">
            <a:pPr algn="ctr">
              <a:defRPr sz="675" b="0">
                <a:solidFill>
                  <a:srgbClr val="6E807B"/>
                </a:solidFill>
                <a:latin typeface="Arial"/>
                <a:ea typeface="Arial"/>
                <a:cs typeface="Arial"/>
              </a:defRPr>
            </a:pPr>
            <a:r>
              <a:rPr sz="675" b="0">
                <a:solidFill>
                  <a:srgbClr val="6E807B"/>
                </a:solidFill>
                <a:latin typeface="Arial"/>
                <a:ea typeface="Arial"/>
                <a:cs typeface="Arial"/>
              </a:rPr>
              <a:t>Aug '26</a:t>
            </a:r>
          </a:p>
        </p:txBody>
      </p:sp>
      <p:sp>
        <p:nvSpPr>
          <p:cNvPr id="51" name="">
            <a:extLst xmlns:a="http://schemas.openxmlformats.org/drawingml/2006/main">
              <a:ext uri="{FF2B5EF4-FFF2-40B4-BE49-F238E27FC236}">
                <a16:creationId xmlns:a16="http://schemas.microsoft.com/office/drawing/2014/main" id="{602EBB42-74FA-4B43-B74D-84FCCC051142}"/>
              </a:ext>
            </a:extLst>
          </p:cNvPr>
          <p:cNvSpPr>
            <a:spLocks xmlns:a="http://schemas.openxmlformats.org/drawingml/2006/main" noGrp="1"/>
          </p:cNvSpPr>
          <p:nvPr/>
        </p:nvSpPr>
        <p:spPr>
          <a:xfrm xmlns:a="http://schemas.openxmlformats.org/drawingml/2006/main" flipV="1">
            <a:off x="6761163" y="2698214"/>
            <a:ext cx="553244" cy="145513"/>
          </a:xfrm>
          <a:prstGeom xmlns:a="http://schemas.openxmlformats.org/drawingml/2006/main" prst="line">
            <a:avLst/>
          </a:prstGeom>
          <a:noFill xmlns:a="http://schemas.openxmlformats.org/drawingml/2006/main"/>
          <a:ln xmlns:a="http://schemas.openxmlformats.org/drawingml/2006/main" w="28575">
            <a:solidFill>
              <a:srgbClr val="177F69"/>
            </a:solidFill>
            <a:prstDash val="solid"/>
          </a:ln>
        </p:spPr>
      </p:sp>
      <p:sp>
        <p:nvSpPr>
          <p:cNvPr id="52" name="trend-point-monthly-11">
            <a:extLst xmlns:a="http://schemas.openxmlformats.org/drawingml/2006/main">
              <a:ext uri="{FF2B5EF4-FFF2-40B4-BE49-F238E27FC236}">
                <a16:creationId xmlns:a16="http://schemas.microsoft.com/office/drawing/2014/main" id="{1A964FDA-AFF5-4662-B549-26B958DAD334}"/>
              </a:ext>
            </a:extLst>
          </p:cNvPr>
          <p:cNvSpPr>
            <a:spLocks xmlns:a="http://schemas.openxmlformats.org/drawingml/2006/main" noGrp="1"/>
          </p:cNvSpPr>
          <p:nvPr/>
        </p:nvSpPr>
        <p:spPr>
          <a:xfrm xmlns:a="http://schemas.openxmlformats.org/drawingml/2006/main">
            <a:off x="7276306" y="2660114"/>
            <a:ext cx="76200" cy="76200"/>
          </a:xfrm>
          <a:prstGeom xmlns:a="http://schemas.openxmlformats.org/drawingml/2006/main" prst="ellipse">
            <a:avLst/>
          </a:prstGeom>
          <a:solidFill xmlns:a="http://schemas.openxmlformats.org/drawingml/2006/main">
            <a:srgbClr val="177F69"/>
          </a:solidFill>
          <a:ln xmlns:a="http://schemas.openxmlformats.org/drawingml/2006/main" w="19050">
            <a:solidFill>
              <a:srgbClr val="F4F5EF"/>
            </a:solidFill>
            <a:prstDash val="solid"/>
          </a:ln>
        </p:spPr>
      </p:sp>
      <p:sp>
        <p:nvSpPr>
          <p:cNvPr id="53" name="trend-label-monthly-11">
            <a:extLst xmlns:a="http://schemas.openxmlformats.org/drawingml/2006/main">
              <a:ext uri="{FF2B5EF4-FFF2-40B4-BE49-F238E27FC236}">
                <a16:creationId xmlns:a16="http://schemas.microsoft.com/office/drawing/2014/main" id="{8A54368F-1093-4BE7-A86E-E155142A0DB5}"/>
              </a:ext>
            </a:extLst>
          </p:cNvPr>
          <p:cNvSpPr>
            <a:spLocks xmlns:a="http://schemas.openxmlformats.org/drawingml/2006/main" noGrp="1"/>
          </p:cNvSpPr>
          <p:nvPr/>
        </p:nvSpPr>
        <p:spPr>
          <a:xfrm xmlns:a="http://schemas.openxmlformats.org/drawingml/2006/main">
            <a:off x="7066756" y="51911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675" b="0">
                <a:solidFill>
                  <a:srgbClr val="6E807B"/>
                </a:solidFill>
                <a:latin typeface="Arial"/>
                <a:ea typeface="Arial"/>
                <a:cs typeface="Arial"/>
              </a:defRPr>
            </a:defPPr>
            <a:lvl1pPr algn="ctr">
              <a:defRPr sz="675" b="0">
                <a:solidFill>
                  <a:srgbClr val="6E807B"/>
                </a:solidFill>
                <a:latin typeface="Arial"/>
                <a:ea typeface="Arial"/>
                <a:cs typeface="Arial"/>
              </a:defRPr>
            </a:lvl1pPr>
            <a:lvl2pPr algn="ctr">
              <a:defRPr sz="675" b="0">
                <a:solidFill>
                  <a:srgbClr val="6E807B"/>
                </a:solidFill>
                <a:latin typeface="Arial"/>
                <a:ea typeface="Arial"/>
                <a:cs typeface="Arial"/>
              </a:defRPr>
            </a:lvl2pPr>
            <a:lvl3pPr algn="ctr">
              <a:defRPr sz="675" b="0">
                <a:solidFill>
                  <a:srgbClr val="6E807B"/>
                </a:solidFill>
                <a:latin typeface="Arial"/>
                <a:ea typeface="Arial"/>
                <a:cs typeface="Arial"/>
              </a:defRPr>
            </a:lvl3pPr>
            <a:lvl4pPr algn="ctr">
              <a:defRPr sz="675" b="0">
                <a:solidFill>
                  <a:srgbClr val="6E807B"/>
                </a:solidFill>
                <a:latin typeface="Arial"/>
                <a:ea typeface="Arial"/>
                <a:cs typeface="Arial"/>
              </a:defRPr>
            </a:lvl4pPr>
            <a:lvl5pPr algn="ctr">
              <a:defRPr sz="675" b="0">
                <a:solidFill>
                  <a:srgbClr val="6E807B"/>
                </a:solidFill>
                <a:latin typeface="Arial"/>
                <a:ea typeface="Arial"/>
                <a:cs typeface="Arial"/>
              </a:defRPr>
            </a:lvl5pPr>
            <a:lvl6pPr algn="ctr">
              <a:defRPr sz="675" b="0">
                <a:solidFill>
                  <a:srgbClr val="6E807B"/>
                </a:solidFill>
                <a:latin typeface="Arial"/>
                <a:ea typeface="Arial"/>
                <a:cs typeface="Arial"/>
              </a:defRPr>
            </a:lvl6pPr>
            <a:lvl7pPr algn="ctr">
              <a:defRPr sz="675" b="0">
                <a:solidFill>
                  <a:srgbClr val="6E807B"/>
                </a:solidFill>
                <a:latin typeface="Arial"/>
                <a:ea typeface="Arial"/>
                <a:cs typeface="Arial"/>
              </a:defRPr>
            </a:lvl7pPr>
            <a:lvl8pPr algn="ctr">
              <a:defRPr sz="675" b="0">
                <a:solidFill>
                  <a:srgbClr val="6E807B"/>
                </a:solidFill>
                <a:latin typeface="Arial"/>
                <a:ea typeface="Arial"/>
                <a:cs typeface="Arial"/>
              </a:defRPr>
            </a:lvl8pPr>
            <a:lvl9pPr algn="ctr">
              <a:defRPr sz="675" b="0">
                <a:solidFill>
                  <a:srgbClr val="6E807B"/>
                </a:solidFill>
                <a:latin typeface="Arial"/>
                <a:ea typeface="Arial"/>
                <a:cs typeface="Arial"/>
              </a:defRPr>
            </a:lvl9pPr>
          </a:lstStyle>
          <a:p xmlns:a="http://schemas.openxmlformats.org/drawingml/2006/main">
            <a:pPr algn="ctr">
              <a:defRPr sz="675" b="0">
                <a:solidFill>
                  <a:srgbClr val="6E807B"/>
                </a:solidFill>
                <a:latin typeface="Arial"/>
                <a:ea typeface="Arial"/>
                <a:cs typeface="Arial"/>
              </a:defRPr>
            </a:pPr>
            <a:r>
              <a:rPr sz="675" b="0">
                <a:solidFill>
                  <a:srgbClr val="6E807B"/>
                </a:solidFill>
                <a:latin typeface="Arial"/>
                <a:ea typeface="Arial"/>
                <a:cs typeface="Arial"/>
              </a:rPr>
              <a:t>Sep '26</a:t>
            </a:r>
          </a:p>
        </p:txBody>
      </p:sp>
      <p:sp>
        <p:nvSpPr>
          <p:cNvPr id="54" name="">
            <a:extLst xmlns:a="http://schemas.openxmlformats.org/drawingml/2006/main">
              <a:ext uri="{FF2B5EF4-FFF2-40B4-BE49-F238E27FC236}">
                <a16:creationId xmlns:a16="http://schemas.microsoft.com/office/drawing/2014/main" id="{FC6910D6-B88B-40E7-B23E-900FC997141A}"/>
              </a:ext>
            </a:extLst>
          </p:cNvPr>
          <p:cNvSpPr>
            <a:spLocks xmlns:a="http://schemas.openxmlformats.org/drawingml/2006/main" noGrp="1"/>
          </p:cNvSpPr>
          <p:nvPr/>
        </p:nvSpPr>
        <p:spPr>
          <a:xfrm xmlns:a="http://schemas.openxmlformats.org/drawingml/2006/main" flipV="0">
            <a:off x="7314406" y="2698214"/>
            <a:ext cx="553244" cy="752086"/>
          </a:xfrm>
          <a:prstGeom xmlns:a="http://schemas.openxmlformats.org/drawingml/2006/main" prst="line">
            <a:avLst/>
          </a:prstGeom>
          <a:noFill xmlns:a="http://schemas.openxmlformats.org/drawingml/2006/main"/>
          <a:ln xmlns:a="http://schemas.openxmlformats.org/drawingml/2006/main" w="28575">
            <a:solidFill>
              <a:srgbClr val="177F69"/>
            </a:solidFill>
            <a:prstDash val="solid"/>
          </a:ln>
        </p:spPr>
      </p:sp>
      <p:sp>
        <p:nvSpPr>
          <p:cNvPr id="55" name="trend-point-monthly-12">
            <a:extLst xmlns:a="http://schemas.openxmlformats.org/drawingml/2006/main">
              <a:ext uri="{FF2B5EF4-FFF2-40B4-BE49-F238E27FC236}">
                <a16:creationId xmlns:a16="http://schemas.microsoft.com/office/drawing/2014/main" id="{6E62155A-FE58-4330-938E-B014CC8F9A27}"/>
              </a:ext>
            </a:extLst>
          </p:cNvPr>
          <p:cNvSpPr>
            <a:spLocks xmlns:a="http://schemas.openxmlformats.org/drawingml/2006/main" noGrp="1"/>
          </p:cNvSpPr>
          <p:nvPr/>
        </p:nvSpPr>
        <p:spPr>
          <a:xfrm xmlns:a="http://schemas.openxmlformats.org/drawingml/2006/main">
            <a:off x="7829550" y="3412200"/>
            <a:ext cx="76200" cy="76200"/>
          </a:xfrm>
          <a:prstGeom xmlns:a="http://schemas.openxmlformats.org/drawingml/2006/main" prst="ellipse">
            <a:avLst/>
          </a:prstGeom>
          <a:solidFill xmlns:a="http://schemas.openxmlformats.org/drawingml/2006/main">
            <a:srgbClr val="177F69"/>
          </a:solidFill>
          <a:ln xmlns:a="http://schemas.openxmlformats.org/drawingml/2006/main" w="19050">
            <a:solidFill>
              <a:srgbClr val="F4F5EF"/>
            </a:solidFill>
            <a:prstDash val="solid"/>
          </a:ln>
        </p:spPr>
      </p:sp>
      <p:sp>
        <p:nvSpPr>
          <p:cNvPr id="56" name="trend-label-monthly-12">
            <a:extLst xmlns:a="http://schemas.openxmlformats.org/drawingml/2006/main">
              <a:ext uri="{FF2B5EF4-FFF2-40B4-BE49-F238E27FC236}">
                <a16:creationId xmlns:a16="http://schemas.microsoft.com/office/drawing/2014/main" id="{50D1251E-44F3-429C-B33A-6C828CD14700}"/>
              </a:ext>
            </a:extLst>
          </p:cNvPr>
          <p:cNvSpPr>
            <a:spLocks xmlns:a="http://schemas.openxmlformats.org/drawingml/2006/main" noGrp="1"/>
          </p:cNvSpPr>
          <p:nvPr/>
        </p:nvSpPr>
        <p:spPr>
          <a:xfrm xmlns:a="http://schemas.openxmlformats.org/drawingml/2006/main">
            <a:off x="7620000" y="51911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675" b="0">
                <a:solidFill>
                  <a:srgbClr val="6E807B"/>
                </a:solidFill>
                <a:latin typeface="Arial"/>
                <a:ea typeface="Arial"/>
                <a:cs typeface="Arial"/>
              </a:defRPr>
            </a:defPPr>
            <a:lvl1pPr algn="ctr">
              <a:defRPr sz="675" b="0">
                <a:solidFill>
                  <a:srgbClr val="6E807B"/>
                </a:solidFill>
                <a:latin typeface="Arial"/>
                <a:ea typeface="Arial"/>
                <a:cs typeface="Arial"/>
              </a:defRPr>
            </a:lvl1pPr>
            <a:lvl2pPr algn="ctr">
              <a:defRPr sz="675" b="0">
                <a:solidFill>
                  <a:srgbClr val="6E807B"/>
                </a:solidFill>
                <a:latin typeface="Arial"/>
                <a:ea typeface="Arial"/>
                <a:cs typeface="Arial"/>
              </a:defRPr>
            </a:lvl2pPr>
            <a:lvl3pPr algn="ctr">
              <a:defRPr sz="675" b="0">
                <a:solidFill>
                  <a:srgbClr val="6E807B"/>
                </a:solidFill>
                <a:latin typeface="Arial"/>
                <a:ea typeface="Arial"/>
                <a:cs typeface="Arial"/>
              </a:defRPr>
            </a:lvl3pPr>
            <a:lvl4pPr algn="ctr">
              <a:defRPr sz="675" b="0">
                <a:solidFill>
                  <a:srgbClr val="6E807B"/>
                </a:solidFill>
                <a:latin typeface="Arial"/>
                <a:ea typeface="Arial"/>
                <a:cs typeface="Arial"/>
              </a:defRPr>
            </a:lvl4pPr>
            <a:lvl5pPr algn="ctr">
              <a:defRPr sz="675" b="0">
                <a:solidFill>
                  <a:srgbClr val="6E807B"/>
                </a:solidFill>
                <a:latin typeface="Arial"/>
                <a:ea typeface="Arial"/>
                <a:cs typeface="Arial"/>
              </a:defRPr>
            </a:lvl5pPr>
            <a:lvl6pPr algn="ctr">
              <a:defRPr sz="675" b="0">
                <a:solidFill>
                  <a:srgbClr val="6E807B"/>
                </a:solidFill>
                <a:latin typeface="Arial"/>
                <a:ea typeface="Arial"/>
                <a:cs typeface="Arial"/>
              </a:defRPr>
            </a:lvl6pPr>
            <a:lvl7pPr algn="ctr">
              <a:defRPr sz="675" b="0">
                <a:solidFill>
                  <a:srgbClr val="6E807B"/>
                </a:solidFill>
                <a:latin typeface="Arial"/>
                <a:ea typeface="Arial"/>
                <a:cs typeface="Arial"/>
              </a:defRPr>
            </a:lvl7pPr>
            <a:lvl8pPr algn="ctr">
              <a:defRPr sz="675" b="0">
                <a:solidFill>
                  <a:srgbClr val="6E807B"/>
                </a:solidFill>
                <a:latin typeface="Arial"/>
                <a:ea typeface="Arial"/>
                <a:cs typeface="Arial"/>
              </a:defRPr>
            </a:lvl8pPr>
            <a:lvl9pPr algn="ctr">
              <a:defRPr sz="675" b="0">
                <a:solidFill>
                  <a:srgbClr val="6E807B"/>
                </a:solidFill>
                <a:latin typeface="Arial"/>
                <a:ea typeface="Arial"/>
                <a:cs typeface="Arial"/>
              </a:defRPr>
            </a:lvl9pPr>
          </a:lstStyle>
          <a:p xmlns:a="http://schemas.openxmlformats.org/drawingml/2006/main">
            <a:pPr algn="ctr">
              <a:defRPr sz="675" b="0">
                <a:solidFill>
                  <a:srgbClr val="6E807B"/>
                </a:solidFill>
                <a:latin typeface="Arial"/>
                <a:ea typeface="Arial"/>
                <a:cs typeface="Arial"/>
              </a:defRPr>
            </a:pPr>
            <a:r>
              <a:rPr sz="675" b="0">
                <a:solidFill>
                  <a:srgbClr val="6E807B"/>
                </a:solidFill>
                <a:latin typeface="Arial"/>
                <a:ea typeface="Arial"/>
                <a:cs typeface="Arial"/>
              </a:rPr>
              <a:t>Oct '26</a:t>
            </a:r>
          </a:p>
        </p:txBody>
      </p:sp>
      <p:sp>
        <p:nvSpPr>
          <p:cNvPr id="57" name="">
            <a:extLst xmlns:a="http://schemas.openxmlformats.org/drawingml/2006/main">
              <a:ext uri="{FF2B5EF4-FFF2-40B4-BE49-F238E27FC236}">
                <a16:creationId xmlns:a16="http://schemas.microsoft.com/office/drawing/2014/main" id="{4EB75464-9781-4306-8983-D7C500C5C1BA}"/>
              </a:ext>
            </a:extLst>
          </p:cNvPr>
          <p:cNvSpPr>
            <a:spLocks xmlns:a="http://schemas.openxmlformats.org/drawingml/2006/main" noGrp="1"/>
          </p:cNvSpPr>
          <p:nvPr/>
        </p:nvSpPr>
        <p:spPr>
          <a:xfrm xmlns:a="http://schemas.openxmlformats.org/drawingml/2006/main">
            <a:off x="8382000" y="2000250"/>
            <a:ext cx="0" cy="3590925"/>
          </a:xfrm>
          <a:prstGeom xmlns:a="http://schemas.openxmlformats.org/drawingml/2006/main" prst="line">
            <a:avLst/>
          </a:prstGeom>
          <a:noFill xmlns:a="http://schemas.openxmlformats.org/drawingml/2006/main"/>
          <a:ln xmlns:a="http://schemas.openxmlformats.org/drawingml/2006/main" w="9525">
            <a:solidFill>
              <a:srgbClr val="CCD7D1"/>
            </a:solidFill>
            <a:prstDash val="solid"/>
          </a:ln>
        </p:spPr>
      </p:sp>
      <p:sp>
        <p:nvSpPr>
          <p:cNvPr id="58" name="channel-value">
            <a:extLst xmlns:a="http://schemas.openxmlformats.org/drawingml/2006/main">
              <a:ext uri="{FF2B5EF4-FFF2-40B4-BE49-F238E27FC236}">
                <a16:creationId xmlns:a16="http://schemas.microsoft.com/office/drawing/2014/main" id="{7EC62564-4BC0-4108-AF2D-EE3B07B997AB}"/>
              </a:ext>
            </a:extLst>
          </p:cNvPr>
          <p:cNvSpPr>
            <a:spLocks xmlns:a="http://schemas.openxmlformats.org/drawingml/2006/main" noGrp="1"/>
          </p:cNvSpPr>
          <p:nvPr/>
        </p:nvSpPr>
        <p:spPr>
          <a:xfrm xmlns:a="http://schemas.openxmlformats.org/drawingml/2006/main">
            <a:off x="8801100" y="2333625"/>
            <a:ext cx="257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77F69"/>
                </a:solidFill>
                <a:latin typeface="Arial"/>
                <a:ea typeface="Arial"/>
                <a:cs typeface="Arial"/>
              </a:defRPr>
            </a:defPPr>
            <a:lvl1pPr algn="l">
              <a:defRPr sz="3150" b="1">
                <a:solidFill>
                  <a:srgbClr val="177F69"/>
                </a:solidFill>
                <a:latin typeface="Arial"/>
                <a:ea typeface="Arial"/>
                <a:cs typeface="Arial"/>
              </a:defRPr>
            </a:lvl1pPr>
            <a:lvl2pPr algn="l">
              <a:defRPr sz="3150" b="1">
                <a:solidFill>
                  <a:srgbClr val="177F69"/>
                </a:solidFill>
                <a:latin typeface="Arial"/>
                <a:ea typeface="Arial"/>
                <a:cs typeface="Arial"/>
              </a:defRPr>
            </a:lvl2pPr>
            <a:lvl3pPr algn="l">
              <a:defRPr sz="3150" b="1">
                <a:solidFill>
                  <a:srgbClr val="177F69"/>
                </a:solidFill>
                <a:latin typeface="Arial"/>
                <a:ea typeface="Arial"/>
                <a:cs typeface="Arial"/>
              </a:defRPr>
            </a:lvl3pPr>
            <a:lvl4pPr algn="l">
              <a:defRPr sz="3150" b="1">
                <a:solidFill>
                  <a:srgbClr val="177F69"/>
                </a:solidFill>
                <a:latin typeface="Arial"/>
                <a:ea typeface="Arial"/>
                <a:cs typeface="Arial"/>
              </a:defRPr>
            </a:lvl4pPr>
            <a:lvl5pPr algn="l">
              <a:defRPr sz="3150" b="1">
                <a:solidFill>
                  <a:srgbClr val="177F69"/>
                </a:solidFill>
                <a:latin typeface="Arial"/>
                <a:ea typeface="Arial"/>
                <a:cs typeface="Arial"/>
              </a:defRPr>
            </a:lvl5pPr>
            <a:lvl6pPr algn="l">
              <a:defRPr sz="3150" b="1">
                <a:solidFill>
                  <a:srgbClr val="177F69"/>
                </a:solidFill>
                <a:latin typeface="Arial"/>
                <a:ea typeface="Arial"/>
                <a:cs typeface="Arial"/>
              </a:defRPr>
            </a:lvl6pPr>
            <a:lvl7pPr algn="l">
              <a:defRPr sz="3150" b="1">
                <a:solidFill>
                  <a:srgbClr val="177F69"/>
                </a:solidFill>
                <a:latin typeface="Arial"/>
                <a:ea typeface="Arial"/>
                <a:cs typeface="Arial"/>
              </a:defRPr>
            </a:lvl7pPr>
            <a:lvl8pPr algn="l">
              <a:defRPr sz="3150" b="1">
                <a:solidFill>
                  <a:srgbClr val="177F69"/>
                </a:solidFill>
                <a:latin typeface="Arial"/>
                <a:ea typeface="Arial"/>
                <a:cs typeface="Arial"/>
              </a:defRPr>
            </a:lvl8pPr>
            <a:lvl9pPr algn="l">
              <a:defRPr sz="3150" b="1">
                <a:solidFill>
                  <a:srgbClr val="177F69"/>
                </a:solidFill>
                <a:latin typeface="Arial"/>
                <a:ea typeface="Arial"/>
                <a:cs typeface="Arial"/>
              </a:defRPr>
            </a:lvl9pPr>
          </a:lstStyle>
          <a:p xmlns:a="http://schemas.openxmlformats.org/drawingml/2006/main">
            <a:pPr algn="l">
              <a:defRPr sz="3150" b="1">
                <a:solidFill>
                  <a:srgbClr val="177F69"/>
                </a:solidFill>
                <a:latin typeface="Arial"/>
                <a:ea typeface="Arial"/>
                <a:cs typeface="Arial"/>
              </a:defRPr>
            </a:pPr>
            <a:r>
              <a:rPr sz="3150" b="1">
                <a:solidFill>
                  <a:srgbClr val="177F69"/>
                </a:solidFill>
                <a:latin typeface="Arial"/>
                <a:ea typeface="Arial"/>
                <a:cs typeface="Arial"/>
              </a:rPr>
              <a:t>$79.5k</a:t>
            </a:r>
          </a:p>
        </p:txBody>
      </p:sp>
      <p:sp>
        <p:nvSpPr>
          <p:cNvPr id="59" name="channel-label">
            <a:extLst xmlns:a="http://schemas.openxmlformats.org/drawingml/2006/main">
              <a:ext uri="{FF2B5EF4-FFF2-40B4-BE49-F238E27FC236}">
                <a16:creationId xmlns:a16="http://schemas.microsoft.com/office/drawing/2014/main" id="{E0523E97-629E-4B6B-A7E6-FCF7A1F67CDF}"/>
              </a:ext>
            </a:extLst>
          </p:cNvPr>
          <p:cNvSpPr>
            <a:spLocks xmlns:a="http://schemas.openxmlformats.org/drawingml/2006/main" noGrp="1"/>
          </p:cNvSpPr>
          <p:nvPr/>
        </p:nvSpPr>
        <p:spPr>
          <a:xfrm xmlns:a="http://schemas.openxmlformats.org/drawingml/2006/main">
            <a:off x="8801100" y="2952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83D37"/>
                </a:solidFill>
                <a:latin typeface="Arial"/>
                <a:ea typeface="Arial"/>
                <a:cs typeface="Arial"/>
              </a:defRPr>
            </a:defPPr>
            <a:lvl1pPr algn="l">
              <a:defRPr sz="1275" b="1">
                <a:solidFill>
                  <a:srgbClr val="183D37"/>
                </a:solidFill>
                <a:latin typeface="Arial"/>
                <a:ea typeface="Arial"/>
                <a:cs typeface="Arial"/>
              </a:defRPr>
            </a:lvl1pPr>
            <a:lvl2pPr algn="l">
              <a:defRPr sz="1275" b="1">
                <a:solidFill>
                  <a:srgbClr val="183D37"/>
                </a:solidFill>
                <a:latin typeface="Arial"/>
                <a:ea typeface="Arial"/>
                <a:cs typeface="Arial"/>
              </a:defRPr>
            </a:lvl2pPr>
            <a:lvl3pPr algn="l">
              <a:defRPr sz="1275" b="1">
                <a:solidFill>
                  <a:srgbClr val="183D37"/>
                </a:solidFill>
                <a:latin typeface="Arial"/>
                <a:ea typeface="Arial"/>
                <a:cs typeface="Arial"/>
              </a:defRPr>
            </a:lvl3pPr>
            <a:lvl4pPr algn="l">
              <a:defRPr sz="1275" b="1">
                <a:solidFill>
                  <a:srgbClr val="183D37"/>
                </a:solidFill>
                <a:latin typeface="Arial"/>
                <a:ea typeface="Arial"/>
                <a:cs typeface="Arial"/>
              </a:defRPr>
            </a:lvl4pPr>
            <a:lvl5pPr algn="l">
              <a:defRPr sz="1275" b="1">
                <a:solidFill>
                  <a:srgbClr val="183D37"/>
                </a:solidFill>
                <a:latin typeface="Arial"/>
                <a:ea typeface="Arial"/>
                <a:cs typeface="Arial"/>
              </a:defRPr>
            </a:lvl5pPr>
            <a:lvl6pPr algn="l">
              <a:defRPr sz="1275" b="1">
                <a:solidFill>
                  <a:srgbClr val="183D37"/>
                </a:solidFill>
                <a:latin typeface="Arial"/>
                <a:ea typeface="Arial"/>
                <a:cs typeface="Arial"/>
              </a:defRPr>
            </a:lvl6pPr>
            <a:lvl7pPr algn="l">
              <a:defRPr sz="1275" b="1">
                <a:solidFill>
                  <a:srgbClr val="183D37"/>
                </a:solidFill>
                <a:latin typeface="Arial"/>
                <a:ea typeface="Arial"/>
                <a:cs typeface="Arial"/>
              </a:defRPr>
            </a:lvl7pPr>
            <a:lvl8pPr algn="l">
              <a:defRPr sz="1275" b="1">
                <a:solidFill>
                  <a:srgbClr val="183D37"/>
                </a:solidFill>
                <a:latin typeface="Arial"/>
                <a:ea typeface="Arial"/>
                <a:cs typeface="Arial"/>
              </a:defRPr>
            </a:lvl8pPr>
            <a:lvl9pPr algn="l">
              <a:defRPr sz="1275" b="1">
                <a:solidFill>
                  <a:srgbClr val="183D37"/>
                </a:solidFill>
                <a:latin typeface="Arial"/>
                <a:ea typeface="Arial"/>
                <a:cs typeface="Arial"/>
              </a:defRPr>
            </a:lvl9pPr>
          </a:lstStyle>
          <a:p xmlns:a="http://schemas.openxmlformats.org/drawingml/2006/main">
            <a:pPr algn="l">
              <a:defRPr sz="1275" b="1">
                <a:solidFill>
                  <a:srgbClr val="183D37"/>
                </a:solidFill>
                <a:latin typeface="Arial"/>
                <a:ea typeface="Arial"/>
                <a:cs typeface="Arial"/>
              </a:defRPr>
            </a:pPr>
            <a:r>
              <a:rPr sz="1275" b="1">
                <a:solidFill>
                  <a:srgbClr val="183D37"/>
                </a:solidFill>
                <a:latin typeface="Arial"/>
                <a:ea typeface="Arial"/>
                <a:cs typeface="Arial"/>
              </a:rPr>
              <a:t>Mobile app net revenue</a:t>
            </a:r>
          </a:p>
        </p:txBody>
      </p:sp>
      <p:sp>
        <p:nvSpPr>
          <p:cNvPr id="60" name="channel-orders">
            <a:extLst xmlns:a="http://schemas.openxmlformats.org/drawingml/2006/main">
              <a:ext uri="{FF2B5EF4-FFF2-40B4-BE49-F238E27FC236}">
                <a16:creationId xmlns:a16="http://schemas.microsoft.com/office/drawing/2014/main" id="{5EDB2D6D-4D87-4632-B549-A293164B272B}"/>
              </a:ext>
            </a:extLst>
          </p:cNvPr>
          <p:cNvSpPr>
            <a:spLocks xmlns:a="http://schemas.openxmlformats.org/drawingml/2006/main" noGrp="1"/>
          </p:cNvSpPr>
          <p:nvPr/>
        </p:nvSpPr>
        <p:spPr>
          <a:xfrm xmlns:a="http://schemas.openxmlformats.org/drawingml/2006/main">
            <a:off x="8801100" y="33337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E807B"/>
                </a:solidFill>
                <a:latin typeface="Arial"/>
                <a:ea typeface="Arial"/>
                <a:cs typeface="Arial"/>
              </a:defRPr>
            </a:defPPr>
            <a:lvl1pPr algn="l">
              <a:defRPr sz="1125" b="0">
                <a:solidFill>
                  <a:srgbClr val="6E807B"/>
                </a:solidFill>
                <a:latin typeface="Arial"/>
                <a:ea typeface="Arial"/>
                <a:cs typeface="Arial"/>
              </a:defRPr>
            </a:lvl1pPr>
            <a:lvl2pPr algn="l">
              <a:defRPr sz="1125" b="0">
                <a:solidFill>
                  <a:srgbClr val="6E807B"/>
                </a:solidFill>
                <a:latin typeface="Arial"/>
                <a:ea typeface="Arial"/>
                <a:cs typeface="Arial"/>
              </a:defRPr>
            </a:lvl2pPr>
            <a:lvl3pPr algn="l">
              <a:defRPr sz="1125" b="0">
                <a:solidFill>
                  <a:srgbClr val="6E807B"/>
                </a:solidFill>
                <a:latin typeface="Arial"/>
                <a:ea typeface="Arial"/>
                <a:cs typeface="Arial"/>
              </a:defRPr>
            </a:lvl3pPr>
            <a:lvl4pPr algn="l">
              <a:defRPr sz="1125" b="0">
                <a:solidFill>
                  <a:srgbClr val="6E807B"/>
                </a:solidFill>
                <a:latin typeface="Arial"/>
                <a:ea typeface="Arial"/>
                <a:cs typeface="Arial"/>
              </a:defRPr>
            </a:lvl4pPr>
            <a:lvl5pPr algn="l">
              <a:defRPr sz="1125" b="0">
                <a:solidFill>
                  <a:srgbClr val="6E807B"/>
                </a:solidFill>
                <a:latin typeface="Arial"/>
                <a:ea typeface="Arial"/>
                <a:cs typeface="Arial"/>
              </a:defRPr>
            </a:lvl5pPr>
            <a:lvl6pPr algn="l">
              <a:defRPr sz="1125" b="0">
                <a:solidFill>
                  <a:srgbClr val="6E807B"/>
                </a:solidFill>
                <a:latin typeface="Arial"/>
                <a:ea typeface="Arial"/>
                <a:cs typeface="Arial"/>
              </a:defRPr>
            </a:lvl6pPr>
            <a:lvl7pPr algn="l">
              <a:defRPr sz="1125" b="0">
                <a:solidFill>
                  <a:srgbClr val="6E807B"/>
                </a:solidFill>
                <a:latin typeface="Arial"/>
                <a:ea typeface="Arial"/>
                <a:cs typeface="Arial"/>
              </a:defRPr>
            </a:lvl7pPr>
            <a:lvl8pPr algn="l">
              <a:defRPr sz="1125" b="0">
                <a:solidFill>
                  <a:srgbClr val="6E807B"/>
                </a:solidFill>
                <a:latin typeface="Arial"/>
                <a:ea typeface="Arial"/>
                <a:cs typeface="Arial"/>
              </a:defRPr>
            </a:lvl8pPr>
            <a:lvl9pPr algn="l">
              <a:defRPr sz="1125" b="0">
                <a:solidFill>
                  <a:srgbClr val="6E807B"/>
                </a:solidFill>
                <a:latin typeface="Arial"/>
                <a:ea typeface="Arial"/>
                <a:cs typeface="Arial"/>
              </a:defRPr>
            </a:lvl9pPr>
          </a:lstStyle>
          <a:p xmlns:a="http://schemas.openxmlformats.org/drawingml/2006/main">
            <a:pPr algn="l">
              <a:defRPr sz="1125" b="0">
                <a:solidFill>
                  <a:srgbClr val="6E807B"/>
                </a:solidFill>
                <a:latin typeface="Arial"/>
                <a:ea typeface="Arial"/>
                <a:cs typeface="Arial"/>
              </a:defRPr>
            </a:pPr>
            <a:r>
              <a:rPr sz="1125" b="0">
                <a:solidFill>
                  <a:srgbClr val="6E807B"/>
                </a:solidFill>
                <a:latin typeface="Arial"/>
                <a:ea typeface="Arial"/>
                <a:cs typeface="Arial"/>
              </a:rPr>
              <a:t>812 orders</a:t>
            </a:r>
          </a:p>
        </p:txBody>
      </p:sp>
      <p:sp>
        <p:nvSpPr>
          <p:cNvPr id="61" name="channel-context">
            <a:extLst xmlns:a="http://schemas.openxmlformats.org/drawingml/2006/main">
              <a:ext uri="{FF2B5EF4-FFF2-40B4-BE49-F238E27FC236}">
                <a16:creationId xmlns:a16="http://schemas.microsoft.com/office/drawing/2014/main" id="{909CA261-EC33-42C2-A64F-2B8DA4BD2AC4}"/>
              </a:ext>
            </a:extLst>
          </p:cNvPr>
          <p:cNvSpPr>
            <a:spLocks xmlns:a="http://schemas.openxmlformats.org/drawingml/2006/main" noGrp="1"/>
          </p:cNvSpPr>
          <p:nvPr/>
        </p:nvSpPr>
        <p:spPr>
          <a:xfrm xmlns:a="http://schemas.openxmlformats.org/drawingml/2006/main">
            <a:off x="8801100" y="4067175"/>
            <a:ext cx="261937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E807B"/>
                </a:solidFill>
                <a:latin typeface="Arial"/>
                <a:ea typeface="Arial"/>
                <a:cs typeface="Arial"/>
              </a:defRPr>
            </a:defPPr>
            <a:lvl1pPr algn="l">
              <a:defRPr sz="1275" b="0">
                <a:solidFill>
                  <a:srgbClr val="6E807B"/>
                </a:solidFill>
                <a:latin typeface="Arial"/>
                <a:ea typeface="Arial"/>
                <a:cs typeface="Arial"/>
              </a:defRPr>
            </a:lvl1pPr>
            <a:lvl2pPr algn="l">
              <a:defRPr sz="1275" b="0">
                <a:solidFill>
                  <a:srgbClr val="6E807B"/>
                </a:solidFill>
                <a:latin typeface="Arial"/>
                <a:ea typeface="Arial"/>
                <a:cs typeface="Arial"/>
              </a:defRPr>
            </a:lvl2pPr>
            <a:lvl3pPr algn="l">
              <a:defRPr sz="1275" b="0">
                <a:solidFill>
                  <a:srgbClr val="6E807B"/>
                </a:solidFill>
                <a:latin typeface="Arial"/>
                <a:ea typeface="Arial"/>
                <a:cs typeface="Arial"/>
              </a:defRPr>
            </a:lvl3pPr>
            <a:lvl4pPr algn="l">
              <a:defRPr sz="1275" b="0">
                <a:solidFill>
                  <a:srgbClr val="6E807B"/>
                </a:solidFill>
                <a:latin typeface="Arial"/>
                <a:ea typeface="Arial"/>
                <a:cs typeface="Arial"/>
              </a:defRPr>
            </a:lvl4pPr>
            <a:lvl5pPr algn="l">
              <a:defRPr sz="1275" b="0">
                <a:solidFill>
                  <a:srgbClr val="6E807B"/>
                </a:solidFill>
                <a:latin typeface="Arial"/>
                <a:ea typeface="Arial"/>
                <a:cs typeface="Arial"/>
              </a:defRPr>
            </a:lvl5pPr>
            <a:lvl6pPr algn="l">
              <a:defRPr sz="1275" b="0">
                <a:solidFill>
                  <a:srgbClr val="6E807B"/>
                </a:solidFill>
                <a:latin typeface="Arial"/>
                <a:ea typeface="Arial"/>
                <a:cs typeface="Arial"/>
              </a:defRPr>
            </a:lvl6pPr>
            <a:lvl7pPr algn="l">
              <a:defRPr sz="1275" b="0">
                <a:solidFill>
                  <a:srgbClr val="6E807B"/>
                </a:solidFill>
                <a:latin typeface="Arial"/>
                <a:ea typeface="Arial"/>
                <a:cs typeface="Arial"/>
              </a:defRPr>
            </a:lvl7pPr>
            <a:lvl8pPr algn="l">
              <a:defRPr sz="1275" b="0">
                <a:solidFill>
                  <a:srgbClr val="6E807B"/>
                </a:solidFill>
                <a:latin typeface="Arial"/>
                <a:ea typeface="Arial"/>
                <a:cs typeface="Arial"/>
              </a:defRPr>
            </a:lvl8pPr>
            <a:lvl9pPr algn="l">
              <a:defRPr sz="1275" b="0">
                <a:solidFill>
                  <a:srgbClr val="6E807B"/>
                </a:solidFill>
                <a:latin typeface="Arial"/>
                <a:ea typeface="Arial"/>
                <a:cs typeface="Arial"/>
              </a:defRPr>
            </a:lvl9pPr>
          </a:lstStyle>
          <a:p xmlns:a="http://schemas.openxmlformats.org/drawingml/2006/main">
            <a:pPr algn="l">
              <a:defRPr sz="1275" b="0">
                <a:solidFill>
                  <a:srgbClr val="6E807B"/>
                </a:solidFill>
                <a:latin typeface="Arial"/>
                <a:ea typeface="Arial"/>
                <a:cs typeface="Arial"/>
              </a:defRPr>
            </a:pPr>
            <a:r>
              <a:rPr sz="1275" b="0">
                <a:solidFill>
                  <a:srgbClr val="6E807B"/>
                </a:solidFill>
                <a:latin typeface="Arial"/>
                <a:ea typeface="Arial"/>
                <a:cs typeface="Arial"/>
              </a:rPr>
              <a:t>The three channels are close in total revenue, so the lead should be treated as a small sample difference.</a:t>
            </a:r>
          </a:p>
        </p:txBody>
      </p:sp>
      <p:sp>
        <p:nvSpPr>
          <p:cNvPr id="62" name="trend-note">
            <a:extLst xmlns:a="http://schemas.openxmlformats.org/drawingml/2006/main">
              <a:ext uri="{FF2B5EF4-FFF2-40B4-BE49-F238E27FC236}">
                <a16:creationId xmlns:a16="http://schemas.microsoft.com/office/drawing/2014/main" id="{8E6B95FB-83D9-4EC6-B8EF-D54273880A14}"/>
              </a:ext>
            </a:extLst>
          </p:cNvPr>
          <p:cNvSpPr>
            <a:spLocks xmlns:a="http://schemas.openxmlformats.org/drawingml/2006/main" noGrp="1"/>
          </p:cNvSpPr>
          <p:nvPr/>
        </p:nvSpPr>
        <p:spPr>
          <a:xfrm xmlns:a="http://schemas.openxmlformats.org/drawingml/2006/main">
            <a:off x="647700" y="5810250"/>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E807B"/>
                </a:solidFill>
                <a:latin typeface="Arial"/>
                <a:ea typeface="Arial"/>
                <a:cs typeface="Arial"/>
              </a:defRPr>
            </a:defPPr>
            <a:lvl1pPr algn="l">
              <a:defRPr sz="1050" b="0">
                <a:solidFill>
                  <a:srgbClr val="6E807B"/>
                </a:solidFill>
                <a:latin typeface="Arial"/>
                <a:ea typeface="Arial"/>
                <a:cs typeface="Arial"/>
              </a:defRPr>
            </a:lvl1pPr>
            <a:lvl2pPr algn="l">
              <a:defRPr sz="1050" b="0">
                <a:solidFill>
                  <a:srgbClr val="6E807B"/>
                </a:solidFill>
                <a:latin typeface="Arial"/>
                <a:ea typeface="Arial"/>
                <a:cs typeface="Arial"/>
              </a:defRPr>
            </a:lvl2pPr>
            <a:lvl3pPr algn="l">
              <a:defRPr sz="1050" b="0">
                <a:solidFill>
                  <a:srgbClr val="6E807B"/>
                </a:solidFill>
                <a:latin typeface="Arial"/>
                <a:ea typeface="Arial"/>
                <a:cs typeface="Arial"/>
              </a:defRPr>
            </a:lvl3pPr>
            <a:lvl4pPr algn="l">
              <a:defRPr sz="1050" b="0">
                <a:solidFill>
                  <a:srgbClr val="6E807B"/>
                </a:solidFill>
                <a:latin typeface="Arial"/>
                <a:ea typeface="Arial"/>
                <a:cs typeface="Arial"/>
              </a:defRPr>
            </a:lvl4pPr>
            <a:lvl5pPr algn="l">
              <a:defRPr sz="1050" b="0">
                <a:solidFill>
                  <a:srgbClr val="6E807B"/>
                </a:solidFill>
                <a:latin typeface="Arial"/>
                <a:ea typeface="Arial"/>
                <a:cs typeface="Arial"/>
              </a:defRPr>
            </a:lvl5pPr>
            <a:lvl6pPr algn="l">
              <a:defRPr sz="1050" b="0">
                <a:solidFill>
                  <a:srgbClr val="6E807B"/>
                </a:solidFill>
                <a:latin typeface="Arial"/>
                <a:ea typeface="Arial"/>
                <a:cs typeface="Arial"/>
              </a:defRPr>
            </a:lvl6pPr>
            <a:lvl7pPr algn="l">
              <a:defRPr sz="1050" b="0">
                <a:solidFill>
                  <a:srgbClr val="6E807B"/>
                </a:solidFill>
                <a:latin typeface="Arial"/>
                <a:ea typeface="Arial"/>
                <a:cs typeface="Arial"/>
              </a:defRPr>
            </a:lvl7pPr>
            <a:lvl8pPr algn="l">
              <a:defRPr sz="1050" b="0">
                <a:solidFill>
                  <a:srgbClr val="6E807B"/>
                </a:solidFill>
                <a:latin typeface="Arial"/>
                <a:ea typeface="Arial"/>
                <a:cs typeface="Arial"/>
              </a:defRPr>
            </a:lvl8pPr>
            <a:lvl9pPr algn="l">
              <a:defRPr sz="1050" b="0">
                <a:solidFill>
                  <a:srgbClr val="6E807B"/>
                </a:solidFill>
                <a:latin typeface="Arial"/>
                <a:ea typeface="Arial"/>
                <a:cs typeface="Arial"/>
              </a:defRPr>
            </a:lvl9pPr>
          </a:lstStyle>
          <a:p xmlns:a="http://schemas.openxmlformats.org/drawingml/2006/main">
            <a:pPr algn="l">
              <a:defRPr sz="1050" b="0">
                <a:solidFill>
                  <a:srgbClr val="6E807B"/>
                </a:solidFill>
                <a:latin typeface="Arial"/>
                <a:ea typeface="Arial"/>
                <a:cs typeface="Arial"/>
              </a:defRPr>
            </a:pPr>
            <a:r>
              <a:rPr sz="1050" b="0">
                <a:solidFill>
                  <a:srgbClr val="6E807B"/>
                </a:solidFill>
                <a:latin typeface="Arial"/>
                <a:ea typeface="Arial"/>
                <a:cs typeface="Arial"/>
              </a:rPr>
              <a:t>Monthly values are partial at the first and last month because the filter is a rolling 365-day window.</a:t>
            </a:r>
          </a:p>
        </p:txBody>
      </p:sp>
    </p:spTree>
    <p:extLst>
      <p:ext uri="{BB962C8B-B14F-4D97-AF65-F5344CB8AC3E}">
        <p14:creationId xmlns:p14="http://schemas.microsoft.com/office/powerpoint/2010/main" val="423563001"/>
      </p:ext>
    </p:extLst>
  </p:cSld>
</p:sld>
</file>

<file path=ppt/slides/slide8.xml><?xml version="1.0" encoding="utf-8"?>
<p:sld xmlns:p="http://schemas.openxmlformats.org/presentationml/2006/main">
  <p:cSld>
    <p:bg>
      <p:bgPr>
        <a:solidFill xmlns:a="http://schemas.openxmlformats.org/drawingml/2006/main">
          <a:srgbClr val="F4F5EF"/>
        </a:solidFill>
      </p:bgPr>
    </p:bg>
    <p:spTree>
      <p:nvGrpSpPr>
        <p:cNvPr id="1" name=""/>
        <p:cNvGrpSpPr/>
        <p:nvPr/>
      </p:nvGrpSpPr>
      <p:grpSpPr>
        <a:xfrm xmlns:a="http://schemas.openxmlformats.org/drawingml/2006/main"/>
      </p:grpSpPr>
      <p:sp>
        <p:nvSpPr>
          <p:cNvPr id="49" name="section-label">
            <a:extLst xmlns:a="http://schemas.openxmlformats.org/drawingml/2006/main">
              <a:ext uri="{FF2B5EF4-FFF2-40B4-BE49-F238E27FC236}">
                <a16:creationId xmlns:a16="http://schemas.microsoft.com/office/drawing/2014/main" id="{EFB2EC6F-38E4-472C-B8EF-AF803841F902}"/>
              </a:ext>
            </a:extLst>
          </p:cNvPr>
          <p:cNvSpPr>
            <a:spLocks xmlns:a="http://schemas.openxmlformats.org/drawingml/2006/main" noGrp="1"/>
          </p:cNvSpPr>
          <p:nvPr/>
        </p:nvSpPr>
        <p:spPr>
          <a:xfrm xmlns:a="http://schemas.openxmlformats.org/drawingml/2006/main">
            <a:off x="609600" y="381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77F69"/>
                </a:solidFill>
                <a:latin typeface="Arial"/>
                <a:ea typeface="Arial"/>
                <a:cs typeface="Arial"/>
              </a:defRPr>
            </a:defPPr>
            <a:lvl1pPr algn="l">
              <a:defRPr sz="900" b="1">
                <a:solidFill>
                  <a:srgbClr val="177F69"/>
                </a:solidFill>
                <a:latin typeface="Arial"/>
                <a:ea typeface="Arial"/>
                <a:cs typeface="Arial"/>
              </a:defRPr>
            </a:lvl1pPr>
            <a:lvl2pPr algn="l">
              <a:defRPr sz="900" b="1">
                <a:solidFill>
                  <a:srgbClr val="177F69"/>
                </a:solidFill>
                <a:latin typeface="Arial"/>
                <a:ea typeface="Arial"/>
                <a:cs typeface="Arial"/>
              </a:defRPr>
            </a:lvl2pPr>
            <a:lvl3pPr algn="l">
              <a:defRPr sz="900" b="1">
                <a:solidFill>
                  <a:srgbClr val="177F69"/>
                </a:solidFill>
                <a:latin typeface="Arial"/>
                <a:ea typeface="Arial"/>
                <a:cs typeface="Arial"/>
              </a:defRPr>
            </a:lvl3pPr>
            <a:lvl4pPr algn="l">
              <a:defRPr sz="900" b="1">
                <a:solidFill>
                  <a:srgbClr val="177F69"/>
                </a:solidFill>
                <a:latin typeface="Arial"/>
                <a:ea typeface="Arial"/>
                <a:cs typeface="Arial"/>
              </a:defRPr>
            </a:lvl4pPr>
            <a:lvl5pPr algn="l">
              <a:defRPr sz="900" b="1">
                <a:solidFill>
                  <a:srgbClr val="177F69"/>
                </a:solidFill>
                <a:latin typeface="Arial"/>
                <a:ea typeface="Arial"/>
                <a:cs typeface="Arial"/>
              </a:defRPr>
            </a:lvl5pPr>
            <a:lvl6pPr algn="l">
              <a:defRPr sz="900" b="1">
                <a:solidFill>
                  <a:srgbClr val="177F69"/>
                </a:solidFill>
                <a:latin typeface="Arial"/>
                <a:ea typeface="Arial"/>
                <a:cs typeface="Arial"/>
              </a:defRPr>
            </a:lvl6pPr>
            <a:lvl7pPr algn="l">
              <a:defRPr sz="900" b="1">
                <a:solidFill>
                  <a:srgbClr val="177F69"/>
                </a:solidFill>
                <a:latin typeface="Arial"/>
                <a:ea typeface="Arial"/>
                <a:cs typeface="Arial"/>
              </a:defRPr>
            </a:lvl7pPr>
            <a:lvl8pPr algn="l">
              <a:defRPr sz="900" b="1">
                <a:solidFill>
                  <a:srgbClr val="177F69"/>
                </a:solidFill>
                <a:latin typeface="Arial"/>
                <a:ea typeface="Arial"/>
                <a:cs typeface="Arial"/>
              </a:defRPr>
            </a:lvl8pPr>
            <a:lvl9pPr algn="l">
              <a:defRPr sz="900" b="1">
                <a:solidFill>
                  <a:srgbClr val="177F69"/>
                </a:solidFill>
                <a:latin typeface="Arial"/>
                <a:ea typeface="Arial"/>
                <a:cs typeface="Arial"/>
              </a:defRPr>
            </a:lvl9pPr>
          </a:lstStyle>
          <a:p xmlns:a="http://schemas.openxmlformats.org/drawingml/2006/main">
            <a:pPr algn="l">
              <a:defRPr sz="900" b="1">
                <a:solidFill>
                  <a:srgbClr val="177F69"/>
                </a:solidFill>
                <a:latin typeface="Arial"/>
                <a:ea typeface="Arial"/>
                <a:cs typeface="Arial"/>
              </a:defRPr>
            </a:pPr>
            <a:r>
              <a:rPr sz="900" b="1">
                <a:solidFill>
                  <a:srgbClr val="177F69"/>
                </a:solidFill>
                <a:latin typeface="Arial"/>
                <a:ea typeface="Arial"/>
                <a:cs typeface="Arial"/>
              </a:rPr>
              <a:t>07  CUSTOMER ANALYSIS</a:t>
            </a:r>
          </a:p>
        </p:txBody>
      </p:sp>
      <p:sp>
        <p:nvSpPr>
          <p:cNvPr id="2" name="slide-title">
            <a:extLst xmlns:a="http://schemas.openxmlformats.org/drawingml/2006/main">
              <a:ext uri="{FF2B5EF4-FFF2-40B4-BE49-F238E27FC236}">
                <a16:creationId xmlns:a16="http://schemas.microsoft.com/office/drawing/2014/main" id="{85CC5187-F659-4D57-8B95-1A218E4D5DFA}"/>
              </a:ext>
            </a:extLst>
          </p:cNvPr>
          <p:cNvSpPr>
            <a:spLocks xmlns:a="http://schemas.openxmlformats.org/drawingml/2006/main" noGrp="1"/>
          </p:cNvSpPr>
          <p:nvPr/>
        </p:nvSpPr>
        <p:spPr>
          <a:xfrm xmlns:a="http://schemas.openxmlformats.org/drawingml/2006/main">
            <a:off x="609600" y="714375"/>
            <a:ext cx="10906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83D37"/>
                </a:solidFill>
                <a:latin typeface="Arial"/>
                <a:ea typeface="Arial"/>
                <a:cs typeface="Arial"/>
              </a:defRPr>
            </a:defPPr>
            <a:lvl1pPr algn="l">
              <a:defRPr sz="3225" b="1">
                <a:solidFill>
                  <a:srgbClr val="183D37"/>
                </a:solidFill>
                <a:latin typeface="Arial"/>
                <a:ea typeface="Arial"/>
                <a:cs typeface="Arial"/>
              </a:defRPr>
            </a:lvl1pPr>
            <a:lvl2pPr algn="l">
              <a:defRPr sz="3225" b="1">
                <a:solidFill>
                  <a:srgbClr val="183D37"/>
                </a:solidFill>
                <a:latin typeface="Arial"/>
                <a:ea typeface="Arial"/>
                <a:cs typeface="Arial"/>
              </a:defRPr>
            </a:lvl2pPr>
            <a:lvl3pPr algn="l">
              <a:defRPr sz="3225" b="1">
                <a:solidFill>
                  <a:srgbClr val="183D37"/>
                </a:solidFill>
                <a:latin typeface="Arial"/>
                <a:ea typeface="Arial"/>
                <a:cs typeface="Arial"/>
              </a:defRPr>
            </a:lvl3pPr>
            <a:lvl4pPr algn="l">
              <a:defRPr sz="3225" b="1">
                <a:solidFill>
                  <a:srgbClr val="183D37"/>
                </a:solidFill>
                <a:latin typeface="Arial"/>
                <a:ea typeface="Arial"/>
                <a:cs typeface="Arial"/>
              </a:defRPr>
            </a:lvl4pPr>
            <a:lvl5pPr algn="l">
              <a:defRPr sz="3225" b="1">
                <a:solidFill>
                  <a:srgbClr val="183D37"/>
                </a:solidFill>
                <a:latin typeface="Arial"/>
                <a:ea typeface="Arial"/>
                <a:cs typeface="Arial"/>
              </a:defRPr>
            </a:lvl5pPr>
            <a:lvl6pPr algn="l">
              <a:defRPr sz="3225" b="1">
                <a:solidFill>
                  <a:srgbClr val="183D37"/>
                </a:solidFill>
                <a:latin typeface="Arial"/>
                <a:ea typeface="Arial"/>
                <a:cs typeface="Arial"/>
              </a:defRPr>
            </a:lvl6pPr>
            <a:lvl7pPr algn="l">
              <a:defRPr sz="3225" b="1">
                <a:solidFill>
                  <a:srgbClr val="183D37"/>
                </a:solidFill>
                <a:latin typeface="Arial"/>
                <a:ea typeface="Arial"/>
                <a:cs typeface="Arial"/>
              </a:defRPr>
            </a:lvl7pPr>
            <a:lvl8pPr algn="l">
              <a:defRPr sz="3225" b="1">
                <a:solidFill>
                  <a:srgbClr val="183D37"/>
                </a:solidFill>
                <a:latin typeface="Arial"/>
                <a:ea typeface="Arial"/>
                <a:cs typeface="Arial"/>
              </a:defRPr>
            </a:lvl8pPr>
            <a:lvl9pPr algn="l">
              <a:defRPr sz="3225" b="1">
                <a:solidFill>
                  <a:srgbClr val="183D37"/>
                </a:solidFill>
                <a:latin typeface="Arial"/>
                <a:ea typeface="Arial"/>
                <a:cs typeface="Arial"/>
              </a:defRPr>
            </a:lvl9pPr>
          </a:lstStyle>
          <a:p xmlns:a="http://schemas.openxmlformats.org/drawingml/2006/main">
            <a:pPr algn="l">
              <a:defRPr sz="3225" b="1">
                <a:solidFill>
                  <a:srgbClr val="183D37"/>
                </a:solidFill>
                <a:latin typeface="Arial"/>
                <a:ea typeface="Arial"/>
                <a:cs typeface="Arial"/>
              </a:defRPr>
            </a:pPr>
            <a:r>
              <a:rPr sz="3225" b="1">
                <a:solidFill>
                  <a:srgbClr val="183D37"/>
                </a:solidFill>
                <a:latin typeface="Arial"/>
                <a:ea typeface="Arial"/>
                <a:cs typeface="Arial"/>
              </a:rPr>
              <a:t>Repeat purchase is visible in the RFM groups</a:t>
            </a:r>
          </a:p>
        </p:txBody>
      </p:sp>
      <p:sp>
        <p:nvSpPr>
          <p:cNvPr id="3" name="slide-subtitle">
            <a:extLst xmlns:a="http://schemas.openxmlformats.org/drawingml/2006/main">
              <a:ext uri="{FF2B5EF4-FFF2-40B4-BE49-F238E27FC236}">
                <a16:creationId xmlns:a16="http://schemas.microsoft.com/office/drawing/2014/main" id="{5361E318-83EA-4875-8F2D-2B24385B0BCD}"/>
              </a:ext>
            </a:extLst>
          </p:cNvPr>
          <p:cNvSpPr>
            <a:spLocks xmlns:a="http://schemas.openxmlformats.org/drawingml/2006/main" noGrp="1"/>
          </p:cNvSpPr>
          <p:nvPr/>
        </p:nvSpPr>
        <p:spPr>
          <a:xfrm xmlns:a="http://schemas.openxmlformats.org/drawingml/2006/main">
            <a:off x="609600" y="1333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E807B"/>
                </a:solidFill>
                <a:latin typeface="Arial"/>
                <a:ea typeface="Arial"/>
                <a:cs typeface="Arial"/>
              </a:defRPr>
            </a:defPPr>
            <a:lvl1pPr algn="l">
              <a:defRPr sz="1500" b="0">
                <a:solidFill>
                  <a:srgbClr val="6E807B"/>
                </a:solidFill>
                <a:latin typeface="Arial"/>
                <a:ea typeface="Arial"/>
                <a:cs typeface="Arial"/>
              </a:defRPr>
            </a:lvl1pPr>
            <a:lvl2pPr algn="l">
              <a:defRPr sz="1500" b="0">
                <a:solidFill>
                  <a:srgbClr val="6E807B"/>
                </a:solidFill>
                <a:latin typeface="Arial"/>
                <a:ea typeface="Arial"/>
                <a:cs typeface="Arial"/>
              </a:defRPr>
            </a:lvl2pPr>
            <a:lvl3pPr algn="l">
              <a:defRPr sz="1500" b="0">
                <a:solidFill>
                  <a:srgbClr val="6E807B"/>
                </a:solidFill>
                <a:latin typeface="Arial"/>
                <a:ea typeface="Arial"/>
                <a:cs typeface="Arial"/>
              </a:defRPr>
            </a:lvl3pPr>
            <a:lvl4pPr algn="l">
              <a:defRPr sz="1500" b="0">
                <a:solidFill>
                  <a:srgbClr val="6E807B"/>
                </a:solidFill>
                <a:latin typeface="Arial"/>
                <a:ea typeface="Arial"/>
                <a:cs typeface="Arial"/>
              </a:defRPr>
            </a:lvl4pPr>
            <a:lvl5pPr algn="l">
              <a:defRPr sz="1500" b="0">
                <a:solidFill>
                  <a:srgbClr val="6E807B"/>
                </a:solidFill>
                <a:latin typeface="Arial"/>
                <a:ea typeface="Arial"/>
                <a:cs typeface="Arial"/>
              </a:defRPr>
            </a:lvl5pPr>
            <a:lvl6pPr algn="l">
              <a:defRPr sz="1500" b="0">
                <a:solidFill>
                  <a:srgbClr val="6E807B"/>
                </a:solidFill>
                <a:latin typeface="Arial"/>
                <a:ea typeface="Arial"/>
                <a:cs typeface="Arial"/>
              </a:defRPr>
            </a:lvl6pPr>
            <a:lvl7pPr algn="l">
              <a:defRPr sz="1500" b="0">
                <a:solidFill>
                  <a:srgbClr val="6E807B"/>
                </a:solidFill>
                <a:latin typeface="Arial"/>
                <a:ea typeface="Arial"/>
                <a:cs typeface="Arial"/>
              </a:defRPr>
            </a:lvl7pPr>
            <a:lvl8pPr algn="l">
              <a:defRPr sz="1500" b="0">
                <a:solidFill>
                  <a:srgbClr val="6E807B"/>
                </a:solidFill>
                <a:latin typeface="Arial"/>
                <a:ea typeface="Arial"/>
                <a:cs typeface="Arial"/>
              </a:defRPr>
            </a:lvl8pPr>
            <a:lvl9pPr algn="l">
              <a:defRPr sz="1500" b="0">
                <a:solidFill>
                  <a:srgbClr val="6E807B"/>
                </a:solidFill>
                <a:latin typeface="Arial"/>
                <a:ea typeface="Arial"/>
                <a:cs typeface="Arial"/>
              </a:defRPr>
            </a:lvl9pPr>
          </a:lstStyle>
          <a:p xmlns:a="http://schemas.openxmlformats.org/drawingml/2006/main">
            <a:pPr algn="l">
              <a:defRPr sz="1500" b="0">
                <a:solidFill>
                  <a:srgbClr val="6E807B"/>
                </a:solidFill>
                <a:latin typeface="Arial"/>
                <a:ea typeface="Arial"/>
                <a:cs typeface="Arial"/>
              </a:defRPr>
            </a:pPr>
            <a:r>
              <a:rPr sz="1500" b="0">
                <a:solidFill>
                  <a:srgbClr val="6E807B"/>
                </a:solidFill>
                <a:latin typeface="Arial"/>
                <a:ea typeface="Arial"/>
                <a:cs typeface="Arial"/>
              </a:rPr>
              <a:t>Groups use fixed rules for recency, distinct order frequency, and net spend.</a:t>
            </a:r>
          </a:p>
        </p:txBody>
      </p:sp>
      <p:sp>
        <p:nvSpPr>
          <p:cNvPr id="4" name="">
            <a:extLst xmlns:a="http://schemas.openxmlformats.org/drawingml/2006/main">
              <a:ext uri="{FF2B5EF4-FFF2-40B4-BE49-F238E27FC236}">
                <a16:creationId xmlns:a16="http://schemas.microsoft.com/office/drawing/2014/main" id="{02191BF4-EF0A-4F9F-96F5-C2F5D23C2EB1}"/>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CD7D1"/>
            </a:solidFill>
            <a:prstDash val="solid"/>
          </a:ln>
        </p:spPr>
      </p:sp>
      <p:sp>
        <p:nvSpPr>
          <p:cNvPr id="5" name="footer-brand">
            <a:extLst xmlns:a="http://schemas.openxmlformats.org/drawingml/2006/main">
              <a:ext uri="{FF2B5EF4-FFF2-40B4-BE49-F238E27FC236}">
                <a16:creationId xmlns:a16="http://schemas.microsoft.com/office/drawing/2014/main" id="{E3510E13-0A2C-496F-BA67-5A0458CBA3AC}"/>
              </a:ext>
            </a:extLst>
          </p:cNvPr>
          <p:cNvSpPr>
            <a:spLocks xmlns:a="http://schemas.openxmlformats.org/drawingml/2006/main" noGrp="1"/>
          </p:cNvSpPr>
          <p:nvPr/>
        </p:nvSpPr>
        <p:spPr>
          <a:xfrm xmlns:a="http://schemas.openxmlformats.org/drawingml/2006/main">
            <a:off x="609600" y="64865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6E807B"/>
                </a:solidFill>
                <a:latin typeface="Arial"/>
                <a:ea typeface="Arial"/>
                <a:cs typeface="Arial"/>
              </a:defRPr>
            </a:defPPr>
            <a:lvl1pPr algn="l">
              <a:defRPr sz="825" b="1">
                <a:solidFill>
                  <a:srgbClr val="6E807B"/>
                </a:solidFill>
                <a:latin typeface="Arial"/>
                <a:ea typeface="Arial"/>
                <a:cs typeface="Arial"/>
              </a:defRPr>
            </a:lvl1pPr>
            <a:lvl2pPr algn="l">
              <a:defRPr sz="825" b="1">
                <a:solidFill>
                  <a:srgbClr val="6E807B"/>
                </a:solidFill>
                <a:latin typeface="Arial"/>
                <a:ea typeface="Arial"/>
                <a:cs typeface="Arial"/>
              </a:defRPr>
            </a:lvl2pPr>
            <a:lvl3pPr algn="l">
              <a:defRPr sz="825" b="1">
                <a:solidFill>
                  <a:srgbClr val="6E807B"/>
                </a:solidFill>
                <a:latin typeface="Arial"/>
                <a:ea typeface="Arial"/>
                <a:cs typeface="Arial"/>
              </a:defRPr>
            </a:lvl3pPr>
            <a:lvl4pPr algn="l">
              <a:defRPr sz="825" b="1">
                <a:solidFill>
                  <a:srgbClr val="6E807B"/>
                </a:solidFill>
                <a:latin typeface="Arial"/>
                <a:ea typeface="Arial"/>
                <a:cs typeface="Arial"/>
              </a:defRPr>
            </a:lvl4pPr>
            <a:lvl5pPr algn="l">
              <a:defRPr sz="825" b="1">
                <a:solidFill>
                  <a:srgbClr val="6E807B"/>
                </a:solidFill>
                <a:latin typeface="Arial"/>
                <a:ea typeface="Arial"/>
                <a:cs typeface="Arial"/>
              </a:defRPr>
            </a:lvl5pPr>
            <a:lvl6pPr algn="l">
              <a:defRPr sz="825" b="1">
                <a:solidFill>
                  <a:srgbClr val="6E807B"/>
                </a:solidFill>
                <a:latin typeface="Arial"/>
                <a:ea typeface="Arial"/>
                <a:cs typeface="Arial"/>
              </a:defRPr>
            </a:lvl6pPr>
            <a:lvl7pPr algn="l">
              <a:defRPr sz="825" b="1">
                <a:solidFill>
                  <a:srgbClr val="6E807B"/>
                </a:solidFill>
                <a:latin typeface="Arial"/>
                <a:ea typeface="Arial"/>
                <a:cs typeface="Arial"/>
              </a:defRPr>
            </a:lvl7pPr>
            <a:lvl8pPr algn="l">
              <a:defRPr sz="825" b="1">
                <a:solidFill>
                  <a:srgbClr val="6E807B"/>
                </a:solidFill>
                <a:latin typeface="Arial"/>
                <a:ea typeface="Arial"/>
                <a:cs typeface="Arial"/>
              </a:defRPr>
            </a:lvl8pPr>
            <a:lvl9pPr algn="l">
              <a:defRPr sz="825" b="1">
                <a:solidFill>
                  <a:srgbClr val="6E807B"/>
                </a:solidFill>
                <a:latin typeface="Arial"/>
                <a:ea typeface="Arial"/>
                <a:cs typeface="Arial"/>
              </a:defRPr>
            </a:lvl9pPr>
          </a:lstStyle>
          <a:p xmlns:a="http://schemas.openxmlformats.org/drawingml/2006/main">
            <a:pPr algn="l">
              <a:defRPr sz="825" b="1">
                <a:solidFill>
                  <a:srgbClr val="6E807B"/>
                </a:solidFill>
                <a:latin typeface="Arial"/>
                <a:ea typeface="Arial"/>
                <a:cs typeface="Arial"/>
              </a:defRPr>
            </a:pPr>
            <a:r>
              <a:rPr sz="825" b="1">
                <a:solidFill>
                  <a:srgbClr val="6E807B"/>
                </a:solidFill>
                <a:latin typeface="Arial"/>
                <a:ea typeface="Arial"/>
                <a:cs typeface="Arial"/>
              </a:rPr>
              <a:t>COMMERCELENS  /  PROJECT 29</a:t>
            </a:r>
          </a:p>
        </p:txBody>
      </p:sp>
      <p:sp>
        <p:nvSpPr>
          <p:cNvPr id="6" name="footer-page">
            <a:extLst xmlns:a="http://schemas.openxmlformats.org/drawingml/2006/main">
              <a:ext uri="{FF2B5EF4-FFF2-40B4-BE49-F238E27FC236}">
                <a16:creationId xmlns:a16="http://schemas.microsoft.com/office/drawing/2014/main" id="{0198CC79-5ADA-4219-B874-7C47ED8B3886}"/>
              </a:ext>
            </a:extLst>
          </p:cNvPr>
          <p:cNvSpPr>
            <a:spLocks xmlns:a="http://schemas.openxmlformats.org/drawingml/2006/main" noGrp="1"/>
          </p:cNvSpPr>
          <p:nvPr/>
        </p:nvSpPr>
        <p:spPr>
          <a:xfrm xmlns:a="http://schemas.openxmlformats.org/drawingml/2006/main">
            <a:off x="11144250" y="64770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6E807B"/>
                </a:solidFill>
                <a:latin typeface="Arial"/>
                <a:ea typeface="Arial"/>
                <a:cs typeface="Arial"/>
              </a:defRPr>
            </a:defPPr>
            <a:lvl1pPr algn="r">
              <a:defRPr sz="825" b="1">
                <a:solidFill>
                  <a:srgbClr val="6E807B"/>
                </a:solidFill>
                <a:latin typeface="Arial"/>
                <a:ea typeface="Arial"/>
                <a:cs typeface="Arial"/>
              </a:defRPr>
            </a:lvl1pPr>
            <a:lvl2pPr algn="r">
              <a:defRPr sz="825" b="1">
                <a:solidFill>
                  <a:srgbClr val="6E807B"/>
                </a:solidFill>
                <a:latin typeface="Arial"/>
                <a:ea typeface="Arial"/>
                <a:cs typeface="Arial"/>
              </a:defRPr>
            </a:lvl2pPr>
            <a:lvl3pPr algn="r">
              <a:defRPr sz="825" b="1">
                <a:solidFill>
                  <a:srgbClr val="6E807B"/>
                </a:solidFill>
                <a:latin typeface="Arial"/>
                <a:ea typeface="Arial"/>
                <a:cs typeface="Arial"/>
              </a:defRPr>
            </a:lvl3pPr>
            <a:lvl4pPr algn="r">
              <a:defRPr sz="825" b="1">
                <a:solidFill>
                  <a:srgbClr val="6E807B"/>
                </a:solidFill>
                <a:latin typeface="Arial"/>
                <a:ea typeface="Arial"/>
                <a:cs typeface="Arial"/>
              </a:defRPr>
            </a:lvl4pPr>
            <a:lvl5pPr algn="r">
              <a:defRPr sz="825" b="1">
                <a:solidFill>
                  <a:srgbClr val="6E807B"/>
                </a:solidFill>
                <a:latin typeface="Arial"/>
                <a:ea typeface="Arial"/>
                <a:cs typeface="Arial"/>
              </a:defRPr>
            </a:lvl5pPr>
            <a:lvl6pPr algn="r">
              <a:defRPr sz="825" b="1">
                <a:solidFill>
                  <a:srgbClr val="6E807B"/>
                </a:solidFill>
                <a:latin typeface="Arial"/>
                <a:ea typeface="Arial"/>
                <a:cs typeface="Arial"/>
              </a:defRPr>
            </a:lvl6pPr>
            <a:lvl7pPr algn="r">
              <a:defRPr sz="825" b="1">
                <a:solidFill>
                  <a:srgbClr val="6E807B"/>
                </a:solidFill>
                <a:latin typeface="Arial"/>
                <a:ea typeface="Arial"/>
                <a:cs typeface="Arial"/>
              </a:defRPr>
            </a:lvl7pPr>
            <a:lvl8pPr algn="r">
              <a:defRPr sz="825" b="1">
                <a:solidFill>
                  <a:srgbClr val="6E807B"/>
                </a:solidFill>
                <a:latin typeface="Arial"/>
                <a:ea typeface="Arial"/>
                <a:cs typeface="Arial"/>
              </a:defRPr>
            </a:lvl8pPr>
            <a:lvl9pPr algn="r">
              <a:defRPr sz="825" b="1">
                <a:solidFill>
                  <a:srgbClr val="6E807B"/>
                </a:solidFill>
                <a:latin typeface="Arial"/>
                <a:ea typeface="Arial"/>
                <a:cs typeface="Arial"/>
              </a:defRPr>
            </a:lvl9pPr>
          </a:lstStyle>
          <a:p xmlns:a="http://schemas.openxmlformats.org/drawingml/2006/main">
            <a:pPr algn="r">
              <a:defRPr sz="825" b="1">
                <a:solidFill>
                  <a:srgbClr val="6E807B"/>
                </a:solidFill>
                <a:latin typeface="Arial"/>
                <a:ea typeface="Arial"/>
                <a:cs typeface="Arial"/>
              </a:defRPr>
            </a:pPr>
            <a:r>
              <a:rPr sz="825" b="1">
                <a:solidFill>
                  <a:srgbClr val="6E807B"/>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FC2398E9-CA05-4249-B3DD-4A9C6B4FACC5}"/>
              </a:ext>
            </a:extLst>
          </p:cNvPr>
          <p:cNvSpPr>
            <a:spLocks xmlns:a="http://schemas.openxmlformats.org/drawingml/2006/main" noGrp="1"/>
          </p:cNvSpPr>
          <p:nvPr/>
        </p:nvSpPr>
        <p:spPr>
          <a:xfrm xmlns:a="http://schemas.openxmlformats.org/drawingml/2006/main">
            <a:off x="1990725" y="2076450"/>
            <a:ext cx="0" cy="3114675"/>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8" name="bar-tick-rfm-0">
            <a:extLst xmlns:a="http://schemas.openxmlformats.org/drawingml/2006/main">
              <a:ext uri="{FF2B5EF4-FFF2-40B4-BE49-F238E27FC236}">
                <a16:creationId xmlns:a16="http://schemas.microsoft.com/office/drawing/2014/main" id="{1A4E1CC5-490C-4B5D-A533-240E8499657E}"/>
              </a:ext>
            </a:extLst>
          </p:cNvPr>
          <p:cNvSpPr>
            <a:spLocks xmlns:a="http://schemas.openxmlformats.org/drawingml/2006/main" noGrp="1"/>
          </p:cNvSpPr>
          <p:nvPr/>
        </p:nvSpPr>
        <p:spPr>
          <a:xfrm xmlns:a="http://schemas.openxmlformats.org/drawingml/2006/main">
            <a:off x="1724025" y="5248275"/>
            <a:ext cx="53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750" b="0">
                <a:solidFill>
                  <a:srgbClr val="6E807B"/>
                </a:solidFill>
                <a:latin typeface="Arial"/>
                <a:ea typeface="Arial"/>
                <a:cs typeface="Arial"/>
              </a:defRPr>
            </a:defPPr>
            <a:lvl1pPr algn="ctr">
              <a:defRPr sz="750" b="0">
                <a:solidFill>
                  <a:srgbClr val="6E807B"/>
                </a:solidFill>
                <a:latin typeface="Arial"/>
                <a:ea typeface="Arial"/>
                <a:cs typeface="Arial"/>
              </a:defRPr>
            </a:lvl1pPr>
            <a:lvl2pPr algn="ctr">
              <a:defRPr sz="750" b="0">
                <a:solidFill>
                  <a:srgbClr val="6E807B"/>
                </a:solidFill>
                <a:latin typeface="Arial"/>
                <a:ea typeface="Arial"/>
                <a:cs typeface="Arial"/>
              </a:defRPr>
            </a:lvl2pPr>
            <a:lvl3pPr algn="ctr">
              <a:defRPr sz="750" b="0">
                <a:solidFill>
                  <a:srgbClr val="6E807B"/>
                </a:solidFill>
                <a:latin typeface="Arial"/>
                <a:ea typeface="Arial"/>
                <a:cs typeface="Arial"/>
              </a:defRPr>
            </a:lvl3pPr>
            <a:lvl4pPr algn="ctr">
              <a:defRPr sz="750" b="0">
                <a:solidFill>
                  <a:srgbClr val="6E807B"/>
                </a:solidFill>
                <a:latin typeface="Arial"/>
                <a:ea typeface="Arial"/>
                <a:cs typeface="Arial"/>
              </a:defRPr>
            </a:lvl4pPr>
            <a:lvl5pPr algn="ctr">
              <a:defRPr sz="750" b="0">
                <a:solidFill>
                  <a:srgbClr val="6E807B"/>
                </a:solidFill>
                <a:latin typeface="Arial"/>
                <a:ea typeface="Arial"/>
                <a:cs typeface="Arial"/>
              </a:defRPr>
            </a:lvl5pPr>
            <a:lvl6pPr algn="ctr">
              <a:defRPr sz="750" b="0">
                <a:solidFill>
                  <a:srgbClr val="6E807B"/>
                </a:solidFill>
                <a:latin typeface="Arial"/>
                <a:ea typeface="Arial"/>
                <a:cs typeface="Arial"/>
              </a:defRPr>
            </a:lvl6pPr>
            <a:lvl7pPr algn="ctr">
              <a:defRPr sz="750" b="0">
                <a:solidFill>
                  <a:srgbClr val="6E807B"/>
                </a:solidFill>
                <a:latin typeface="Arial"/>
                <a:ea typeface="Arial"/>
                <a:cs typeface="Arial"/>
              </a:defRPr>
            </a:lvl7pPr>
            <a:lvl8pPr algn="ctr">
              <a:defRPr sz="750" b="0">
                <a:solidFill>
                  <a:srgbClr val="6E807B"/>
                </a:solidFill>
                <a:latin typeface="Arial"/>
                <a:ea typeface="Arial"/>
                <a:cs typeface="Arial"/>
              </a:defRPr>
            </a:lvl8pPr>
            <a:lvl9pPr algn="ctr">
              <a:defRPr sz="750" b="0">
                <a:solidFill>
                  <a:srgbClr val="6E807B"/>
                </a:solidFill>
                <a:latin typeface="Arial"/>
                <a:ea typeface="Arial"/>
                <a:cs typeface="Arial"/>
              </a:defRPr>
            </a:lvl9pPr>
          </a:lstStyle>
          <a:p xmlns:a="http://schemas.openxmlformats.org/drawingml/2006/main">
            <a:pPr algn="ctr">
              <a:defRPr sz="750" b="0">
                <a:solidFill>
                  <a:srgbClr val="6E807B"/>
                </a:solidFill>
                <a:latin typeface="Arial"/>
                <a:ea typeface="Arial"/>
                <a:cs typeface="Arial"/>
              </a:defRPr>
            </a:pPr>
            <a:r>
              <a:rPr sz="750" b="0">
                <a:solidFill>
                  <a:srgbClr val="6E807B"/>
                </a:solidFill>
                <a:latin typeface="Arial"/>
                <a:ea typeface="Arial"/>
                <a:cs typeface="Arial"/>
              </a:rPr>
              <a:t>0</a:t>
            </a:r>
          </a:p>
        </p:txBody>
      </p:sp>
      <p:sp>
        <p:nvSpPr>
          <p:cNvPr id="9" name="">
            <a:extLst xmlns:a="http://schemas.openxmlformats.org/drawingml/2006/main">
              <a:ext uri="{FF2B5EF4-FFF2-40B4-BE49-F238E27FC236}">
                <a16:creationId xmlns:a16="http://schemas.microsoft.com/office/drawing/2014/main" id="{753D5FE6-4B70-47BC-B4ED-094D578C9BB2}"/>
              </a:ext>
            </a:extLst>
          </p:cNvPr>
          <p:cNvSpPr>
            <a:spLocks xmlns:a="http://schemas.openxmlformats.org/drawingml/2006/main" noGrp="1"/>
          </p:cNvSpPr>
          <p:nvPr/>
        </p:nvSpPr>
        <p:spPr>
          <a:xfrm xmlns:a="http://schemas.openxmlformats.org/drawingml/2006/main">
            <a:off x="2796540" y="2076450"/>
            <a:ext cx="0" cy="3114675"/>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0" name="bar-tick-rfm-1">
            <a:extLst xmlns:a="http://schemas.openxmlformats.org/drawingml/2006/main">
              <a:ext uri="{FF2B5EF4-FFF2-40B4-BE49-F238E27FC236}">
                <a16:creationId xmlns:a16="http://schemas.microsoft.com/office/drawing/2014/main" id="{FDF81122-BD6D-4612-B336-6E018BF72611}"/>
              </a:ext>
            </a:extLst>
          </p:cNvPr>
          <p:cNvSpPr>
            <a:spLocks xmlns:a="http://schemas.openxmlformats.org/drawingml/2006/main" noGrp="1"/>
          </p:cNvSpPr>
          <p:nvPr/>
        </p:nvSpPr>
        <p:spPr>
          <a:xfrm xmlns:a="http://schemas.openxmlformats.org/drawingml/2006/main">
            <a:off x="2529840" y="5248275"/>
            <a:ext cx="53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750" b="0">
                <a:solidFill>
                  <a:srgbClr val="6E807B"/>
                </a:solidFill>
                <a:latin typeface="Arial"/>
                <a:ea typeface="Arial"/>
                <a:cs typeface="Arial"/>
              </a:defRPr>
            </a:defPPr>
            <a:lvl1pPr algn="ctr">
              <a:defRPr sz="750" b="0">
                <a:solidFill>
                  <a:srgbClr val="6E807B"/>
                </a:solidFill>
                <a:latin typeface="Arial"/>
                <a:ea typeface="Arial"/>
                <a:cs typeface="Arial"/>
              </a:defRPr>
            </a:lvl1pPr>
            <a:lvl2pPr algn="ctr">
              <a:defRPr sz="750" b="0">
                <a:solidFill>
                  <a:srgbClr val="6E807B"/>
                </a:solidFill>
                <a:latin typeface="Arial"/>
                <a:ea typeface="Arial"/>
                <a:cs typeface="Arial"/>
              </a:defRPr>
            </a:lvl2pPr>
            <a:lvl3pPr algn="ctr">
              <a:defRPr sz="750" b="0">
                <a:solidFill>
                  <a:srgbClr val="6E807B"/>
                </a:solidFill>
                <a:latin typeface="Arial"/>
                <a:ea typeface="Arial"/>
                <a:cs typeface="Arial"/>
              </a:defRPr>
            </a:lvl3pPr>
            <a:lvl4pPr algn="ctr">
              <a:defRPr sz="750" b="0">
                <a:solidFill>
                  <a:srgbClr val="6E807B"/>
                </a:solidFill>
                <a:latin typeface="Arial"/>
                <a:ea typeface="Arial"/>
                <a:cs typeface="Arial"/>
              </a:defRPr>
            </a:lvl4pPr>
            <a:lvl5pPr algn="ctr">
              <a:defRPr sz="750" b="0">
                <a:solidFill>
                  <a:srgbClr val="6E807B"/>
                </a:solidFill>
                <a:latin typeface="Arial"/>
                <a:ea typeface="Arial"/>
                <a:cs typeface="Arial"/>
              </a:defRPr>
            </a:lvl5pPr>
            <a:lvl6pPr algn="ctr">
              <a:defRPr sz="750" b="0">
                <a:solidFill>
                  <a:srgbClr val="6E807B"/>
                </a:solidFill>
                <a:latin typeface="Arial"/>
                <a:ea typeface="Arial"/>
                <a:cs typeface="Arial"/>
              </a:defRPr>
            </a:lvl6pPr>
            <a:lvl7pPr algn="ctr">
              <a:defRPr sz="750" b="0">
                <a:solidFill>
                  <a:srgbClr val="6E807B"/>
                </a:solidFill>
                <a:latin typeface="Arial"/>
                <a:ea typeface="Arial"/>
                <a:cs typeface="Arial"/>
              </a:defRPr>
            </a:lvl7pPr>
            <a:lvl8pPr algn="ctr">
              <a:defRPr sz="750" b="0">
                <a:solidFill>
                  <a:srgbClr val="6E807B"/>
                </a:solidFill>
                <a:latin typeface="Arial"/>
                <a:ea typeface="Arial"/>
                <a:cs typeface="Arial"/>
              </a:defRPr>
            </a:lvl8pPr>
            <a:lvl9pPr algn="ctr">
              <a:defRPr sz="750" b="0">
                <a:solidFill>
                  <a:srgbClr val="6E807B"/>
                </a:solidFill>
                <a:latin typeface="Arial"/>
                <a:ea typeface="Arial"/>
                <a:cs typeface="Arial"/>
              </a:defRPr>
            </a:lvl9pPr>
          </a:lstStyle>
          <a:p xmlns:a="http://schemas.openxmlformats.org/drawingml/2006/main">
            <a:pPr algn="ctr">
              <a:defRPr sz="750" b="0">
                <a:solidFill>
                  <a:srgbClr val="6E807B"/>
                </a:solidFill>
                <a:latin typeface="Arial"/>
                <a:ea typeface="Arial"/>
                <a:cs typeface="Arial"/>
              </a:defRPr>
            </a:pPr>
            <a:r>
              <a:rPr sz="750" b="0">
                <a:solidFill>
                  <a:srgbClr val="6E807B"/>
                </a:solidFill>
                <a:latin typeface="Arial"/>
                <a:ea typeface="Arial"/>
                <a:cs typeface="Arial"/>
              </a:rPr>
              <a:t>60</a:t>
            </a:r>
          </a:p>
        </p:txBody>
      </p:sp>
      <p:sp>
        <p:nvSpPr>
          <p:cNvPr id="11" name="">
            <a:extLst xmlns:a="http://schemas.openxmlformats.org/drawingml/2006/main">
              <a:ext uri="{FF2B5EF4-FFF2-40B4-BE49-F238E27FC236}">
                <a16:creationId xmlns:a16="http://schemas.microsoft.com/office/drawing/2014/main" id="{48E4DEAA-81B1-4A8A-8E91-9538010220C0}"/>
              </a:ext>
            </a:extLst>
          </p:cNvPr>
          <p:cNvSpPr>
            <a:spLocks xmlns:a="http://schemas.openxmlformats.org/drawingml/2006/main" noGrp="1"/>
          </p:cNvSpPr>
          <p:nvPr/>
        </p:nvSpPr>
        <p:spPr>
          <a:xfrm xmlns:a="http://schemas.openxmlformats.org/drawingml/2006/main">
            <a:off x="3602355" y="2076450"/>
            <a:ext cx="0" cy="3114675"/>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2" name="bar-tick-rfm-2">
            <a:extLst xmlns:a="http://schemas.openxmlformats.org/drawingml/2006/main">
              <a:ext uri="{FF2B5EF4-FFF2-40B4-BE49-F238E27FC236}">
                <a16:creationId xmlns:a16="http://schemas.microsoft.com/office/drawing/2014/main" id="{40289D26-F048-4F37-9600-F4074F211E20}"/>
              </a:ext>
            </a:extLst>
          </p:cNvPr>
          <p:cNvSpPr>
            <a:spLocks xmlns:a="http://schemas.openxmlformats.org/drawingml/2006/main" noGrp="1"/>
          </p:cNvSpPr>
          <p:nvPr/>
        </p:nvSpPr>
        <p:spPr>
          <a:xfrm xmlns:a="http://schemas.openxmlformats.org/drawingml/2006/main">
            <a:off x="3335655" y="5248275"/>
            <a:ext cx="53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750" b="0">
                <a:solidFill>
                  <a:srgbClr val="6E807B"/>
                </a:solidFill>
                <a:latin typeface="Arial"/>
                <a:ea typeface="Arial"/>
                <a:cs typeface="Arial"/>
              </a:defRPr>
            </a:defPPr>
            <a:lvl1pPr algn="ctr">
              <a:defRPr sz="750" b="0">
                <a:solidFill>
                  <a:srgbClr val="6E807B"/>
                </a:solidFill>
                <a:latin typeface="Arial"/>
                <a:ea typeface="Arial"/>
                <a:cs typeface="Arial"/>
              </a:defRPr>
            </a:lvl1pPr>
            <a:lvl2pPr algn="ctr">
              <a:defRPr sz="750" b="0">
                <a:solidFill>
                  <a:srgbClr val="6E807B"/>
                </a:solidFill>
                <a:latin typeface="Arial"/>
                <a:ea typeface="Arial"/>
                <a:cs typeface="Arial"/>
              </a:defRPr>
            </a:lvl2pPr>
            <a:lvl3pPr algn="ctr">
              <a:defRPr sz="750" b="0">
                <a:solidFill>
                  <a:srgbClr val="6E807B"/>
                </a:solidFill>
                <a:latin typeface="Arial"/>
                <a:ea typeface="Arial"/>
                <a:cs typeface="Arial"/>
              </a:defRPr>
            </a:lvl3pPr>
            <a:lvl4pPr algn="ctr">
              <a:defRPr sz="750" b="0">
                <a:solidFill>
                  <a:srgbClr val="6E807B"/>
                </a:solidFill>
                <a:latin typeface="Arial"/>
                <a:ea typeface="Arial"/>
                <a:cs typeface="Arial"/>
              </a:defRPr>
            </a:lvl4pPr>
            <a:lvl5pPr algn="ctr">
              <a:defRPr sz="750" b="0">
                <a:solidFill>
                  <a:srgbClr val="6E807B"/>
                </a:solidFill>
                <a:latin typeface="Arial"/>
                <a:ea typeface="Arial"/>
                <a:cs typeface="Arial"/>
              </a:defRPr>
            </a:lvl5pPr>
            <a:lvl6pPr algn="ctr">
              <a:defRPr sz="750" b="0">
                <a:solidFill>
                  <a:srgbClr val="6E807B"/>
                </a:solidFill>
                <a:latin typeface="Arial"/>
                <a:ea typeface="Arial"/>
                <a:cs typeface="Arial"/>
              </a:defRPr>
            </a:lvl6pPr>
            <a:lvl7pPr algn="ctr">
              <a:defRPr sz="750" b="0">
                <a:solidFill>
                  <a:srgbClr val="6E807B"/>
                </a:solidFill>
                <a:latin typeface="Arial"/>
                <a:ea typeface="Arial"/>
                <a:cs typeface="Arial"/>
              </a:defRPr>
            </a:lvl7pPr>
            <a:lvl8pPr algn="ctr">
              <a:defRPr sz="750" b="0">
                <a:solidFill>
                  <a:srgbClr val="6E807B"/>
                </a:solidFill>
                <a:latin typeface="Arial"/>
                <a:ea typeface="Arial"/>
                <a:cs typeface="Arial"/>
              </a:defRPr>
            </a:lvl8pPr>
            <a:lvl9pPr algn="ctr">
              <a:defRPr sz="750" b="0">
                <a:solidFill>
                  <a:srgbClr val="6E807B"/>
                </a:solidFill>
                <a:latin typeface="Arial"/>
                <a:ea typeface="Arial"/>
                <a:cs typeface="Arial"/>
              </a:defRPr>
            </a:lvl9pPr>
          </a:lstStyle>
          <a:p xmlns:a="http://schemas.openxmlformats.org/drawingml/2006/main">
            <a:pPr algn="ctr">
              <a:defRPr sz="750" b="0">
                <a:solidFill>
                  <a:srgbClr val="6E807B"/>
                </a:solidFill>
                <a:latin typeface="Arial"/>
                <a:ea typeface="Arial"/>
                <a:cs typeface="Arial"/>
              </a:defRPr>
            </a:pPr>
            <a:r>
              <a:rPr sz="750" b="0">
                <a:solidFill>
                  <a:srgbClr val="6E807B"/>
                </a:solidFill>
                <a:latin typeface="Arial"/>
                <a:ea typeface="Arial"/>
                <a:cs typeface="Arial"/>
              </a:rPr>
              <a:t>120</a:t>
            </a:r>
          </a:p>
        </p:txBody>
      </p:sp>
      <p:sp>
        <p:nvSpPr>
          <p:cNvPr id="13" name="">
            <a:extLst xmlns:a="http://schemas.openxmlformats.org/drawingml/2006/main">
              <a:ext uri="{FF2B5EF4-FFF2-40B4-BE49-F238E27FC236}">
                <a16:creationId xmlns:a16="http://schemas.microsoft.com/office/drawing/2014/main" id="{8D325D7E-A006-4914-96D4-50B2F594BB8C}"/>
              </a:ext>
            </a:extLst>
          </p:cNvPr>
          <p:cNvSpPr>
            <a:spLocks xmlns:a="http://schemas.openxmlformats.org/drawingml/2006/main" noGrp="1"/>
          </p:cNvSpPr>
          <p:nvPr/>
        </p:nvSpPr>
        <p:spPr>
          <a:xfrm xmlns:a="http://schemas.openxmlformats.org/drawingml/2006/main">
            <a:off x="4408170" y="2076450"/>
            <a:ext cx="0" cy="3114675"/>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4" name="bar-tick-rfm-3">
            <a:extLst xmlns:a="http://schemas.openxmlformats.org/drawingml/2006/main">
              <a:ext uri="{FF2B5EF4-FFF2-40B4-BE49-F238E27FC236}">
                <a16:creationId xmlns:a16="http://schemas.microsoft.com/office/drawing/2014/main" id="{CBFC04E1-0402-4757-B86B-FDE2F8D35F21}"/>
              </a:ext>
            </a:extLst>
          </p:cNvPr>
          <p:cNvSpPr>
            <a:spLocks xmlns:a="http://schemas.openxmlformats.org/drawingml/2006/main" noGrp="1"/>
          </p:cNvSpPr>
          <p:nvPr/>
        </p:nvSpPr>
        <p:spPr>
          <a:xfrm xmlns:a="http://schemas.openxmlformats.org/drawingml/2006/main">
            <a:off x="4141470" y="5248275"/>
            <a:ext cx="53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750" b="0">
                <a:solidFill>
                  <a:srgbClr val="6E807B"/>
                </a:solidFill>
                <a:latin typeface="Arial"/>
                <a:ea typeface="Arial"/>
                <a:cs typeface="Arial"/>
              </a:defRPr>
            </a:defPPr>
            <a:lvl1pPr algn="ctr">
              <a:defRPr sz="750" b="0">
                <a:solidFill>
                  <a:srgbClr val="6E807B"/>
                </a:solidFill>
                <a:latin typeface="Arial"/>
                <a:ea typeface="Arial"/>
                <a:cs typeface="Arial"/>
              </a:defRPr>
            </a:lvl1pPr>
            <a:lvl2pPr algn="ctr">
              <a:defRPr sz="750" b="0">
                <a:solidFill>
                  <a:srgbClr val="6E807B"/>
                </a:solidFill>
                <a:latin typeface="Arial"/>
                <a:ea typeface="Arial"/>
                <a:cs typeface="Arial"/>
              </a:defRPr>
            </a:lvl2pPr>
            <a:lvl3pPr algn="ctr">
              <a:defRPr sz="750" b="0">
                <a:solidFill>
                  <a:srgbClr val="6E807B"/>
                </a:solidFill>
                <a:latin typeface="Arial"/>
                <a:ea typeface="Arial"/>
                <a:cs typeface="Arial"/>
              </a:defRPr>
            </a:lvl3pPr>
            <a:lvl4pPr algn="ctr">
              <a:defRPr sz="750" b="0">
                <a:solidFill>
                  <a:srgbClr val="6E807B"/>
                </a:solidFill>
                <a:latin typeface="Arial"/>
                <a:ea typeface="Arial"/>
                <a:cs typeface="Arial"/>
              </a:defRPr>
            </a:lvl4pPr>
            <a:lvl5pPr algn="ctr">
              <a:defRPr sz="750" b="0">
                <a:solidFill>
                  <a:srgbClr val="6E807B"/>
                </a:solidFill>
                <a:latin typeface="Arial"/>
                <a:ea typeface="Arial"/>
                <a:cs typeface="Arial"/>
              </a:defRPr>
            </a:lvl5pPr>
            <a:lvl6pPr algn="ctr">
              <a:defRPr sz="750" b="0">
                <a:solidFill>
                  <a:srgbClr val="6E807B"/>
                </a:solidFill>
                <a:latin typeface="Arial"/>
                <a:ea typeface="Arial"/>
                <a:cs typeface="Arial"/>
              </a:defRPr>
            </a:lvl6pPr>
            <a:lvl7pPr algn="ctr">
              <a:defRPr sz="750" b="0">
                <a:solidFill>
                  <a:srgbClr val="6E807B"/>
                </a:solidFill>
                <a:latin typeface="Arial"/>
                <a:ea typeface="Arial"/>
                <a:cs typeface="Arial"/>
              </a:defRPr>
            </a:lvl7pPr>
            <a:lvl8pPr algn="ctr">
              <a:defRPr sz="750" b="0">
                <a:solidFill>
                  <a:srgbClr val="6E807B"/>
                </a:solidFill>
                <a:latin typeface="Arial"/>
                <a:ea typeface="Arial"/>
                <a:cs typeface="Arial"/>
              </a:defRPr>
            </a:lvl8pPr>
            <a:lvl9pPr algn="ctr">
              <a:defRPr sz="750" b="0">
                <a:solidFill>
                  <a:srgbClr val="6E807B"/>
                </a:solidFill>
                <a:latin typeface="Arial"/>
                <a:ea typeface="Arial"/>
                <a:cs typeface="Arial"/>
              </a:defRPr>
            </a:lvl9pPr>
          </a:lstStyle>
          <a:p xmlns:a="http://schemas.openxmlformats.org/drawingml/2006/main">
            <a:pPr algn="ctr">
              <a:defRPr sz="750" b="0">
                <a:solidFill>
                  <a:srgbClr val="6E807B"/>
                </a:solidFill>
                <a:latin typeface="Arial"/>
                <a:ea typeface="Arial"/>
                <a:cs typeface="Arial"/>
              </a:defRPr>
            </a:pPr>
            <a:r>
              <a:rPr sz="750" b="0">
                <a:solidFill>
                  <a:srgbClr val="6E807B"/>
                </a:solidFill>
                <a:latin typeface="Arial"/>
                <a:ea typeface="Arial"/>
                <a:cs typeface="Arial"/>
              </a:rPr>
              <a:t>180</a:t>
            </a:r>
          </a:p>
        </p:txBody>
      </p:sp>
      <p:sp>
        <p:nvSpPr>
          <p:cNvPr id="15" name="">
            <a:extLst xmlns:a="http://schemas.openxmlformats.org/drawingml/2006/main">
              <a:ext uri="{FF2B5EF4-FFF2-40B4-BE49-F238E27FC236}">
                <a16:creationId xmlns:a16="http://schemas.microsoft.com/office/drawing/2014/main" id="{0944BA5B-E3F9-4DAE-A9C6-2C80C94709CD}"/>
              </a:ext>
            </a:extLst>
          </p:cNvPr>
          <p:cNvSpPr>
            <a:spLocks xmlns:a="http://schemas.openxmlformats.org/drawingml/2006/main" noGrp="1"/>
          </p:cNvSpPr>
          <p:nvPr/>
        </p:nvSpPr>
        <p:spPr>
          <a:xfrm xmlns:a="http://schemas.openxmlformats.org/drawingml/2006/main">
            <a:off x="5213985" y="2076450"/>
            <a:ext cx="0" cy="3114675"/>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6" name="bar-tick-rfm-4">
            <a:extLst xmlns:a="http://schemas.openxmlformats.org/drawingml/2006/main">
              <a:ext uri="{FF2B5EF4-FFF2-40B4-BE49-F238E27FC236}">
                <a16:creationId xmlns:a16="http://schemas.microsoft.com/office/drawing/2014/main" id="{BE7856B1-D235-4271-95DB-80E66046A22E}"/>
              </a:ext>
            </a:extLst>
          </p:cNvPr>
          <p:cNvSpPr>
            <a:spLocks xmlns:a="http://schemas.openxmlformats.org/drawingml/2006/main" noGrp="1"/>
          </p:cNvSpPr>
          <p:nvPr/>
        </p:nvSpPr>
        <p:spPr>
          <a:xfrm xmlns:a="http://schemas.openxmlformats.org/drawingml/2006/main">
            <a:off x="4947285" y="5248275"/>
            <a:ext cx="53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750" b="0">
                <a:solidFill>
                  <a:srgbClr val="6E807B"/>
                </a:solidFill>
                <a:latin typeface="Arial"/>
                <a:ea typeface="Arial"/>
                <a:cs typeface="Arial"/>
              </a:defRPr>
            </a:defPPr>
            <a:lvl1pPr algn="ctr">
              <a:defRPr sz="750" b="0">
                <a:solidFill>
                  <a:srgbClr val="6E807B"/>
                </a:solidFill>
                <a:latin typeface="Arial"/>
                <a:ea typeface="Arial"/>
                <a:cs typeface="Arial"/>
              </a:defRPr>
            </a:lvl1pPr>
            <a:lvl2pPr algn="ctr">
              <a:defRPr sz="750" b="0">
                <a:solidFill>
                  <a:srgbClr val="6E807B"/>
                </a:solidFill>
                <a:latin typeface="Arial"/>
                <a:ea typeface="Arial"/>
                <a:cs typeface="Arial"/>
              </a:defRPr>
            </a:lvl2pPr>
            <a:lvl3pPr algn="ctr">
              <a:defRPr sz="750" b="0">
                <a:solidFill>
                  <a:srgbClr val="6E807B"/>
                </a:solidFill>
                <a:latin typeface="Arial"/>
                <a:ea typeface="Arial"/>
                <a:cs typeface="Arial"/>
              </a:defRPr>
            </a:lvl3pPr>
            <a:lvl4pPr algn="ctr">
              <a:defRPr sz="750" b="0">
                <a:solidFill>
                  <a:srgbClr val="6E807B"/>
                </a:solidFill>
                <a:latin typeface="Arial"/>
                <a:ea typeface="Arial"/>
                <a:cs typeface="Arial"/>
              </a:defRPr>
            </a:lvl4pPr>
            <a:lvl5pPr algn="ctr">
              <a:defRPr sz="750" b="0">
                <a:solidFill>
                  <a:srgbClr val="6E807B"/>
                </a:solidFill>
                <a:latin typeface="Arial"/>
                <a:ea typeface="Arial"/>
                <a:cs typeface="Arial"/>
              </a:defRPr>
            </a:lvl5pPr>
            <a:lvl6pPr algn="ctr">
              <a:defRPr sz="750" b="0">
                <a:solidFill>
                  <a:srgbClr val="6E807B"/>
                </a:solidFill>
                <a:latin typeface="Arial"/>
                <a:ea typeface="Arial"/>
                <a:cs typeface="Arial"/>
              </a:defRPr>
            </a:lvl6pPr>
            <a:lvl7pPr algn="ctr">
              <a:defRPr sz="750" b="0">
                <a:solidFill>
                  <a:srgbClr val="6E807B"/>
                </a:solidFill>
                <a:latin typeface="Arial"/>
                <a:ea typeface="Arial"/>
                <a:cs typeface="Arial"/>
              </a:defRPr>
            </a:lvl7pPr>
            <a:lvl8pPr algn="ctr">
              <a:defRPr sz="750" b="0">
                <a:solidFill>
                  <a:srgbClr val="6E807B"/>
                </a:solidFill>
                <a:latin typeface="Arial"/>
                <a:ea typeface="Arial"/>
                <a:cs typeface="Arial"/>
              </a:defRPr>
            </a:lvl8pPr>
            <a:lvl9pPr algn="ctr">
              <a:defRPr sz="750" b="0">
                <a:solidFill>
                  <a:srgbClr val="6E807B"/>
                </a:solidFill>
                <a:latin typeface="Arial"/>
                <a:ea typeface="Arial"/>
                <a:cs typeface="Arial"/>
              </a:defRPr>
            </a:lvl9pPr>
          </a:lstStyle>
          <a:p xmlns:a="http://schemas.openxmlformats.org/drawingml/2006/main">
            <a:pPr algn="ctr">
              <a:defRPr sz="750" b="0">
                <a:solidFill>
                  <a:srgbClr val="6E807B"/>
                </a:solidFill>
                <a:latin typeface="Arial"/>
                <a:ea typeface="Arial"/>
                <a:cs typeface="Arial"/>
              </a:defRPr>
            </a:pPr>
            <a:r>
              <a:rPr sz="750" b="0">
                <a:solidFill>
                  <a:srgbClr val="6E807B"/>
                </a:solidFill>
                <a:latin typeface="Arial"/>
                <a:ea typeface="Arial"/>
                <a:cs typeface="Arial"/>
              </a:rPr>
              <a:t>240</a:t>
            </a:r>
          </a:p>
        </p:txBody>
      </p:sp>
      <p:sp>
        <p:nvSpPr>
          <p:cNvPr id="17" name="">
            <a:extLst xmlns:a="http://schemas.openxmlformats.org/drawingml/2006/main">
              <a:ext uri="{FF2B5EF4-FFF2-40B4-BE49-F238E27FC236}">
                <a16:creationId xmlns:a16="http://schemas.microsoft.com/office/drawing/2014/main" id="{173B0289-0595-41A8-9779-0E7EF47950BA}"/>
              </a:ext>
            </a:extLst>
          </p:cNvPr>
          <p:cNvSpPr>
            <a:spLocks xmlns:a="http://schemas.openxmlformats.org/drawingml/2006/main" noGrp="1"/>
          </p:cNvSpPr>
          <p:nvPr/>
        </p:nvSpPr>
        <p:spPr>
          <a:xfrm xmlns:a="http://schemas.openxmlformats.org/drawingml/2006/main">
            <a:off x="6019800" y="2076450"/>
            <a:ext cx="0" cy="3114675"/>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8" name="bar-tick-rfm-5">
            <a:extLst xmlns:a="http://schemas.openxmlformats.org/drawingml/2006/main">
              <a:ext uri="{FF2B5EF4-FFF2-40B4-BE49-F238E27FC236}">
                <a16:creationId xmlns:a16="http://schemas.microsoft.com/office/drawing/2014/main" id="{FA76A05F-3DD0-47C6-B835-A3B9116CACAB}"/>
              </a:ext>
            </a:extLst>
          </p:cNvPr>
          <p:cNvSpPr>
            <a:spLocks xmlns:a="http://schemas.openxmlformats.org/drawingml/2006/main" noGrp="1"/>
          </p:cNvSpPr>
          <p:nvPr/>
        </p:nvSpPr>
        <p:spPr>
          <a:xfrm xmlns:a="http://schemas.openxmlformats.org/drawingml/2006/main">
            <a:off x="5753100" y="5248275"/>
            <a:ext cx="53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750" b="0">
                <a:solidFill>
                  <a:srgbClr val="6E807B"/>
                </a:solidFill>
                <a:latin typeface="Arial"/>
                <a:ea typeface="Arial"/>
                <a:cs typeface="Arial"/>
              </a:defRPr>
            </a:defPPr>
            <a:lvl1pPr algn="ctr">
              <a:defRPr sz="750" b="0">
                <a:solidFill>
                  <a:srgbClr val="6E807B"/>
                </a:solidFill>
                <a:latin typeface="Arial"/>
                <a:ea typeface="Arial"/>
                <a:cs typeface="Arial"/>
              </a:defRPr>
            </a:lvl1pPr>
            <a:lvl2pPr algn="ctr">
              <a:defRPr sz="750" b="0">
                <a:solidFill>
                  <a:srgbClr val="6E807B"/>
                </a:solidFill>
                <a:latin typeface="Arial"/>
                <a:ea typeface="Arial"/>
                <a:cs typeface="Arial"/>
              </a:defRPr>
            </a:lvl2pPr>
            <a:lvl3pPr algn="ctr">
              <a:defRPr sz="750" b="0">
                <a:solidFill>
                  <a:srgbClr val="6E807B"/>
                </a:solidFill>
                <a:latin typeface="Arial"/>
                <a:ea typeface="Arial"/>
                <a:cs typeface="Arial"/>
              </a:defRPr>
            </a:lvl3pPr>
            <a:lvl4pPr algn="ctr">
              <a:defRPr sz="750" b="0">
                <a:solidFill>
                  <a:srgbClr val="6E807B"/>
                </a:solidFill>
                <a:latin typeface="Arial"/>
                <a:ea typeface="Arial"/>
                <a:cs typeface="Arial"/>
              </a:defRPr>
            </a:lvl4pPr>
            <a:lvl5pPr algn="ctr">
              <a:defRPr sz="750" b="0">
                <a:solidFill>
                  <a:srgbClr val="6E807B"/>
                </a:solidFill>
                <a:latin typeface="Arial"/>
                <a:ea typeface="Arial"/>
                <a:cs typeface="Arial"/>
              </a:defRPr>
            </a:lvl5pPr>
            <a:lvl6pPr algn="ctr">
              <a:defRPr sz="750" b="0">
                <a:solidFill>
                  <a:srgbClr val="6E807B"/>
                </a:solidFill>
                <a:latin typeface="Arial"/>
                <a:ea typeface="Arial"/>
                <a:cs typeface="Arial"/>
              </a:defRPr>
            </a:lvl6pPr>
            <a:lvl7pPr algn="ctr">
              <a:defRPr sz="750" b="0">
                <a:solidFill>
                  <a:srgbClr val="6E807B"/>
                </a:solidFill>
                <a:latin typeface="Arial"/>
                <a:ea typeface="Arial"/>
                <a:cs typeface="Arial"/>
              </a:defRPr>
            </a:lvl7pPr>
            <a:lvl8pPr algn="ctr">
              <a:defRPr sz="750" b="0">
                <a:solidFill>
                  <a:srgbClr val="6E807B"/>
                </a:solidFill>
                <a:latin typeface="Arial"/>
                <a:ea typeface="Arial"/>
                <a:cs typeface="Arial"/>
              </a:defRPr>
            </a:lvl8pPr>
            <a:lvl9pPr algn="ctr">
              <a:defRPr sz="750" b="0">
                <a:solidFill>
                  <a:srgbClr val="6E807B"/>
                </a:solidFill>
                <a:latin typeface="Arial"/>
                <a:ea typeface="Arial"/>
                <a:cs typeface="Arial"/>
              </a:defRPr>
            </a:lvl9pPr>
          </a:lstStyle>
          <a:p xmlns:a="http://schemas.openxmlformats.org/drawingml/2006/main">
            <a:pPr algn="ctr">
              <a:defRPr sz="750" b="0">
                <a:solidFill>
                  <a:srgbClr val="6E807B"/>
                </a:solidFill>
                <a:latin typeface="Arial"/>
                <a:ea typeface="Arial"/>
                <a:cs typeface="Arial"/>
              </a:defRPr>
            </a:pPr>
            <a:r>
              <a:rPr sz="750" b="0">
                <a:solidFill>
                  <a:srgbClr val="6E807B"/>
                </a:solidFill>
                <a:latin typeface="Arial"/>
                <a:ea typeface="Arial"/>
                <a:cs typeface="Arial"/>
              </a:rPr>
              <a:t>300</a:t>
            </a:r>
          </a:p>
        </p:txBody>
      </p:sp>
      <p:sp>
        <p:nvSpPr>
          <p:cNvPr id="19" name="bar-label-rfm-0">
            <a:extLst xmlns:a="http://schemas.openxmlformats.org/drawingml/2006/main">
              <a:ext uri="{FF2B5EF4-FFF2-40B4-BE49-F238E27FC236}">
                <a16:creationId xmlns:a16="http://schemas.microsoft.com/office/drawing/2014/main" id="{13F8E8B9-5687-4628-AA94-EC554E7034E0}"/>
              </a:ext>
            </a:extLst>
          </p:cNvPr>
          <p:cNvSpPr>
            <a:spLocks xmlns:a="http://schemas.openxmlformats.org/drawingml/2006/main" noGrp="1"/>
          </p:cNvSpPr>
          <p:nvPr/>
        </p:nvSpPr>
        <p:spPr>
          <a:xfrm xmlns:a="http://schemas.openxmlformats.org/drawingml/2006/main">
            <a:off x="609600" y="2284809"/>
            <a:ext cx="12668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183D37"/>
                </a:solidFill>
                <a:latin typeface="Arial"/>
                <a:ea typeface="Arial"/>
                <a:cs typeface="Arial"/>
              </a:defRPr>
            </a:defPPr>
            <a:lvl1pPr algn="r">
              <a:defRPr sz="1125" b="1">
                <a:solidFill>
                  <a:srgbClr val="183D37"/>
                </a:solidFill>
                <a:latin typeface="Arial"/>
                <a:ea typeface="Arial"/>
                <a:cs typeface="Arial"/>
              </a:defRPr>
            </a:lvl1pPr>
            <a:lvl2pPr algn="r">
              <a:defRPr sz="1125" b="1">
                <a:solidFill>
                  <a:srgbClr val="183D37"/>
                </a:solidFill>
                <a:latin typeface="Arial"/>
                <a:ea typeface="Arial"/>
                <a:cs typeface="Arial"/>
              </a:defRPr>
            </a:lvl2pPr>
            <a:lvl3pPr algn="r">
              <a:defRPr sz="1125" b="1">
                <a:solidFill>
                  <a:srgbClr val="183D37"/>
                </a:solidFill>
                <a:latin typeface="Arial"/>
                <a:ea typeface="Arial"/>
                <a:cs typeface="Arial"/>
              </a:defRPr>
            </a:lvl3pPr>
            <a:lvl4pPr algn="r">
              <a:defRPr sz="1125" b="1">
                <a:solidFill>
                  <a:srgbClr val="183D37"/>
                </a:solidFill>
                <a:latin typeface="Arial"/>
                <a:ea typeface="Arial"/>
                <a:cs typeface="Arial"/>
              </a:defRPr>
            </a:lvl4pPr>
            <a:lvl5pPr algn="r">
              <a:defRPr sz="1125" b="1">
                <a:solidFill>
                  <a:srgbClr val="183D37"/>
                </a:solidFill>
                <a:latin typeface="Arial"/>
                <a:ea typeface="Arial"/>
                <a:cs typeface="Arial"/>
              </a:defRPr>
            </a:lvl5pPr>
            <a:lvl6pPr algn="r">
              <a:defRPr sz="1125" b="1">
                <a:solidFill>
                  <a:srgbClr val="183D37"/>
                </a:solidFill>
                <a:latin typeface="Arial"/>
                <a:ea typeface="Arial"/>
                <a:cs typeface="Arial"/>
              </a:defRPr>
            </a:lvl6pPr>
            <a:lvl7pPr algn="r">
              <a:defRPr sz="1125" b="1">
                <a:solidFill>
                  <a:srgbClr val="183D37"/>
                </a:solidFill>
                <a:latin typeface="Arial"/>
                <a:ea typeface="Arial"/>
                <a:cs typeface="Arial"/>
              </a:defRPr>
            </a:lvl7pPr>
            <a:lvl8pPr algn="r">
              <a:defRPr sz="1125" b="1">
                <a:solidFill>
                  <a:srgbClr val="183D37"/>
                </a:solidFill>
                <a:latin typeface="Arial"/>
                <a:ea typeface="Arial"/>
                <a:cs typeface="Arial"/>
              </a:defRPr>
            </a:lvl8pPr>
            <a:lvl9pPr algn="r">
              <a:defRPr sz="1125" b="1">
                <a:solidFill>
                  <a:srgbClr val="183D37"/>
                </a:solidFill>
                <a:latin typeface="Arial"/>
                <a:ea typeface="Arial"/>
                <a:cs typeface="Arial"/>
              </a:defRPr>
            </a:lvl9pPr>
          </a:lstStyle>
          <a:p xmlns:a="http://schemas.openxmlformats.org/drawingml/2006/main">
            <a:pPr algn="r">
              <a:defRPr sz="1125" b="1">
                <a:solidFill>
                  <a:srgbClr val="183D37"/>
                </a:solidFill>
                <a:latin typeface="Arial"/>
                <a:ea typeface="Arial"/>
                <a:cs typeface="Arial"/>
              </a:defRPr>
            </a:pPr>
            <a:r>
              <a:rPr sz="1125" b="1">
                <a:solidFill>
                  <a:srgbClr val="183D37"/>
                </a:solidFill>
                <a:latin typeface="Arial"/>
                <a:ea typeface="Arial"/>
                <a:cs typeface="Arial"/>
              </a:rPr>
              <a:t>Champions</a:t>
            </a:r>
          </a:p>
        </p:txBody>
      </p:sp>
      <p:sp>
        <p:nvSpPr>
          <p:cNvPr id="20" name="bar-mark-rfm-0">
            <a:extLst xmlns:a="http://schemas.openxmlformats.org/drawingml/2006/main">
              <a:ext uri="{FF2B5EF4-FFF2-40B4-BE49-F238E27FC236}">
                <a16:creationId xmlns:a16="http://schemas.microsoft.com/office/drawing/2014/main" id="{25B9C08A-DFC5-496C-BC6D-A3DA9823AE3E}"/>
              </a:ext>
            </a:extLst>
          </p:cNvPr>
          <p:cNvSpPr>
            <a:spLocks xmlns:a="http://schemas.openxmlformats.org/drawingml/2006/main" noGrp="1"/>
          </p:cNvSpPr>
          <p:nvPr/>
        </p:nvSpPr>
        <p:spPr>
          <a:xfrm xmlns:a="http://schemas.openxmlformats.org/drawingml/2006/main">
            <a:off x="1990725" y="2346722"/>
            <a:ext cx="2686050" cy="238125"/>
          </a:xfrm>
          <a:prstGeom xmlns:a="http://schemas.openxmlformats.org/drawingml/2006/main" prst="roundRect">
            <a:avLst>
              <a:gd name="adj" fmla="val 32000"/>
            </a:avLst>
          </a:prstGeom>
          <a:solidFill xmlns:a="http://schemas.openxmlformats.org/drawingml/2006/main">
            <a:srgbClr val="D7EBA5"/>
          </a:solidFill>
          <a:ln xmlns:a="http://schemas.openxmlformats.org/drawingml/2006/main" w="0">
            <a:noFill/>
            <a:prstDash val="solid"/>
          </a:ln>
        </p:spPr>
      </p:sp>
      <p:sp>
        <p:nvSpPr>
          <p:cNvPr id="21" name="bar-value-rfm-0">
            <a:extLst xmlns:a="http://schemas.openxmlformats.org/drawingml/2006/main">
              <a:ext uri="{FF2B5EF4-FFF2-40B4-BE49-F238E27FC236}">
                <a16:creationId xmlns:a16="http://schemas.microsoft.com/office/drawing/2014/main" id="{D09C5A32-EDFE-49EF-96C7-A5DE800C2BD9}"/>
              </a:ext>
            </a:extLst>
          </p:cNvPr>
          <p:cNvSpPr>
            <a:spLocks xmlns:a="http://schemas.openxmlformats.org/drawingml/2006/main" noGrp="1"/>
          </p:cNvSpPr>
          <p:nvPr/>
        </p:nvSpPr>
        <p:spPr>
          <a:xfrm xmlns:a="http://schemas.openxmlformats.org/drawingml/2006/main">
            <a:off x="6096000" y="2341959"/>
            <a:ext cx="72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183D37"/>
                </a:solidFill>
                <a:latin typeface="Arial"/>
                <a:ea typeface="Arial"/>
                <a:cs typeface="Arial"/>
              </a:defRPr>
            </a:defPPr>
            <a:lvl1pPr algn="l">
              <a:defRPr sz="975" b="1">
                <a:solidFill>
                  <a:srgbClr val="183D37"/>
                </a:solidFill>
                <a:latin typeface="Arial"/>
                <a:ea typeface="Arial"/>
                <a:cs typeface="Arial"/>
              </a:defRPr>
            </a:lvl1pPr>
            <a:lvl2pPr algn="l">
              <a:defRPr sz="975" b="1">
                <a:solidFill>
                  <a:srgbClr val="183D37"/>
                </a:solidFill>
                <a:latin typeface="Arial"/>
                <a:ea typeface="Arial"/>
                <a:cs typeface="Arial"/>
              </a:defRPr>
            </a:lvl2pPr>
            <a:lvl3pPr algn="l">
              <a:defRPr sz="975" b="1">
                <a:solidFill>
                  <a:srgbClr val="183D37"/>
                </a:solidFill>
                <a:latin typeface="Arial"/>
                <a:ea typeface="Arial"/>
                <a:cs typeface="Arial"/>
              </a:defRPr>
            </a:lvl3pPr>
            <a:lvl4pPr algn="l">
              <a:defRPr sz="975" b="1">
                <a:solidFill>
                  <a:srgbClr val="183D37"/>
                </a:solidFill>
                <a:latin typeface="Arial"/>
                <a:ea typeface="Arial"/>
                <a:cs typeface="Arial"/>
              </a:defRPr>
            </a:lvl4pPr>
            <a:lvl5pPr algn="l">
              <a:defRPr sz="975" b="1">
                <a:solidFill>
                  <a:srgbClr val="183D37"/>
                </a:solidFill>
                <a:latin typeface="Arial"/>
                <a:ea typeface="Arial"/>
                <a:cs typeface="Arial"/>
              </a:defRPr>
            </a:lvl5pPr>
            <a:lvl6pPr algn="l">
              <a:defRPr sz="975" b="1">
                <a:solidFill>
                  <a:srgbClr val="183D37"/>
                </a:solidFill>
                <a:latin typeface="Arial"/>
                <a:ea typeface="Arial"/>
                <a:cs typeface="Arial"/>
              </a:defRPr>
            </a:lvl6pPr>
            <a:lvl7pPr algn="l">
              <a:defRPr sz="975" b="1">
                <a:solidFill>
                  <a:srgbClr val="183D37"/>
                </a:solidFill>
                <a:latin typeface="Arial"/>
                <a:ea typeface="Arial"/>
                <a:cs typeface="Arial"/>
              </a:defRPr>
            </a:lvl7pPr>
            <a:lvl8pPr algn="l">
              <a:defRPr sz="975" b="1">
                <a:solidFill>
                  <a:srgbClr val="183D37"/>
                </a:solidFill>
                <a:latin typeface="Arial"/>
                <a:ea typeface="Arial"/>
                <a:cs typeface="Arial"/>
              </a:defRPr>
            </a:lvl8pPr>
            <a:lvl9pPr algn="l">
              <a:defRPr sz="975" b="1">
                <a:solidFill>
                  <a:srgbClr val="183D37"/>
                </a:solidFill>
                <a:latin typeface="Arial"/>
                <a:ea typeface="Arial"/>
                <a:cs typeface="Arial"/>
              </a:defRPr>
            </a:lvl9pPr>
          </a:lstStyle>
          <a:p xmlns:a="http://schemas.openxmlformats.org/drawingml/2006/main">
            <a:pPr algn="l">
              <a:defRPr sz="975" b="1">
                <a:solidFill>
                  <a:srgbClr val="183D37"/>
                </a:solidFill>
                <a:latin typeface="Arial"/>
                <a:ea typeface="Arial"/>
                <a:cs typeface="Arial"/>
              </a:defRPr>
            </a:pPr>
            <a:r>
              <a:rPr sz="975" b="1">
                <a:solidFill>
                  <a:srgbClr val="183D37"/>
                </a:solidFill>
                <a:latin typeface="Arial"/>
                <a:ea typeface="Arial"/>
                <a:cs typeface="Arial"/>
              </a:rPr>
              <a:t>200</a:t>
            </a:r>
          </a:p>
        </p:txBody>
      </p:sp>
      <p:sp>
        <p:nvSpPr>
          <p:cNvPr id="22" name="">
            <a:extLst xmlns:a="http://schemas.openxmlformats.org/drawingml/2006/main">
              <a:ext uri="{FF2B5EF4-FFF2-40B4-BE49-F238E27FC236}">
                <a16:creationId xmlns:a16="http://schemas.microsoft.com/office/drawing/2014/main" id="{DFA1A23F-5C0E-4F84-8F2E-5B472CFC25F3}"/>
              </a:ext>
            </a:extLst>
          </p:cNvPr>
          <p:cNvSpPr>
            <a:spLocks xmlns:a="http://schemas.openxmlformats.org/drawingml/2006/main" noGrp="1"/>
          </p:cNvSpPr>
          <p:nvPr/>
        </p:nvSpPr>
        <p:spPr>
          <a:xfrm xmlns:a="http://schemas.openxmlformats.org/drawingml/2006/main">
            <a:off x="1990725" y="2855119"/>
            <a:ext cx="4029075" cy="0"/>
          </a:xfrm>
          <a:prstGeom xmlns:a="http://schemas.openxmlformats.org/drawingml/2006/main" prst="line">
            <a:avLst/>
          </a:prstGeom>
          <a:noFill xmlns:a="http://schemas.openxmlformats.org/drawingml/2006/main"/>
          <a:ln xmlns:a="http://schemas.openxmlformats.org/drawingml/2006/main" w="9525">
            <a:solidFill>
              <a:srgbClr val="E8EEEA"/>
            </a:solidFill>
            <a:prstDash val="solid"/>
          </a:ln>
        </p:spPr>
      </p:sp>
      <p:sp>
        <p:nvSpPr>
          <p:cNvPr id="23" name="bar-label-rfm-1">
            <a:extLst xmlns:a="http://schemas.openxmlformats.org/drawingml/2006/main">
              <a:ext uri="{FF2B5EF4-FFF2-40B4-BE49-F238E27FC236}">
                <a16:creationId xmlns:a16="http://schemas.microsoft.com/office/drawing/2014/main" id="{2D3D9548-A9DC-467D-BEF3-26F1823DFCB3}"/>
              </a:ext>
            </a:extLst>
          </p:cNvPr>
          <p:cNvSpPr>
            <a:spLocks xmlns:a="http://schemas.openxmlformats.org/drawingml/2006/main" noGrp="1"/>
          </p:cNvSpPr>
          <p:nvPr/>
        </p:nvSpPr>
        <p:spPr>
          <a:xfrm xmlns:a="http://schemas.openxmlformats.org/drawingml/2006/main">
            <a:off x="609600" y="3063478"/>
            <a:ext cx="12668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183D37"/>
                </a:solidFill>
                <a:latin typeface="Arial"/>
                <a:ea typeface="Arial"/>
                <a:cs typeface="Arial"/>
              </a:defRPr>
            </a:defPPr>
            <a:lvl1pPr algn="r">
              <a:defRPr sz="1125" b="0">
                <a:solidFill>
                  <a:srgbClr val="183D37"/>
                </a:solidFill>
                <a:latin typeface="Arial"/>
                <a:ea typeface="Arial"/>
                <a:cs typeface="Arial"/>
              </a:defRPr>
            </a:lvl1pPr>
            <a:lvl2pPr algn="r">
              <a:defRPr sz="1125" b="0">
                <a:solidFill>
                  <a:srgbClr val="183D37"/>
                </a:solidFill>
                <a:latin typeface="Arial"/>
                <a:ea typeface="Arial"/>
                <a:cs typeface="Arial"/>
              </a:defRPr>
            </a:lvl2pPr>
            <a:lvl3pPr algn="r">
              <a:defRPr sz="1125" b="0">
                <a:solidFill>
                  <a:srgbClr val="183D37"/>
                </a:solidFill>
                <a:latin typeface="Arial"/>
                <a:ea typeface="Arial"/>
                <a:cs typeface="Arial"/>
              </a:defRPr>
            </a:lvl3pPr>
            <a:lvl4pPr algn="r">
              <a:defRPr sz="1125" b="0">
                <a:solidFill>
                  <a:srgbClr val="183D37"/>
                </a:solidFill>
                <a:latin typeface="Arial"/>
                <a:ea typeface="Arial"/>
                <a:cs typeface="Arial"/>
              </a:defRPr>
            </a:lvl4pPr>
            <a:lvl5pPr algn="r">
              <a:defRPr sz="1125" b="0">
                <a:solidFill>
                  <a:srgbClr val="183D37"/>
                </a:solidFill>
                <a:latin typeface="Arial"/>
                <a:ea typeface="Arial"/>
                <a:cs typeface="Arial"/>
              </a:defRPr>
            </a:lvl5pPr>
            <a:lvl6pPr algn="r">
              <a:defRPr sz="1125" b="0">
                <a:solidFill>
                  <a:srgbClr val="183D37"/>
                </a:solidFill>
                <a:latin typeface="Arial"/>
                <a:ea typeface="Arial"/>
                <a:cs typeface="Arial"/>
              </a:defRPr>
            </a:lvl6pPr>
            <a:lvl7pPr algn="r">
              <a:defRPr sz="1125" b="0">
                <a:solidFill>
                  <a:srgbClr val="183D37"/>
                </a:solidFill>
                <a:latin typeface="Arial"/>
                <a:ea typeface="Arial"/>
                <a:cs typeface="Arial"/>
              </a:defRPr>
            </a:lvl7pPr>
            <a:lvl8pPr algn="r">
              <a:defRPr sz="1125" b="0">
                <a:solidFill>
                  <a:srgbClr val="183D37"/>
                </a:solidFill>
                <a:latin typeface="Arial"/>
                <a:ea typeface="Arial"/>
                <a:cs typeface="Arial"/>
              </a:defRPr>
            </a:lvl8pPr>
            <a:lvl9pPr algn="r">
              <a:defRPr sz="1125" b="0">
                <a:solidFill>
                  <a:srgbClr val="183D37"/>
                </a:solidFill>
                <a:latin typeface="Arial"/>
                <a:ea typeface="Arial"/>
                <a:cs typeface="Arial"/>
              </a:defRPr>
            </a:lvl9pPr>
          </a:lstStyle>
          <a:p xmlns:a="http://schemas.openxmlformats.org/drawingml/2006/main">
            <a:pPr algn="r">
              <a:defRPr sz="1125" b="0">
                <a:solidFill>
                  <a:srgbClr val="183D37"/>
                </a:solidFill>
                <a:latin typeface="Arial"/>
                <a:ea typeface="Arial"/>
                <a:cs typeface="Arial"/>
              </a:defRPr>
            </a:pPr>
            <a:r>
              <a:rPr sz="1125" b="0">
                <a:solidFill>
                  <a:srgbClr val="183D37"/>
                </a:solidFill>
                <a:latin typeface="Arial"/>
                <a:ea typeface="Arial"/>
                <a:cs typeface="Arial"/>
              </a:rPr>
              <a:t>Loyal</a:t>
            </a:r>
          </a:p>
        </p:txBody>
      </p:sp>
      <p:sp>
        <p:nvSpPr>
          <p:cNvPr id="24" name="bar-mark-rfm-1">
            <a:extLst xmlns:a="http://schemas.openxmlformats.org/drawingml/2006/main">
              <a:ext uri="{FF2B5EF4-FFF2-40B4-BE49-F238E27FC236}">
                <a16:creationId xmlns:a16="http://schemas.microsoft.com/office/drawing/2014/main" id="{00DBD3F5-C1EA-4BA9-9300-BCE4A01F2DE2}"/>
              </a:ext>
            </a:extLst>
          </p:cNvPr>
          <p:cNvSpPr>
            <a:spLocks xmlns:a="http://schemas.openxmlformats.org/drawingml/2006/main" noGrp="1"/>
          </p:cNvSpPr>
          <p:nvPr/>
        </p:nvSpPr>
        <p:spPr>
          <a:xfrm xmlns:a="http://schemas.openxmlformats.org/drawingml/2006/main">
            <a:off x="1990725" y="3125391"/>
            <a:ext cx="3626168" cy="238125"/>
          </a:xfrm>
          <a:prstGeom xmlns:a="http://schemas.openxmlformats.org/drawingml/2006/main" prst="roundRect">
            <a:avLst>
              <a:gd name="adj" fmla="val 32000"/>
            </a:avLst>
          </a:prstGeom>
          <a:solidFill xmlns:a="http://schemas.openxmlformats.org/drawingml/2006/main">
            <a:srgbClr val="177F69"/>
          </a:solidFill>
          <a:ln xmlns:a="http://schemas.openxmlformats.org/drawingml/2006/main" w="0">
            <a:noFill/>
            <a:prstDash val="solid"/>
          </a:ln>
        </p:spPr>
      </p:sp>
      <p:sp>
        <p:nvSpPr>
          <p:cNvPr id="25" name="bar-value-rfm-1">
            <a:extLst xmlns:a="http://schemas.openxmlformats.org/drawingml/2006/main">
              <a:ext uri="{FF2B5EF4-FFF2-40B4-BE49-F238E27FC236}">
                <a16:creationId xmlns:a16="http://schemas.microsoft.com/office/drawing/2014/main" id="{2F3C8FB3-7246-45B5-8C72-AD0CA02156BF}"/>
              </a:ext>
            </a:extLst>
          </p:cNvPr>
          <p:cNvSpPr>
            <a:spLocks xmlns:a="http://schemas.openxmlformats.org/drawingml/2006/main" noGrp="1"/>
          </p:cNvSpPr>
          <p:nvPr/>
        </p:nvSpPr>
        <p:spPr>
          <a:xfrm xmlns:a="http://schemas.openxmlformats.org/drawingml/2006/main">
            <a:off x="6096000" y="3120628"/>
            <a:ext cx="72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183D37"/>
                </a:solidFill>
                <a:latin typeface="Arial"/>
                <a:ea typeface="Arial"/>
                <a:cs typeface="Arial"/>
              </a:defRPr>
            </a:defPPr>
            <a:lvl1pPr algn="l">
              <a:defRPr sz="975" b="1">
                <a:solidFill>
                  <a:srgbClr val="183D37"/>
                </a:solidFill>
                <a:latin typeface="Arial"/>
                <a:ea typeface="Arial"/>
                <a:cs typeface="Arial"/>
              </a:defRPr>
            </a:lvl1pPr>
            <a:lvl2pPr algn="l">
              <a:defRPr sz="975" b="1">
                <a:solidFill>
                  <a:srgbClr val="183D37"/>
                </a:solidFill>
                <a:latin typeface="Arial"/>
                <a:ea typeface="Arial"/>
                <a:cs typeface="Arial"/>
              </a:defRPr>
            </a:lvl2pPr>
            <a:lvl3pPr algn="l">
              <a:defRPr sz="975" b="1">
                <a:solidFill>
                  <a:srgbClr val="183D37"/>
                </a:solidFill>
                <a:latin typeface="Arial"/>
                <a:ea typeface="Arial"/>
                <a:cs typeface="Arial"/>
              </a:defRPr>
            </a:lvl3pPr>
            <a:lvl4pPr algn="l">
              <a:defRPr sz="975" b="1">
                <a:solidFill>
                  <a:srgbClr val="183D37"/>
                </a:solidFill>
                <a:latin typeface="Arial"/>
                <a:ea typeface="Arial"/>
                <a:cs typeface="Arial"/>
              </a:defRPr>
            </a:lvl4pPr>
            <a:lvl5pPr algn="l">
              <a:defRPr sz="975" b="1">
                <a:solidFill>
                  <a:srgbClr val="183D37"/>
                </a:solidFill>
                <a:latin typeface="Arial"/>
                <a:ea typeface="Arial"/>
                <a:cs typeface="Arial"/>
              </a:defRPr>
            </a:lvl5pPr>
            <a:lvl6pPr algn="l">
              <a:defRPr sz="975" b="1">
                <a:solidFill>
                  <a:srgbClr val="183D37"/>
                </a:solidFill>
                <a:latin typeface="Arial"/>
                <a:ea typeface="Arial"/>
                <a:cs typeface="Arial"/>
              </a:defRPr>
            </a:lvl6pPr>
            <a:lvl7pPr algn="l">
              <a:defRPr sz="975" b="1">
                <a:solidFill>
                  <a:srgbClr val="183D37"/>
                </a:solidFill>
                <a:latin typeface="Arial"/>
                <a:ea typeface="Arial"/>
                <a:cs typeface="Arial"/>
              </a:defRPr>
            </a:lvl7pPr>
            <a:lvl8pPr algn="l">
              <a:defRPr sz="975" b="1">
                <a:solidFill>
                  <a:srgbClr val="183D37"/>
                </a:solidFill>
                <a:latin typeface="Arial"/>
                <a:ea typeface="Arial"/>
                <a:cs typeface="Arial"/>
              </a:defRPr>
            </a:lvl8pPr>
            <a:lvl9pPr algn="l">
              <a:defRPr sz="975" b="1">
                <a:solidFill>
                  <a:srgbClr val="183D37"/>
                </a:solidFill>
                <a:latin typeface="Arial"/>
                <a:ea typeface="Arial"/>
                <a:cs typeface="Arial"/>
              </a:defRPr>
            </a:lvl9pPr>
          </a:lstStyle>
          <a:p xmlns:a="http://schemas.openxmlformats.org/drawingml/2006/main">
            <a:pPr algn="l">
              <a:defRPr sz="975" b="1">
                <a:solidFill>
                  <a:srgbClr val="183D37"/>
                </a:solidFill>
                <a:latin typeface="Arial"/>
                <a:ea typeface="Arial"/>
                <a:cs typeface="Arial"/>
              </a:defRPr>
            </a:pPr>
            <a:r>
              <a:rPr sz="975" b="1">
                <a:solidFill>
                  <a:srgbClr val="183D37"/>
                </a:solidFill>
                <a:latin typeface="Arial"/>
                <a:ea typeface="Arial"/>
                <a:cs typeface="Arial"/>
              </a:rPr>
              <a:t>270</a:t>
            </a:r>
          </a:p>
        </p:txBody>
      </p:sp>
      <p:sp>
        <p:nvSpPr>
          <p:cNvPr id="26" name="">
            <a:extLst xmlns:a="http://schemas.openxmlformats.org/drawingml/2006/main">
              <a:ext uri="{FF2B5EF4-FFF2-40B4-BE49-F238E27FC236}">
                <a16:creationId xmlns:a16="http://schemas.microsoft.com/office/drawing/2014/main" id="{50FA430A-AAFA-4CC6-B31E-ADC31C471215}"/>
              </a:ext>
            </a:extLst>
          </p:cNvPr>
          <p:cNvSpPr>
            <a:spLocks xmlns:a="http://schemas.openxmlformats.org/drawingml/2006/main" noGrp="1"/>
          </p:cNvSpPr>
          <p:nvPr/>
        </p:nvSpPr>
        <p:spPr>
          <a:xfrm xmlns:a="http://schemas.openxmlformats.org/drawingml/2006/main">
            <a:off x="1990725" y="3633788"/>
            <a:ext cx="4029075" cy="0"/>
          </a:xfrm>
          <a:prstGeom xmlns:a="http://schemas.openxmlformats.org/drawingml/2006/main" prst="line">
            <a:avLst/>
          </a:prstGeom>
          <a:noFill xmlns:a="http://schemas.openxmlformats.org/drawingml/2006/main"/>
          <a:ln xmlns:a="http://schemas.openxmlformats.org/drawingml/2006/main" w="9525">
            <a:solidFill>
              <a:srgbClr val="E8EEEA"/>
            </a:solidFill>
            <a:prstDash val="solid"/>
          </a:ln>
        </p:spPr>
      </p:sp>
      <p:sp>
        <p:nvSpPr>
          <p:cNvPr id="27" name="bar-label-rfm-2">
            <a:extLst xmlns:a="http://schemas.openxmlformats.org/drawingml/2006/main">
              <a:ext uri="{FF2B5EF4-FFF2-40B4-BE49-F238E27FC236}">
                <a16:creationId xmlns:a16="http://schemas.microsoft.com/office/drawing/2014/main" id="{4683CCEE-FBF1-4F3E-BB79-4F1D58170821}"/>
              </a:ext>
            </a:extLst>
          </p:cNvPr>
          <p:cNvSpPr>
            <a:spLocks xmlns:a="http://schemas.openxmlformats.org/drawingml/2006/main" noGrp="1"/>
          </p:cNvSpPr>
          <p:nvPr/>
        </p:nvSpPr>
        <p:spPr>
          <a:xfrm xmlns:a="http://schemas.openxmlformats.org/drawingml/2006/main">
            <a:off x="609600" y="3842147"/>
            <a:ext cx="12668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183D37"/>
                </a:solidFill>
                <a:latin typeface="Arial"/>
                <a:ea typeface="Arial"/>
                <a:cs typeface="Arial"/>
              </a:defRPr>
            </a:defPPr>
            <a:lvl1pPr algn="r">
              <a:defRPr sz="1125" b="0">
                <a:solidFill>
                  <a:srgbClr val="183D37"/>
                </a:solidFill>
                <a:latin typeface="Arial"/>
                <a:ea typeface="Arial"/>
                <a:cs typeface="Arial"/>
              </a:defRPr>
            </a:lvl1pPr>
            <a:lvl2pPr algn="r">
              <a:defRPr sz="1125" b="0">
                <a:solidFill>
                  <a:srgbClr val="183D37"/>
                </a:solidFill>
                <a:latin typeface="Arial"/>
                <a:ea typeface="Arial"/>
                <a:cs typeface="Arial"/>
              </a:defRPr>
            </a:lvl2pPr>
            <a:lvl3pPr algn="r">
              <a:defRPr sz="1125" b="0">
                <a:solidFill>
                  <a:srgbClr val="183D37"/>
                </a:solidFill>
                <a:latin typeface="Arial"/>
                <a:ea typeface="Arial"/>
                <a:cs typeface="Arial"/>
              </a:defRPr>
            </a:lvl3pPr>
            <a:lvl4pPr algn="r">
              <a:defRPr sz="1125" b="0">
                <a:solidFill>
                  <a:srgbClr val="183D37"/>
                </a:solidFill>
                <a:latin typeface="Arial"/>
                <a:ea typeface="Arial"/>
                <a:cs typeface="Arial"/>
              </a:defRPr>
            </a:lvl4pPr>
            <a:lvl5pPr algn="r">
              <a:defRPr sz="1125" b="0">
                <a:solidFill>
                  <a:srgbClr val="183D37"/>
                </a:solidFill>
                <a:latin typeface="Arial"/>
                <a:ea typeface="Arial"/>
                <a:cs typeface="Arial"/>
              </a:defRPr>
            </a:lvl5pPr>
            <a:lvl6pPr algn="r">
              <a:defRPr sz="1125" b="0">
                <a:solidFill>
                  <a:srgbClr val="183D37"/>
                </a:solidFill>
                <a:latin typeface="Arial"/>
                <a:ea typeface="Arial"/>
                <a:cs typeface="Arial"/>
              </a:defRPr>
            </a:lvl6pPr>
            <a:lvl7pPr algn="r">
              <a:defRPr sz="1125" b="0">
                <a:solidFill>
                  <a:srgbClr val="183D37"/>
                </a:solidFill>
                <a:latin typeface="Arial"/>
                <a:ea typeface="Arial"/>
                <a:cs typeface="Arial"/>
              </a:defRPr>
            </a:lvl7pPr>
            <a:lvl8pPr algn="r">
              <a:defRPr sz="1125" b="0">
                <a:solidFill>
                  <a:srgbClr val="183D37"/>
                </a:solidFill>
                <a:latin typeface="Arial"/>
                <a:ea typeface="Arial"/>
                <a:cs typeface="Arial"/>
              </a:defRPr>
            </a:lvl8pPr>
            <a:lvl9pPr algn="r">
              <a:defRPr sz="1125" b="0">
                <a:solidFill>
                  <a:srgbClr val="183D37"/>
                </a:solidFill>
                <a:latin typeface="Arial"/>
                <a:ea typeface="Arial"/>
                <a:cs typeface="Arial"/>
              </a:defRPr>
            </a:lvl9pPr>
          </a:lstStyle>
          <a:p xmlns:a="http://schemas.openxmlformats.org/drawingml/2006/main">
            <a:pPr algn="r">
              <a:defRPr sz="1125" b="0">
                <a:solidFill>
                  <a:srgbClr val="183D37"/>
                </a:solidFill>
                <a:latin typeface="Arial"/>
                <a:ea typeface="Arial"/>
                <a:cs typeface="Arial"/>
              </a:defRPr>
            </a:pPr>
            <a:r>
              <a:rPr sz="1125" b="0">
                <a:solidFill>
                  <a:srgbClr val="183D37"/>
                </a:solidFill>
                <a:latin typeface="Arial"/>
                <a:ea typeface="Arial"/>
                <a:cs typeface="Arial"/>
              </a:rPr>
              <a:t>At risk</a:t>
            </a:r>
          </a:p>
        </p:txBody>
      </p:sp>
      <p:sp>
        <p:nvSpPr>
          <p:cNvPr id="28" name="bar-mark-rfm-2">
            <a:extLst xmlns:a="http://schemas.openxmlformats.org/drawingml/2006/main">
              <a:ext uri="{FF2B5EF4-FFF2-40B4-BE49-F238E27FC236}">
                <a16:creationId xmlns:a16="http://schemas.microsoft.com/office/drawing/2014/main" id="{22FC1A2B-7D91-4647-B760-38BABFE835AF}"/>
              </a:ext>
            </a:extLst>
          </p:cNvPr>
          <p:cNvSpPr>
            <a:spLocks xmlns:a="http://schemas.openxmlformats.org/drawingml/2006/main" noGrp="1"/>
          </p:cNvSpPr>
          <p:nvPr/>
        </p:nvSpPr>
        <p:spPr>
          <a:xfrm xmlns:a="http://schemas.openxmlformats.org/drawingml/2006/main">
            <a:off x="1990725" y="3904059"/>
            <a:ext cx="658082" cy="238125"/>
          </a:xfrm>
          <a:prstGeom xmlns:a="http://schemas.openxmlformats.org/drawingml/2006/main" prst="roundRect">
            <a:avLst>
              <a:gd name="adj" fmla="val 32000"/>
            </a:avLst>
          </a:prstGeom>
          <a:solidFill xmlns:a="http://schemas.openxmlformats.org/drawingml/2006/main">
            <a:srgbClr val="E29A68"/>
          </a:solidFill>
          <a:ln xmlns:a="http://schemas.openxmlformats.org/drawingml/2006/main" w="0">
            <a:noFill/>
            <a:prstDash val="solid"/>
          </a:ln>
        </p:spPr>
      </p:sp>
      <p:sp>
        <p:nvSpPr>
          <p:cNvPr id="29" name="bar-value-rfm-2">
            <a:extLst xmlns:a="http://schemas.openxmlformats.org/drawingml/2006/main">
              <a:ext uri="{FF2B5EF4-FFF2-40B4-BE49-F238E27FC236}">
                <a16:creationId xmlns:a16="http://schemas.microsoft.com/office/drawing/2014/main" id="{486E2AA1-529A-4195-BE1C-803506524215}"/>
              </a:ext>
            </a:extLst>
          </p:cNvPr>
          <p:cNvSpPr>
            <a:spLocks xmlns:a="http://schemas.openxmlformats.org/drawingml/2006/main" noGrp="1"/>
          </p:cNvSpPr>
          <p:nvPr/>
        </p:nvSpPr>
        <p:spPr>
          <a:xfrm xmlns:a="http://schemas.openxmlformats.org/drawingml/2006/main">
            <a:off x="6096000" y="3899297"/>
            <a:ext cx="72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183D37"/>
                </a:solidFill>
                <a:latin typeface="Arial"/>
                <a:ea typeface="Arial"/>
                <a:cs typeface="Arial"/>
              </a:defRPr>
            </a:defPPr>
            <a:lvl1pPr algn="l">
              <a:defRPr sz="975" b="1">
                <a:solidFill>
                  <a:srgbClr val="183D37"/>
                </a:solidFill>
                <a:latin typeface="Arial"/>
                <a:ea typeface="Arial"/>
                <a:cs typeface="Arial"/>
              </a:defRPr>
            </a:lvl1pPr>
            <a:lvl2pPr algn="l">
              <a:defRPr sz="975" b="1">
                <a:solidFill>
                  <a:srgbClr val="183D37"/>
                </a:solidFill>
                <a:latin typeface="Arial"/>
                <a:ea typeface="Arial"/>
                <a:cs typeface="Arial"/>
              </a:defRPr>
            </a:lvl2pPr>
            <a:lvl3pPr algn="l">
              <a:defRPr sz="975" b="1">
                <a:solidFill>
                  <a:srgbClr val="183D37"/>
                </a:solidFill>
                <a:latin typeface="Arial"/>
                <a:ea typeface="Arial"/>
                <a:cs typeface="Arial"/>
              </a:defRPr>
            </a:lvl3pPr>
            <a:lvl4pPr algn="l">
              <a:defRPr sz="975" b="1">
                <a:solidFill>
                  <a:srgbClr val="183D37"/>
                </a:solidFill>
                <a:latin typeface="Arial"/>
                <a:ea typeface="Arial"/>
                <a:cs typeface="Arial"/>
              </a:defRPr>
            </a:lvl4pPr>
            <a:lvl5pPr algn="l">
              <a:defRPr sz="975" b="1">
                <a:solidFill>
                  <a:srgbClr val="183D37"/>
                </a:solidFill>
                <a:latin typeface="Arial"/>
                <a:ea typeface="Arial"/>
                <a:cs typeface="Arial"/>
              </a:defRPr>
            </a:lvl5pPr>
            <a:lvl6pPr algn="l">
              <a:defRPr sz="975" b="1">
                <a:solidFill>
                  <a:srgbClr val="183D37"/>
                </a:solidFill>
                <a:latin typeface="Arial"/>
                <a:ea typeface="Arial"/>
                <a:cs typeface="Arial"/>
              </a:defRPr>
            </a:lvl6pPr>
            <a:lvl7pPr algn="l">
              <a:defRPr sz="975" b="1">
                <a:solidFill>
                  <a:srgbClr val="183D37"/>
                </a:solidFill>
                <a:latin typeface="Arial"/>
                <a:ea typeface="Arial"/>
                <a:cs typeface="Arial"/>
              </a:defRPr>
            </a:lvl7pPr>
            <a:lvl8pPr algn="l">
              <a:defRPr sz="975" b="1">
                <a:solidFill>
                  <a:srgbClr val="183D37"/>
                </a:solidFill>
                <a:latin typeface="Arial"/>
                <a:ea typeface="Arial"/>
                <a:cs typeface="Arial"/>
              </a:defRPr>
            </a:lvl8pPr>
            <a:lvl9pPr algn="l">
              <a:defRPr sz="975" b="1">
                <a:solidFill>
                  <a:srgbClr val="183D37"/>
                </a:solidFill>
                <a:latin typeface="Arial"/>
                <a:ea typeface="Arial"/>
                <a:cs typeface="Arial"/>
              </a:defRPr>
            </a:lvl9pPr>
          </a:lstStyle>
          <a:p xmlns:a="http://schemas.openxmlformats.org/drawingml/2006/main">
            <a:pPr algn="l">
              <a:defRPr sz="975" b="1">
                <a:solidFill>
                  <a:srgbClr val="183D37"/>
                </a:solidFill>
                <a:latin typeface="Arial"/>
                <a:ea typeface="Arial"/>
                <a:cs typeface="Arial"/>
              </a:defRPr>
            </a:pPr>
            <a:r>
              <a:rPr sz="975" b="1">
                <a:solidFill>
                  <a:srgbClr val="183D37"/>
                </a:solidFill>
                <a:latin typeface="Arial"/>
                <a:ea typeface="Arial"/>
                <a:cs typeface="Arial"/>
              </a:rPr>
              <a:t>49</a:t>
            </a:r>
          </a:p>
        </p:txBody>
      </p:sp>
      <p:sp>
        <p:nvSpPr>
          <p:cNvPr id="30" name="">
            <a:extLst xmlns:a="http://schemas.openxmlformats.org/drawingml/2006/main">
              <a:ext uri="{FF2B5EF4-FFF2-40B4-BE49-F238E27FC236}">
                <a16:creationId xmlns:a16="http://schemas.microsoft.com/office/drawing/2014/main" id="{A3CC2918-907B-46B1-87F2-DD8B734828B6}"/>
              </a:ext>
            </a:extLst>
          </p:cNvPr>
          <p:cNvSpPr>
            <a:spLocks xmlns:a="http://schemas.openxmlformats.org/drawingml/2006/main" noGrp="1"/>
          </p:cNvSpPr>
          <p:nvPr/>
        </p:nvSpPr>
        <p:spPr>
          <a:xfrm xmlns:a="http://schemas.openxmlformats.org/drawingml/2006/main">
            <a:off x="1990725" y="4412456"/>
            <a:ext cx="4029075" cy="0"/>
          </a:xfrm>
          <a:prstGeom xmlns:a="http://schemas.openxmlformats.org/drawingml/2006/main" prst="line">
            <a:avLst/>
          </a:prstGeom>
          <a:noFill xmlns:a="http://schemas.openxmlformats.org/drawingml/2006/main"/>
          <a:ln xmlns:a="http://schemas.openxmlformats.org/drawingml/2006/main" w="9525">
            <a:solidFill>
              <a:srgbClr val="E8EEEA"/>
            </a:solidFill>
            <a:prstDash val="solid"/>
          </a:ln>
        </p:spPr>
      </p:sp>
      <p:sp>
        <p:nvSpPr>
          <p:cNvPr id="31" name="bar-label-rfm-3">
            <a:extLst xmlns:a="http://schemas.openxmlformats.org/drawingml/2006/main">
              <a:ext uri="{FF2B5EF4-FFF2-40B4-BE49-F238E27FC236}">
                <a16:creationId xmlns:a16="http://schemas.microsoft.com/office/drawing/2014/main" id="{9D6394F4-7E20-4774-8A76-20E3BC386164}"/>
              </a:ext>
            </a:extLst>
          </p:cNvPr>
          <p:cNvSpPr>
            <a:spLocks xmlns:a="http://schemas.openxmlformats.org/drawingml/2006/main" noGrp="1"/>
          </p:cNvSpPr>
          <p:nvPr/>
        </p:nvSpPr>
        <p:spPr>
          <a:xfrm xmlns:a="http://schemas.openxmlformats.org/drawingml/2006/main">
            <a:off x="609600" y="4620816"/>
            <a:ext cx="12668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183D37"/>
                </a:solidFill>
                <a:latin typeface="Arial"/>
                <a:ea typeface="Arial"/>
                <a:cs typeface="Arial"/>
              </a:defRPr>
            </a:defPPr>
            <a:lvl1pPr algn="r">
              <a:defRPr sz="1125" b="0">
                <a:solidFill>
                  <a:srgbClr val="183D37"/>
                </a:solidFill>
                <a:latin typeface="Arial"/>
                <a:ea typeface="Arial"/>
                <a:cs typeface="Arial"/>
              </a:defRPr>
            </a:lvl1pPr>
            <a:lvl2pPr algn="r">
              <a:defRPr sz="1125" b="0">
                <a:solidFill>
                  <a:srgbClr val="183D37"/>
                </a:solidFill>
                <a:latin typeface="Arial"/>
                <a:ea typeface="Arial"/>
                <a:cs typeface="Arial"/>
              </a:defRPr>
            </a:lvl2pPr>
            <a:lvl3pPr algn="r">
              <a:defRPr sz="1125" b="0">
                <a:solidFill>
                  <a:srgbClr val="183D37"/>
                </a:solidFill>
                <a:latin typeface="Arial"/>
                <a:ea typeface="Arial"/>
                <a:cs typeface="Arial"/>
              </a:defRPr>
            </a:lvl3pPr>
            <a:lvl4pPr algn="r">
              <a:defRPr sz="1125" b="0">
                <a:solidFill>
                  <a:srgbClr val="183D37"/>
                </a:solidFill>
                <a:latin typeface="Arial"/>
                <a:ea typeface="Arial"/>
                <a:cs typeface="Arial"/>
              </a:defRPr>
            </a:lvl4pPr>
            <a:lvl5pPr algn="r">
              <a:defRPr sz="1125" b="0">
                <a:solidFill>
                  <a:srgbClr val="183D37"/>
                </a:solidFill>
                <a:latin typeface="Arial"/>
                <a:ea typeface="Arial"/>
                <a:cs typeface="Arial"/>
              </a:defRPr>
            </a:lvl5pPr>
            <a:lvl6pPr algn="r">
              <a:defRPr sz="1125" b="0">
                <a:solidFill>
                  <a:srgbClr val="183D37"/>
                </a:solidFill>
                <a:latin typeface="Arial"/>
                <a:ea typeface="Arial"/>
                <a:cs typeface="Arial"/>
              </a:defRPr>
            </a:lvl6pPr>
            <a:lvl7pPr algn="r">
              <a:defRPr sz="1125" b="0">
                <a:solidFill>
                  <a:srgbClr val="183D37"/>
                </a:solidFill>
                <a:latin typeface="Arial"/>
                <a:ea typeface="Arial"/>
                <a:cs typeface="Arial"/>
              </a:defRPr>
            </a:lvl7pPr>
            <a:lvl8pPr algn="r">
              <a:defRPr sz="1125" b="0">
                <a:solidFill>
                  <a:srgbClr val="183D37"/>
                </a:solidFill>
                <a:latin typeface="Arial"/>
                <a:ea typeface="Arial"/>
                <a:cs typeface="Arial"/>
              </a:defRPr>
            </a:lvl8pPr>
            <a:lvl9pPr algn="r">
              <a:defRPr sz="1125" b="0">
                <a:solidFill>
                  <a:srgbClr val="183D37"/>
                </a:solidFill>
                <a:latin typeface="Arial"/>
                <a:ea typeface="Arial"/>
                <a:cs typeface="Arial"/>
              </a:defRPr>
            </a:lvl9pPr>
          </a:lstStyle>
          <a:p xmlns:a="http://schemas.openxmlformats.org/drawingml/2006/main">
            <a:pPr algn="r">
              <a:defRPr sz="1125" b="0">
                <a:solidFill>
                  <a:srgbClr val="183D37"/>
                </a:solidFill>
                <a:latin typeface="Arial"/>
                <a:ea typeface="Arial"/>
                <a:cs typeface="Arial"/>
              </a:defRPr>
            </a:pPr>
            <a:r>
              <a:rPr sz="1125" b="0">
                <a:solidFill>
                  <a:srgbClr val="183D37"/>
                </a:solidFill>
                <a:latin typeface="Arial"/>
                <a:ea typeface="Arial"/>
                <a:cs typeface="Arial"/>
              </a:rPr>
              <a:t>New &amp; occasional</a:t>
            </a:r>
          </a:p>
        </p:txBody>
      </p:sp>
      <p:sp>
        <p:nvSpPr>
          <p:cNvPr id="32" name="bar-mark-rfm-3">
            <a:extLst xmlns:a="http://schemas.openxmlformats.org/drawingml/2006/main">
              <a:ext uri="{FF2B5EF4-FFF2-40B4-BE49-F238E27FC236}">
                <a16:creationId xmlns:a16="http://schemas.microsoft.com/office/drawing/2014/main" id="{6B446EAC-4353-4724-9A1A-6C828283B5AE}"/>
              </a:ext>
            </a:extLst>
          </p:cNvPr>
          <p:cNvSpPr>
            <a:spLocks xmlns:a="http://schemas.openxmlformats.org/drawingml/2006/main" noGrp="1"/>
          </p:cNvSpPr>
          <p:nvPr/>
        </p:nvSpPr>
        <p:spPr>
          <a:xfrm xmlns:a="http://schemas.openxmlformats.org/drawingml/2006/main">
            <a:off x="1990725" y="4682728"/>
            <a:ext cx="1517618" cy="238125"/>
          </a:xfrm>
          <a:prstGeom xmlns:a="http://schemas.openxmlformats.org/drawingml/2006/main" prst="roundRect">
            <a:avLst>
              <a:gd name="adj" fmla="val 32000"/>
            </a:avLst>
          </a:prstGeom>
          <a:solidFill xmlns:a="http://schemas.openxmlformats.org/drawingml/2006/main">
            <a:srgbClr val="7295C6"/>
          </a:solidFill>
          <a:ln xmlns:a="http://schemas.openxmlformats.org/drawingml/2006/main" w="0">
            <a:noFill/>
            <a:prstDash val="solid"/>
          </a:ln>
        </p:spPr>
      </p:sp>
      <p:sp>
        <p:nvSpPr>
          <p:cNvPr id="33" name="bar-value-rfm-3">
            <a:extLst xmlns:a="http://schemas.openxmlformats.org/drawingml/2006/main">
              <a:ext uri="{FF2B5EF4-FFF2-40B4-BE49-F238E27FC236}">
                <a16:creationId xmlns:a16="http://schemas.microsoft.com/office/drawing/2014/main" id="{430A7D5F-6B75-48F0-AE27-FC1E40169042}"/>
              </a:ext>
            </a:extLst>
          </p:cNvPr>
          <p:cNvSpPr>
            <a:spLocks xmlns:a="http://schemas.openxmlformats.org/drawingml/2006/main" noGrp="1"/>
          </p:cNvSpPr>
          <p:nvPr/>
        </p:nvSpPr>
        <p:spPr>
          <a:xfrm xmlns:a="http://schemas.openxmlformats.org/drawingml/2006/main">
            <a:off x="6096000" y="4677966"/>
            <a:ext cx="72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183D37"/>
                </a:solidFill>
                <a:latin typeface="Arial"/>
                <a:ea typeface="Arial"/>
                <a:cs typeface="Arial"/>
              </a:defRPr>
            </a:defPPr>
            <a:lvl1pPr algn="l">
              <a:defRPr sz="975" b="1">
                <a:solidFill>
                  <a:srgbClr val="183D37"/>
                </a:solidFill>
                <a:latin typeface="Arial"/>
                <a:ea typeface="Arial"/>
                <a:cs typeface="Arial"/>
              </a:defRPr>
            </a:lvl1pPr>
            <a:lvl2pPr algn="l">
              <a:defRPr sz="975" b="1">
                <a:solidFill>
                  <a:srgbClr val="183D37"/>
                </a:solidFill>
                <a:latin typeface="Arial"/>
                <a:ea typeface="Arial"/>
                <a:cs typeface="Arial"/>
              </a:defRPr>
            </a:lvl2pPr>
            <a:lvl3pPr algn="l">
              <a:defRPr sz="975" b="1">
                <a:solidFill>
                  <a:srgbClr val="183D37"/>
                </a:solidFill>
                <a:latin typeface="Arial"/>
                <a:ea typeface="Arial"/>
                <a:cs typeface="Arial"/>
              </a:defRPr>
            </a:lvl3pPr>
            <a:lvl4pPr algn="l">
              <a:defRPr sz="975" b="1">
                <a:solidFill>
                  <a:srgbClr val="183D37"/>
                </a:solidFill>
                <a:latin typeface="Arial"/>
                <a:ea typeface="Arial"/>
                <a:cs typeface="Arial"/>
              </a:defRPr>
            </a:lvl4pPr>
            <a:lvl5pPr algn="l">
              <a:defRPr sz="975" b="1">
                <a:solidFill>
                  <a:srgbClr val="183D37"/>
                </a:solidFill>
                <a:latin typeface="Arial"/>
                <a:ea typeface="Arial"/>
                <a:cs typeface="Arial"/>
              </a:defRPr>
            </a:lvl5pPr>
            <a:lvl6pPr algn="l">
              <a:defRPr sz="975" b="1">
                <a:solidFill>
                  <a:srgbClr val="183D37"/>
                </a:solidFill>
                <a:latin typeface="Arial"/>
                <a:ea typeface="Arial"/>
                <a:cs typeface="Arial"/>
              </a:defRPr>
            </a:lvl6pPr>
            <a:lvl7pPr algn="l">
              <a:defRPr sz="975" b="1">
                <a:solidFill>
                  <a:srgbClr val="183D37"/>
                </a:solidFill>
                <a:latin typeface="Arial"/>
                <a:ea typeface="Arial"/>
                <a:cs typeface="Arial"/>
              </a:defRPr>
            </a:lvl7pPr>
            <a:lvl8pPr algn="l">
              <a:defRPr sz="975" b="1">
                <a:solidFill>
                  <a:srgbClr val="183D37"/>
                </a:solidFill>
                <a:latin typeface="Arial"/>
                <a:ea typeface="Arial"/>
                <a:cs typeface="Arial"/>
              </a:defRPr>
            </a:lvl8pPr>
            <a:lvl9pPr algn="l">
              <a:defRPr sz="975" b="1">
                <a:solidFill>
                  <a:srgbClr val="183D37"/>
                </a:solidFill>
                <a:latin typeface="Arial"/>
                <a:ea typeface="Arial"/>
                <a:cs typeface="Arial"/>
              </a:defRPr>
            </a:lvl9pPr>
          </a:lstStyle>
          <a:p xmlns:a="http://schemas.openxmlformats.org/drawingml/2006/main">
            <a:pPr algn="l">
              <a:defRPr sz="975" b="1">
                <a:solidFill>
                  <a:srgbClr val="183D37"/>
                </a:solidFill>
                <a:latin typeface="Arial"/>
                <a:ea typeface="Arial"/>
                <a:cs typeface="Arial"/>
              </a:defRPr>
            </a:pPr>
            <a:r>
              <a:rPr sz="975" b="1">
                <a:solidFill>
                  <a:srgbClr val="183D37"/>
                </a:solidFill>
                <a:latin typeface="Arial"/>
                <a:ea typeface="Arial"/>
                <a:cs typeface="Arial"/>
              </a:rPr>
              <a:t>113</a:t>
            </a:r>
          </a:p>
        </p:txBody>
      </p:sp>
      <p:sp>
        <p:nvSpPr>
          <p:cNvPr id="34" name="">
            <a:extLst xmlns:a="http://schemas.openxmlformats.org/drawingml/2006/main">
              <a:ext uri="{FF2B5EF4-FFF2-40B4-BE49-F238E27FC236}">
                <a16:creationId xmlns:a16="http://schemas.microsoft.com/office/drawing/2014/main" id="{522736C0-3BA1-454A-8849-E68394FB8502}"/>
              </a:ext>
            </a:extLst>
          </p:cNvPr>
          <p:cNvSpPr>
            <a:spLocks xmlns:a="http://schemas.openxmlformats.org/drawingml/2006/main" noGrp="1"/>
          </p:cNvSpPr>
          <p:nvPr/>
        </p:nvSpPr>
        <p:spPr>
          <a:xfrm xmlns:a="http://schemas.openxmlformats.org/drawingml/2006/main">
            <a:off x="7124700" y="2028825"/>
            <a:ext cx="0" cy="3533775"/>
          </a:xfrm>
          <a:prstGeom xmlns:a="http://schemas.openxmlformats.org/drawingml/2006/main" prst="line">
            <a:avLst/>
          </a:prstGeom>
          <a:noFill xmlns:a="http://schemas.openxmlformats.org/drawingml/2006/main"/>
          <a:ln xmlns:a="http://schemas.openxmlformats.org/drawingml/2006/main" w="9525">
            <a:solidFill>
              <a:srgbClr val="CCD7D1"/>
            </a:solidFill>
            <a:prstDash val="solid"/>
          </a:ln>
        </p:spPr>
      </p:sp>
      <p:sp>
        <p:nvSpPr>
          <p:cNvPr id="35" name="rfm-rules">
            <a:extLst xmlns:a="http://schemas.openxmlformats.org/drawingml/2006/main">
              <a:ext uri="{FF2B5EF4-FFF2-40B4-BE49-F238E27FC236}">
                <a16:creationId xmlns:a16="http://schemas.microsoft.com/office/drawing/2014/main" id="{A51DE9E0-338D-40CF-A556-464259864F10}"/>
              </a:ext>
            </a:extLst>
          </p:cNvPr>
          <p:cNvSpPr>
            <a:spLocks xmlns:a="http://schemas.openxmlformats.org/drawingml/2006/main" noGrp="1"/>
          </p:cNvSpPr>
          <p:nvPr/>
        </p:nvSpPr>
        <p:spPr>
          <a:xfrm xmlns:a="http://schemas.openxmlformats.org/drawingml/2006/main">
            <a:off x="7524750" y="2076450"/>
            <a:ext cx="37623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77F69"/>
                </a:solidFill>
                <a:latin typeface="Arial"/>
                <a:ea typeface="Arial"/>
                <a:cs typeface="Arial"/>
              </a:defRPr>
            </a:defPPr>
            <a:lvl1pPr algn="l">
              <a:defRPr sz="975" b="1">
                <a:solidFill>
                  <a:srgbClr val="177F69"/>
                </a:solidFill>
                <a:latin typeface="Arial"/>
                <a:ea typeface="Arial"/>
                <a:cs typeface="Arial"/>
              </a:defRPr>
            </a:lvl1pPr>
            <a:lvl2pPr algn="l">
              <a:defRPr sz="975" b="1">
                <a:solidFill>
                  <a:srgbClr val="177F69"/>
                </a:solidFill>
                <a:latin typeface="Arial"/>
                <a:ea typeface="Arial"/>
                <a:cs typeface="Arial"/>
              </a:defRPr>
            </a:lvl2pPr>
            <a:lvl3pPr algn="l">
              <a:defRPr sz="975" b="1">
                <a:solidFill>
                  <a:srgbClr val="177F69"/>
                </a:solidFill>
                <a:latin typeface="Arial"/>
                <a:ea typeface="Arial"/>
                <a:cs typeface="Arial"/>
              </a:defRPr>
            </a:lvl3pPr>
            <a:lvl4pPr algn="l">
              <a:defRPr sz="975" b="1">
                <a:solidFill>
                  <a:srgbClr val="177F69"/>
                </a:solidFill>
                <a:latin typeface="Arial"/>
                <a:ea typeface="Arial"/>
                <a:cs typeface="Arial"/>
              </a:defRPr>
            </a:lvl4pPr>
            <a:lvl5pPr algn="l">
              <a:defRPr sz="975" b="1">
                <a:solidFill>
                  <a:srgbClr val="177F69"/>
                </a:solidFill>
                <a:latin typeface="Arial"/>
                <a:ea typeface="Arial"/>
                <a:cs typeface="Arial"/>
              </a:defRPr>
            </a:lvl5pPr>
            <a:lvl6pPr algn="l">
              <a:defRPr sz="975" b="1">
                <a:solidFill>
                  <a:srgbClr val="177F69"/>
                </a:solidFill>
                <a:latin typeface="Arial"/>
                <a:ea typeface="Arial"/>
                <a:cs typeface="Arial"/>
              </a:defRPr>
            </a:lvl6pPr>
            <a:lvl7pPr algn="l">
              <a:defRPr sz="975" b="1">
                <a:solidFill>
                  <a:srgbClr val="177F69"/>
                </a:solidFill>
                <a:latin typeface="Arial"/>
                <a:ea typeface="Arial"/>
                <a:cs typeface="Arial"/>
              </a:defRPr>
            </a:lvl7pPr>
            <a:lvl8pPr algn="l">
              <a:defRPr sz="975" b="1">
                <a:solidFill>
                  <a:srgbClr val="177F69"/>
                </a:solidFill>
                <a:latin typeface="Arial"/>
                <a:ea typeface="Arial"/>
                <a:cs typeface="Arial"/>
              </a:defRPr>
            </a:lvl8pPr>
            <a:lvl9pPr algn="l">
              <a:defRPr sz="975" b="1">
                <a:solidFill>
                  <a:srgbClr val="177F69"/>
                </a:solidFill>
                <a:latin typeface="Arial"/>
                <a:ea typeface="Arial"/>
                <a:cs typeface="Arial"/>
              </a:defRPr>
            </a:lvl9pPr>
          </a:lstStyle>
          <a:p xmlns:a="http://schemas.openxmlformats.org/drawingml/2006/main">
            <a:pPr algn="l">
              <a:defRPr sz="975" b="1">
                <a:solidFill>
                  <a:srgbClr val="177F69"/>
                </a:solidFill>
                <a:latin typeface="Arial"/>
                <a:ea typeface="Arial"/>
                <a:cs typeface="Arial"/>
              </a:defRPr>
            </a:pPr>
            <a:r>
              <a:rPr sz="975" b="1">
                <a:solidFill>
                  <a:srgbClr val="177F69"/>
                </a:solidFill>
                <a:latin typeface="Arial"/>
                <a:ea typeface="Arial"/>
                <a:cs typeface="Arial"/>
              </a:rPr>
              <a:t>SEGMENT RULES</a:t>
            </a:r>
          </a:p>
        </p:txBody>
      </p:sp>
      <p:sp>
        <p:nvSpPr>
          <p:cNvPr id="36" name="rfm-rule-name-0">
            <a:extLst xmlns:a="http://schemas.openxmlformats.org/drawingml/2006/main">
              <a:ext uri="{FF2B5EF4-FFF2-40B4-BE49-F238E27FC236}">
                <a16:creationId xmlns:a16="http://schemas.microsoft.com/office/drawing/2014/main" id="{80A33FFF-8218-4315-808E-125839D675E7}"/>
              </a:ext>
            </a:extLst>
          </p:cNvPr>
          <p:cNvSpPr>
            <a:spLocks xmlns:a="http://schemas.openxmlformats.org/drawingml/2006/main" noGrp="1"/>
          </p:cNvSpPr>
          <p:nvPr/>
        </p:nvSpPr>
        <p:spPr>
          <a:xfrm xmlns:a="http://schemas.openxmlformats.org/drawingml/2006/main">
            <a:off x="7524750" y="250507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83D37"/>
                </a:solidFill>
                <a:latin typeface="Arial"/>
                <a:ea typeface="Arial"/>
                <a:cs typeface="Arial"/>
              </a:defRPr>
            </a:defPPr>
            <a:lvl1pPr algn="l">
              <a:defRPr sz="1275" b="1">
                <a:solidFill>
                  <a:srgbClr val="183D37"/>
                </a:solidFill>
                <a:latin typeface="Arial"/>
                <a:ea typeface="Arial"/>
                <a:cs typeface="Arial"/>
              </a:defRPr>
            </a:lvl1pPr>
            <a:lvl2pPr algn="l">
              <a:defRPr sz="1275" b="1">
                <a:solidFill>
                  <a:srgbClr val="183D37"/>
                </a:solidFill>
                <a:latin typeface="Arial"/>
                <a:ea typeface="Arial"/>
                <a:cs typeface="Arial"/>
              </a:defRPr>
            </a:lvl2pPr>
            <a:lvl3pPr algn="l">
              <a:defRPr sz="1275" b="1">
                <a:solidFill>
                  <a:srgbClr val="183D37"/>
                </a:solidFill>
                <a:latin typeface="Arial"/>
                <a:ea typeface="Arial"/>
                <a:cs typeface="Arial"/>
              </a:defRPr>
            </a:lvl3pPr>
            <a:lvl4pPr algn="l">
              <a:defRPr sz="1275" b="1">
                <a:solidFill>
                  <a:srgbClr val="183D37"/>
                </a:solidFill>
                <a:latin typeface="Arial"/>
                <a:ea typeface="Arial"/>
                <a:cs typeface="Arial"/>
              </a:defRPr>
            </a:lvl4pPr>
            <a:lvl5pPr algn="l">
              <a:defRPr sz="1275" b="1">
                <a:solidFill>
                  <a:srgbClr val="183D37"/>
                </a:solidFill>
                <a:latin typeface="Arial"/>
                <a:ea typeface="Arial"/>
                <a:cs typeface="Arial"/>
              </a:defRPr>
            </a:lvl5pPr>
            <a:lvl6pPr algn="l">
              <a:defRPr sz="1275" b="1">
                <a:solidFill>
                  <a:srgbClr val="183D37"/>
                </a:solidFill>
                <a:latin typeface="Arial"/>
                <a:ea typeface="Arial"/>
                <a:cs typeface="Arial"/>
              </a:defRPr>
            </a:lvl6pPr>
            <a:lvl7pPr algn="l">
              <a:defRPr sz="1275" b="1">
                <a:solidFill>
                  <a:srgbClr val="183D37"/>
                </a:solidFill>
                <a:latin typeface="Arial"/>
                <a:ea typeface="Arial"/>
                <a:cs typeface="Arial"/>
              </a:defRPr>
            </a:lvl7pPr>
            <a:lvl8pPr algn="l">
              <a:defRPr sz="1275" b="1">
                <a:solidFill>
                  <a:srgbClr val="183D37"/>
                </a:solidFill>
                <a:latin typeface="Arial"/>
                <a:ea typeface="Arial"/>
                <a:cs typeface="Arial"/>
              </a:defRPr>
            </a:lvl8pPr>
            <a:lvl9pPr algn="l">
              <a:defRPr sz="1275" b="1">
                <a:solidFill>
                  <a:srgbClr val="183D37"/>
                </a:solidFill>
                <a:latin typeface="Arial"/>
                <a:ea typeface="Arial"/>
                <a:cs typeface="Arial"/>
              </a:defRPr>
            </a:lvl9pPr>
          </a:lstStyle>
          <a:p xmlns:a="http://schemas.openxmlformats.org/drawingml/2006/main">
            <a:pPr algn="l">
              <a:defRPr sz="1275" b="1">
                <a:solidFill>
                  <a:srgbClr val="183D37"/>
                </a:solidFill>
                <a:latin typeface="Arial"/>
                <a:ea typeface="Arial"/>
                <a:cs typeface="Arial"/>
              </a:defRPr>
            </a:pPr>
            <a:r>
              <a:rPr sz="1275" b="1">
                <a:solidFill>
                  <a:srgbClr val="183D37"/>
                </a:solidFill>
                <a:latin typeface="Arial"/>
                <a:ea typeface="Arial"/>
                <a:cs typeface="Arial"/>
              </a:rPr>
              <a:t>Champions</a:t>
            </a:r>
          </a:p>
        </p:txBody>
      </p:sp>
      <p:sp>
        <p:nvSpPr>
          <p:cNvPr id="37" name="rfm-rule-copy-0">
            <a:extLst xmlns:a="http://schemas.openxmlformats.org/drawingml/2006/main">
              <a:ext uri="{FF2B5EF4-FFF2-40B4-BE49-F238E27FC236}">
                <a16:creationId xmlns:a16="http://schemas.microsoft.com/office/drawing/2014/main" id="{EE2CA322-3239-4C53-A620-B5ECE2A895FD}"/>
              </a:ext>
            </a:extLst>
          </p:cNvPr>
          <p:cNvSpPr>
            <a:spLocks xmlns:a="http://schemas.openxmlformats.org/drawingml/2006/main" noGrp="1"/>
          </p:cNvSpPr>
          <p:nvPr/>
        </p:nvSpPr>
        <p:spPr>
          <a:xfrm xmlns:a="http://schemas.openxmlformats.org/drawingml/2006/main">
            <a:off x="7524750" y="2752725"/>
            <a:ext cx="3829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E807B"/>
                </a:solidFill>
                <a:latin typeface="Arial"/>
                <a:ea typeface="Arial"/>
                <a:cs typeface="Arial"/>
              </a:defRPr>
            </a:defPPr>
            <a:lvl1pPr algn="l">
              <a:defRPr sz="1050" b="0">
                <a:solidFill>
                  <a:srgbClr val="6E807B"/>
                </a:solidFill>
                <a:latin typeface="Arial"/>
                <a:ea typeface="Arial"/>
                <a:cs typeface="Arial"/>
              </a:defRPr>
            </a:lvl1pPr>
            <a:lvl2pPr algn="l">
              <a:defRPr sz="1050" b="0">
                <a:solidFill>
                  <a:srgbClr val="6E807B"/>
                </a:solidFill>
                <a:latin typeface="Arial"/>
                <a:ea typeface="Arial"/>
                <a:cs typeface="Arial"/>
              </a:defRPr>
            </a:lvl2pPr>
            <a:lvl3pPr algn="l">
              <a:defRPr sz="1050" b="0">
                <a:solidFill>
                  <a:srgbClr val="6E807B"/>
                </a:solidFill>
                <a:latin typeface="Arial"/>
                <a:ea typeface="Arial"/>
                <a:cs typeface="Arial"/>
              </a:defRPr>
            </a:lvl3pPr>
            <a:lvl4pPr algn="l">
              <a:defRPr sz="1050" b="0">
                <a:solidFill>
                  <a:srgbClr val="6E807B"/>
                </a:solidFill>
                <a:latin typeface="Arial"/>
                <a:ea typeface="Arial"/>
                <a:cs typeface="Arial"/>
              </a:defRPr>
            </a:lvl4pPr>
            <a:lvl5pPr algn="l">
              <a:defRPr sz="1050" b="0">
                <a:solidFill>
                  <a:srgbClr val="6E807B"/>
                </a:solidFill>
                <a:latin typeface="Arial"/>
                <a:ea typeface="Arial"/>
                <a:cs typeface="Arial"/>
              </a:defRPr>
            </a:lvl5pPr>
            <a:lvl6pPr algn="l">
              <a:defRPr sz="1050" b="0">
                <a:solidFill>
                  <a:srgbClr val="6E807B"/>
                </a:solidFill>
                <a:latin typeface="Arial"/>
                <a:ea typeface="Arial"/>
                <a:cs typeface="Arial"/>
              </a:defRPr>
            </a:lvl6pPr>
            <a:lvl7pPr algn="l">
              <a:defRPr sz="1050" b="0">
                <a:solidFill>
                  <a:srgbClr val="6E807B"/>
                </a:solidFill>
                <a:latin typeface="Arial"/>
                <a:ea typeface="Arial"/>
                <a:cs typeface="Arial"/>
              </a:defRPr>
            </a:lvl7pPr>
            <a:lvl8pPr algn="l">
              <a:defRPr sz="1050" b="0">
                <a:solidFill>
                  <a:srgbClr val="6E807B"/>
                </a:solidFill>
                <a:latin typeface="Arial"/>
                <a:ea typeface="Arial"/>
                <a:cs typeface="Arial"/>
              </a:defRPr>
            </a:lvl8pPr>
            <a:lvl9pPr algn="l">
              <a:defRPr sz="1050" b="0">
                <a:solidFill>
                  <a:srgbClr val="6E807B"/>
                </a:solidFill>
                <a:latin typeface="Arial"/>
                <a:ea typeface="Arial"/>
                <a:cs typeface="Arial"/>
              </a:defRPr>
            </a:lvl9pPr>
          </a:lstStyle>
          <a:p xmlns:a="http://schemas.openxmlformats.org/drawingml/2006/main">
            <a:pPr algn="l">
              <a:defRPr sz="1050" b="0">
                <a:solidFill>
                  <a:srgbClr val="6E807B"/>
                </a:solidFill>
                <a:latin typeface="Arial"/>
                <a:ea typeface="Arial"/>
                <a:cs typeface="Arial"/>
              </a:defRPr>
            </a:pPr>
            <a:r>
              <a:rPr sz="1050" b="0">
                <a:solidFill>
                  <a:srgbClr val="6E807B"/>
                </a:solidFill>
                <a:latin typeface="Arial"/>
                <a:ea typeface="Arial"/>
                <a:cs typeface="Arial"/>
              </a:rPr>
              <a:t>4+ orders and last purchase within 60 days</a:t>
            </a:r>
          </a:p>
        </p:txBody>
      </p:sp>
      <p:sp>
        <p:nvSpPr>
          <p:cNvPr id="38" name="">
            <a:extLst xmlns:a="http://schemas.openxmlformats.org/drawingml/2006/main">
              <a:ext uri="{FF2B5EF4-FFF2-40B4-BE49-F238E27FC236}">
                <a16:creationId xmlns:a16="http://schemas.microsoft.com/office/drawing/2014/main" id="{7FC03341-8B5B-4E0D-82EE-9CB6F5A218CC}"/>
              </a:ext>
            </a:extLst>
          </p:cNvPr>
          <p:cNvSpPr>
            <a:spLocks xmlns:a="http://schemas.openxmlformats.org/drawingml/2006/main" noGrp="1"/>
          </p:cNvSpPr>
          <p:nvPr/>
        </p:nvSpPr>
        <p:spPr>
          <a:xfrm xmlns:a="http://schemas.openxmlformats.org/drawingml/2006/main">
            <a:off x="7524750" y="3095625"/>
            <a:ext cx="3886200" cy="0"/>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39" name="rfm-rule-name-1">
            <a:extLst xmlns:a="http://schemas.openxmlformats.org/drawingml/2006/main">
              <a:ext uri="{FF2B5EF4-FFF2-40B4-BE49-F238E27FC236}">
                <a16:creationId xmlns:a16="http://schemas.microsoft.com/office/drawing/2014/main" id="{36B7B87B-A455-481D-B623-4137D0592E8D}"/>
              </a:ext>
            </a:extLst>
          </p:cNvPr>
          <p:cNvSpPr>
            <a:spLocks xmlns:a="http://schemas.openxmlformats.org/drawingml/2006/main" noGrp="1"/>
          </p:cNvSpPr>
          <p:nvPr/>
        </p:nvSpPr>
        <p:spPr>
          <a:xfrm xmlns:a="http://schemas.openxmlformats.org/drawingml/2006/main">
            <a:off x="7524750" y="319087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83D37"/>
                </a:solidFill>
                <a:latin typeface="Arial"/>
                <a:ea typeface="Arial"/>
                <a:cs typeface="Arial"/>
              </a:defRPr>
            </a:defPPr>
            <a:lvl1pPr algn="l">
              <a:defRPr sz="1275" b="1">
                <a:solidFill>
                  <a:srgbClr val="183D37"/>
                </a:solidFill>
                <a:latin typeface="Arial"/>
                <a:ea typeface="Arial"/>
                <a:cs typeface="Arial"/>
              </a:defRPr>
            </a:lvl1pPr>
            <a:lvl2pPr algn="l">
              <a:defRPr sz="1275" b="1">
                <a:solidFill>
                  <a:srgbClr val="183D37"/>
                </a:solidFill>
                <a:latin typeface="Arial"/>
                <a:ea typeface="Arial"/>
                <a:cs typeface="Arial"/>
              </a:defRPr>
            </a:lvl2pPr>
            <a:lvl3pPr algn="l">
              <a:defRPr sz="1275" b="1">
                <a:solidFill>
                  <a:srgbClr val="183D37"/>
                </a:solidFill>
                <a:latin typeface="Arial"/>
                <a:ea typeface="Arial"/>
                <a:cs typeface="Arial"/>
              </a:defRPr>
            </a:lvl3pPr>
            <a:lvl4pPr algn="l">
              <a:defRPr sz="1275" b="1">
                <a:solidFill>
                  <a:srgbClr val="183D37"/>
                </a:solidFill>
                <a:latin typeface="Arial"/>
                <a:ea typeface="Arial"/>
                <a:cs typeface="Arial"/>
              </a:defRPr>
            </a:lvl4pPr>
            <a:lvl5pPr algn="l">
              <a:defRPr sz="1275" b="1">
                <a:solidFill>
                  <a:srgbClr val="183D37"/>
                </a:solidFill>
                <a:latin typeface="Arial"/>
                <a:ea typeface="Arial"/>
                <a:cs typeface="Arial"/>
              </a:defRPr>
            </a:lvl5pPr>
            <a:lvl6pPr algn="l">
              <a:defRPr sz="1275" b="1">
                <a:solidFill>
                  <a:srgbClr val="183D37"/>
                </a:solidFill>
                <a:latin typeface="Arial"/>
                <a:ea typeface="Arial"/>
                <a:cs typeface="Arial"/>
              </a:defRPr>
            </a:lvl6pPr>
            <a:lvl7pPr algn="l">
              <a:defRPr sz="1275" b="1">
                <a:solidFill>
                  <a:srgbClr val="183D37"/>
                </a:solidFill>
                <a:latin typeface="Arial"/>
                <a:ea typeface="Arial"/>
                <a:cs typeface="Arial"/>
              </a:defRPr>
            </a:lvl7pPr>
            <a:lvl8pPr algn="l">
              <a:defRPr sz="1275" b="1">
                <a:solidFill>
                  <a:srgbClr val="183D37"/>
                </a:solidFill>
                <a:latin typeface="Arial"/>
                <a:ea typeface="Arial"/>
                <a:cs typeface="Arial"/>
              </a:defRPr>
            </a:lvl8pPr>
            <a:lvl9pPr algn="l">
              <a:defRPr sz="1275" b="1">
                <a:solidFill>
                  <a:srgbClr val="183D37"/>
                </a:solidFill>
                <a:latin typeface="Arial"/>
                <a:ea typeface="Arial"/>
                <a:cs typeface="Arial"/>
              </a:defRPr>
            </a:lvl9pPr>
          </a:lstStyle>
          <a:p xmlns:a="http://schemas.openxmlformats.org/drawingml/2006/main">
            <a:pPr algn="l">
              <a:defRPr sz="1275" b="1">
                <a:solidFill>
                  <a:srgbClr val="183D37"/>
                </a:solidFill>
                <a:latin typeface="Arial"/>
                <a:ea typeface="Arial"/>
                <a:cs typeface="Arial"/>
              </a:defRPr>
            </a:pPr>
            <a:r>
              <a:rPr sz="1275" b="1">
                <a:solidFill>
                  <a:srgbClr val="183D37"/>
                </a:solidFill>
                <a:latin typeface="Arial"/>
                <a:ea typeface="Arial"/>
                <a:cs typeface="Arial"/>
              </a:rPr>
              <a:t>Loyal</a:t>
            </a:r>
          </a:p>
        </p:txBody>
      </p:sp>
      <p:sp>
        <p:nvSpPr>
          <p:cNvPr id="40" name="rfm-rule-copy-1">
            <a:extLst xmlns:a="http://schemas.openxmlformats.org/drawingml/2006/main">
              <a:ext uri="{FF2B5EF4-FFF2-40B4-BE49-F238E27FC236}">
                <a16:creationId xmlns:a16="http://schemas.microsoft.com/office/drawing/2014/main" id="{4199D0E3-5799-446C-90C6-1BEE86413414}"/>
              </a:ext>
            </a:extLst>
          </p:cNvPr>
          <p:cNvSpPr>
            <a:spLocks xmlns:a="http://schemas.openxmlformats.org/drawingml/2006/main" noGrp="1"/>
          </p:cNvSpPr>
          <p:nvPr/>
        </p:nvSpPr>
        <p:spPr>
          <a:xfrm xmlns:a="http://schemas.openxmlformats.org/drawingml/2006/main">
            <a:off x="7524750" y="3438525"/>
            <a:ext cx="3829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E807B"/>
                </a:solidFill>
                <a:latin typeface="Arial"/>
                <a:ea typeface="Arial"/>
                <a:cs typeface="Arial"/>
              </a:defRPr>
            </a:defPPr>
            <a:lvl1pPr algn="l">
              <a:defRPr sz="1050" b="0">
                <a:solidFill>
                  <a:srgbClr val="6E807B"/>
                </a:solidFill>
                <a:latin typeface="Arial"/>
                <a:ea typeface="Arial"/>
                <a:cs typeface="Arial"/>
              </a:defRPr>
            </a:lvl1pPr>
            <a:lvl2pPr algn="l">
              <a:defRPr sz="1050" b="0">
                <a:solidFill>
                  <a:srgbClr val="6E807B"/>
                </a:solidFill>
                <a:latin typeface="Arial"/>
                <a:ea typeface="Arial"/>
                <a:cs typeface="Arial"/>
              </a:defRPr>
            </a:lvl2pPr>
            <a:lvl3pPr algn="l">
              <a:defRPr sz="1050" b="0">
                <a:solidFill>
                  <a:srgbClr val="6E807B"/>
                </a:solidFill>
                <a:latin typeface="Arial"/>
                <a:ea typeface="Arial"/>
                <a:cs typeface="Arial"/>
              </a:defRPr>
            </a:lvl3pPr>
            <a:lvl4pPr algn="l">
              <a:defRPr sz="1050" b="0">
                <a:solidFill>
                  <a:srgbClr val="6E807B"/>
                </a:solidFill>
                <a:latin typeface="Arial"/>
                <a:ea typeface="Arial"/>
                <a:cs typeface="Arial"/>
              </a:defRPr>
            </a:lvl4pPr>
            <a:lvl5pPr algn="l">
              <a:defRPr sz="1050" b="0">
                <a:solidFill>
                  <a:srgbClr val="6E807B"/>
                </a:solidFill>
                <a:latin typeface="Arial"/>
                <a:ea typeface="Arial"/>
                <a:cs typeface="Arial"/>
              </a:defRPr>
            </a:lvl5pPr>
            <a:lvl6pPr algn="l">
              <a:defRPr sz="1050" b="0">
                <a:solidFill>
                  <a:srgbClr val="6E807B"/>
                </a:solidFill>
                <a:latin typeface="Arial"/>
                <a:ea typeface="Arial"/>
                <a:cs typeface="Arial"/>
              </a:defRPr>
            </a:lvl6pPr>
            <a:lvl7pPr algn="l">
              <a:defRPr sz="1050" b="0">
                <a:solidFill>
                  <a:srgbClr val="6E807B"/>
                </a:solidFill>
                <a:latin typeface="Arial"/>
                <a:ea typeface="Arial"/>
                <a:cs typeface="Arial"/>
              </a:defRPr>
            </a:lvl7pPr>
            <a:lvl8pPr algn="l">
              <a:defRPr sz="1050" b="0">
                <a:solidFill>
                  <a:srgbClr val="6E807B"/>
                </a:solidFill>
                <a:latin typeface="Arial"/>
                <a:ea typeface="Arial"/>
                <a:cs typeface="Arial"/>
              </a:defRPr>
            </a:lvl8pPr>
            <a:lvl9pPr algn="l">
              <a:defRPr sz="1050" b="0">
                <a:solidFill>
                  <a:srgbClr val="6E807B"/>
                </a:solidFill>
                <a:latin typeface="Arial"/>
                <a:ea typeface="Arial"/>
                <a:cs typeface="Arial"/>
              </a:defRPr>
            </a:lvl9pPr>
          </a:lstStyle>
          <a:p xmlns:a="http://schemas.openxmlformats.org/drawingml/2006/main">
            <a:pPr algn="l">
              <a:defRPr sz="1050" b="0">
                <a:solidFill>
                  <a:srgbClr val="6E807B"/>
                </a:solidFill>
                <a:latin typeface="Arial"/>
                <a:ea typeface="Arial"/>
                <a:cs typeface="Arial"/>
              </a:defRPr>
            </a:pPr>
            <a:r>
              <a:rPr sz="1050" b="0">
                <a:solidFill>
                  <a:srgbClr val="6E807B"/>
                </a:solidFill>
                <a:latin typeface="Arial"/>
                <a:ea typeface="Arial"/>
                <a:cs typeface="Arial"/>
              </a:rPr>
              <a:t>3+ orders, excluding Champions</a:t>
            </a:r>
          </a:p>
        </p:txBody>
      </p:sp>
      <p:sp>
        <p:nvSpPr>
          <p:cNvPr id="41" name="">
            <a:extLst xmlns:a="http://schemas.openxmlformats.org/drawingml/2006/main">
              <a:ext uri="{FF2B5EF4-FFF2-40B4-BE49-F238E27FC236}">
                <a16:creationId xmlns:a16="http://schemas.microsoft.com/office/drawing/2014/main" id="{38A2DD3F-B758-46ED-8327-FA7D147B37F1}"/>
              </a:ext>
            </a:extLst>
          </p:cNvPr>
          <p:cNvSpPr>
            <a:spLocks xmlns:a="http://schemas.openxmlformats.org/drawingml/2006/main" noGrp="1"/>
          </p:cNvSpPr>
          <p:nvPr/>
        </p:nvSpPr>
        <p:spPr>
          <a:xfrm xmlns:a="http://schemas.openxmlformats.org/drawingml/2006/main">
            <a:off x="7524750" y="3781425"/>
            <a:ext cx="3886200" cy="0"/>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42" name="rfm-rule-name-2">
            <a:extLst xmlns:a="http://schemas.openxmlformats.org/drawingml/2006/main">
              <a:ext uri="{FF2B5EF4-FFF2-40B4-BE49-F238E27FC236}">
                <a16:creationId xmlns:a16="http://schemas.microsoft.com/office/drawing/2014/main" id="{F925B0A5-2693-46BA-BC9E-E72ECB4D5297}"/>
              </a:ext>
            </a:extLst>
          </p:cNvPr>
          <p:cNvSpPr>
            <a:spLocks xmlns:a="http://schemas.openxmlformats.org/drawingml/2006/main" noGrp="1"/>
          </p:cNvSpPr>
          <p:nvPr/>
        </p:nvSpPr>
        <p:spPr>
          <a:xfrm xmlns:a="http://schemas.openxmlformats.org/drawingml/2006/main">
            <a:off x="7524750" y="387667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83D37"/>
                </a:solidFill>
                <a:latin typeface="Arial"/>
                <a:ea typeface="Arial"/>
                <a:cs typeface="Arial"/>
              </a:defRPr>
            </a:defPPr>
            <a:lvl1pPr algn="l">
              <a:defRPr sz="1275" b="1">
                <a:solidFill>
                  <a:srgbClr val="183D37"/>
                </a:solidFill>
                <a:latin typeface="Arial"/>
                <a:ea typeface="Arial"/>
                <a:cs typeface="Arial"/>
              </a:defRPr>
            </a:lvl1pPr>
            <a:lvl2pPr algn="l">
              <a:defRPr sz="1275" b="1">
                <a:solidFill>
                  <a:srgbClr val="183D37"/>
                </a:solidFill>
                <a:latin typeface="Arial"/>
                <a:ea typeface="Arial"/>
                <a:cs typeface="Arial"/>
              </a:defRPr>
            </a:lvl2pPr>
            <a:lvl3pPr algn="l">
              <a:defRPr sz="1275" b="1">
                <a:solidFill>
                  <a:srgbClr val="183D37"/>
                </a:solidFill>
                <a:latin typeface="Arial"/>
                <a:ea typeface="Arial"/>
                <a:cs typeface="Arial"/>
              </a:defRPr>
            </a:lvl3pPr>
            <a:lvl4pPr algn="l">
              <a:defRPr sz="1275" b="1">
                <a:solidFill>
                  <a:srgbClr val="183D37"/>
                </a:solidFill>
                <a:latin typeface="Arial"/>
                <a:ea typeface="Arial"/>
                <a:cs typeface="Arial"/>
              </a:defRPr>
            </a:lvl4pPr>
            <a:lvl5pPr algn="l">
              <a:defRPr sz="1275" b="1">
                <a:solidFill>
                  <a:srgbClr val="183D37"/>
                </a:solidFill>
                <a:latin typeface="Arial"/>
                <a:ea typeface="Arial"/>
                <a:cs typeface="Arial"/>
              </a:defRPr>
            </a:lvl5pPr>
            <a:lvl6pPr algn="l">
              <a:defRPr sz="1275" b="1">
                <a:solidFill>
                  <a:srgbClr val="183D37"/>
                </a:solidFill>
                <a:latin typeface="Arial"/>
                <a:ea typeface="Arial"/>
                <a:cs typeface="Arial"/>
              </a:defRPr>
            </a:lvl6pPr>
            <a:lvl7pPr algn="l">
              <a:defRPr sz="1275" b="1">
                <a:solidFill>
                  <a:srgbClr val="183D37"/>
                </a:solidFill>
                <a:latin typeface="Arial"/>
                <a:ea typeface="Arial"/>
                <a:cs typeface="Arial"/>
              </a:defRPr>
            </a:lvl7pPr>
            <a:lvl8pPr algn="l">
              <a:defRPr sz="1275" b="1">
                <a:solidFill>
                  <a:srgbClr val="183D37"/>
                </a:solidFill>
                <a:latin typeface="Arial"/>
                <a:ea typeface="Arial"/>
                <a:cs typeface="Arial"/>
              </a:defRPr>
            </a:lvl8pPr>
            <a:lvl9pPr algn="l">
              <a:defRPr sz="1275" b="1">
                <a:solidFill>
                  <a:srgbClr val="183D37"/>
                </a:solidFill>
                <a:latin typeface="Arial"/>
                <a:ea typeface="Arial"/>
                <a:cs typeface="Arial"/>
              </a:defRPr>
            </a:lvl9pPr>
          </a:lstStyle>
          <a:p xmlns:a="http://schemas.openxmlformats.org/drawingml/2006/main">
            <a:pPr algn="l">
              <a:defRPr sz="1275" b="1">
                <a:solidFill>
                  <a:srgbClr val="183D37"/>
                </a:solidFill>
                <a:latin typeface="Arial"/>
                <a:ea typeface="Arial"/>
                <a:cs typeface="Arial"/>
              </a:defRPr>
            </a:pPr>
            <a:r>
              <a:rPr sz="1275" b="1">
                <a:solidFill>
                  <a:srgbClr val="183D37"/>
                </a:solidFill>
                <a:latin typeface="Arial"/>
                <a:ea typeface="Arial"/>
                <a:cs typeface="Arial"/>
              </a:rPr>
              <a:t>At risk</a:t>
            </a:r>
          </a:p>
        </p:txBody>
      </p:sp>
      <p:sp>
        <p:nvSpPr>
          <p:cNvPr id="43" name="rfm-rule-copy-2">
            <a:extLst xmlns:a="http://schemas.openxmlformats.org/drawingml/2006/main">
              <a:ext uri="{FF2B5EF4-FFF2-40B4-BE49-F238E27FC236}">
                <a16:creationId xmlns:a16="http://schemas.microsoft.com/office/drawing/2014/main" id="{B475C843-EA67-46B9-8D24-287E330C81A7}"/>
              </a:ext>
            </a:extLst>
          </p:cNvPr>
          <p:cNvSpPr>
            <a:spLocks xmlns:a="http://schemas.openxmlformats.org/drawingml/2006/main" noGrp="1"/>
          </p:cNvSpPr>
          <p:nvPr/>
        </p:nvSpPr>
        <p:spPr>
          <a:xfrm xmlns:a="http://schemas.openxmlformats.org/drawingml/2006/main">
            <a:off x="7524750" y="4124325"/>
            <a:ext cx="3829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E807B"/>
                </a:solidFill>
                <a:latin typeface="Arial"/>
                <a:ea typeface="Arial"/>
                <a:cs typeface="Arial"/>
              </a:defRPr>
            </a:defPPr>
            <a:lvl1pPr algn="l">
              <a:defRPr sz="1050" b="0">
                <a:solidFill>
                  <a:srgbClr val="6E807B"/>
                </a:solidFill>
                <a:latin typeface="Arial"/>
                <a:ea typeface="Arial"/>
                <a:cs typeface="Arial"/>
              </a:defRPr>
            </a:lvl1pPr>
            <a:lvl2pPr algn="l">
              <a:defRPr sz="1050" b="0">
                <a:solidFill>
                  <a:srgbClr val="6E807B"/>
                </a:solidFill>
                <a:latin typeface="Arial"/>
                <a:ea typeface="Arial"/>
                <a:cs typeface="Arial"/>
              </a:defRPr>
            </a:lvl2pPr>
            <a:lvl3pPr algn="l">
              <a:defRPr sz="1050" b="0">
                <a:solidFill>
                  <a:srgbClr val="6E807B"/>
                </a:solidFill>
                <a:latin typeface="Arial"/>
                <a:ea typeface="Arial"/>
                <a:cs typeface="Arial"/>
              </a:defRPr>
            </a:lvl3pPr>
            <a:lvl4pPr algn="l">
              <a:defRPr sz="1050" b="0">
                <a:solidFill>
                  <a:srgbClr val="6E807B"/>
                </a:solidFill>
                <a:latin typeface="Arial"/>
                <a:ea typeface="Arial"/>
                <a:cs typeface="Arial"/>
              </a:defRPr>
            </a:lvl4pPr>
            <a:lvl5pPr algn="l">
              <a:defRPr sz="1050" b="0">
                <a:solidFill>
                  <a:srgbClr val="6E807B"/>
                </a:solidFill>
                <a:latin typeface="Arial"/>
                <a:ea typeface="Arial"/>
                <a:cs typeface="Arial"/>
              </a:defRPr>
            </a:lvl5pPr>
            <a:lvl6pPr algn="l">
              <a:defRPr sz="1050" b="0">
                <a:solidFill>
                  <a:srgbClr val="6E807B"/>
                </a:solidFill>
                <a:latin typeface="Arial"/>
                <a:ea typeface="Arial"/>
                <a:cs typeface="Arial"/>
              </a:defRPr>
            </a:lvl6pPr>
            <a:lvl7pPr algn="l">
              <a:defRPr sz="1050" b="0">
                <a:solidFill>
                  <a:srgbClr val="6E807B"/>
                </a:solidFill>
                <a:latin typeface="Arial"/>
                <a:ea typeface="Arial"/>
                <a:cs typeface="Arial"/>
              </a:defRPr>
            </a:lvl7pPr>
            <a:lvl8pPr algn="l">
              <a:defRPr sz="1050" b="0">
                <a:solidFill>
                  <a:srgbClr val="6E807B"/>
                </a:solidFill>
                <a:latin typeface="Arial"/>
                <a:ea typeface="Arial"/>
                <a:cs typeface="Arial"/>
              </a:defRPr>
            </a:lvl8pPr>
            <a:lvl9pPr algn="l">
              <a:defRPr sz="1050" b="0">
                <a:solidFill>
                  <a:srgbClr val="6E807B"/>
                </a:solidFill>
                <a:latin typeface="Arial"/>
                <a:ea typeface="Arial"/>
                <a:cs typeface="Arial"/>
              </a:defRPr>
            </a:lvl9pPr>
          </a:lstStyle>
          <a:p xmlns:a="http://schemas.openxmlformats.org/drawingml/2006/main">
            <a:pPr algn="l">
              <a:defRPr sz="1050" b="0">
                <a:solidFill>
                  <a:srgbClr val="6E807B"/>
                </a:solidFill>
                <a:latin typeface="Arial"/>
                <a:ea typeface="Arial"/>
                <a:cs typeface="Arial"/>
              </a:defRPr>
            </a:pPr>
            <a:r>
              <a:rPr sz="1050" b="0">
                <a:solidFill>
                  <a:srgbClr val="6E807B"/>
                </a:solidFill>
                <a:latin typeface="Arial"/>
                <a:ea typeface="Arial"/>
                <a:cs typeface="Arial"/>
              </a:rPr>
              <a:t>2+ orders and last purchase over 120 days ago</a:t>
            </a:r>
          </a:p>
        </p:txBody>
      </p:sp>
      <p:sp>
        <p:nvSpPr>
          <p:cNvPr id="44" name="">
            <a:extLst xmlns:a="http://schemas.openxmlformats.org/drawingml/2006/main">
              <a:ext uri="{FF2B5EF4-FFF2-40B4-BE49-F238E27FC236}">
                <a16:creationId xmlns:a16="http://schemas.microsoft.com/office/drawing/2014/main" id="{CBF058C6-6FF1-4800-8634-198D952C412C}"/>
              </a:ext>
            </a:extLst>
          </p:cNvPr>
          <p:cNvSpPr>
            <a:spLocks xmlns:a="http://schemas.openxmlformats.org/drawingml/2006/main" noGrp="1"/>
          </p:cNvSpPr>
          <p:nvPr/>
        </p:nvSpPr>
        <p:spPr>
          <a:xfrm xmlns:a="http://schemas.openxmlformats.org/drawingml/2006/main">
            <a:off x="7524750" y="4467225"/>
            <a:ext cx="3886200" cy="0"/>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45" name="rfm-rule-name-3">
            <a:extLst xmlns:a="http://schemas.openxmlformats.org/drawingml/2006/main">
              <a:ext uri="{FF2B5EF4-FFF2-40B4-BE49-F238E27FC236}">
                <a16:creationId xmlns:a16="http://schemas.microsoft.com/office/drawing/2014/main" id="{0DCD11DA-155D-4419-914B-35D9715693A6}"/>
              </a:ext>
            </a:extLst>
          </p:cNvPr>
          <p:cNvSpPr>
            <a:spLocks xmlns:a="http://schemas.openxmlformats.org/drawingml/2006/main" noGrp="1"/>
          </p:cNvSpPr>
          <p:nvPr/>
        </p:nvSpPr>
        <p:spPr>
          <a:xfrm xmlns:a="http://schemas.openxmlformats.org/drawingml/2006/main">
            <a:off x="7524750" y="456247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83D37"/>
                </a:solidFill>
                <a:latin typeface="Arial"/>
                <a:ea typeface="Arial"/>
                <a:cs typeface="Arial"/>
              </a:defRPr>
            </a:defPPr>
            <a:lvl1pPr algn="l">
              <a:defRPr sz="1275" b="1">
                <a:solidFill>
                  <a:srgbClr val="183D37"/>
                </a:solidFill>
                <a:latin typeface="Arial"/>
                <a:ea typeface="Arial"/>
                <a:cs typeface="Arial"/>
              </a:defRPr>
            </a:lvl1pPr>
            <a:lvl2pPr algn="l">
              <a:defRPr sz="1275" b="1">
                <a:solidFill>
                  <a:srgbClr val="183D37"/>
                </a:solidFill>
                <a:latin typeface="Arial"/>
                <a:ea typeface="Arial"/>
                <a:cs typeface="Arial"/>
              </a:defRPr>
            </a:lvl2pPr>
            <a:lvl3pPr algn="l">
              <a:defRPr sz="1275" b="1">
                <a:solidFill>
                  <a:srgbClr val="183D37"/>
                </a:solidFill>
                <a:latin typeface="Arial"/>
                <a:ea typeface="Arial"/>
                <a:cs typeface="Arial"/>
              </a:defRPr>
            </a:lvl3pPr>
            <a:lvl4pPr algn="l">
              <a:defRPr sz="1275" b="1">
                <a:solidFill>
                  <a:srgbClr val="183D37"/>
                </a:solidFill>
                <a:latin typeface="Arial"/>
                <a:ea typeface="Arial"/>
                <a:cs typeface="Arial"/>
              </a:defRPr>
            </a:lvl4pPr>
            <a:lvl5pPr algn="l">
              <a:defRPr sz="1275" b="1">
                <a:solidFill>
                  <a:srgbClr val="183D37"/>
                </a:solidFill>
                <a:latin typeface="Arial"/>
                <a:ea typeface="Arial"/>
                <a:cs typeface="Arial"/>
              </a:defRPr>
            </a:lvl5pPr>
            <a:lvl6pPr algn="l">
              <a:defRPr sz="1275" b="1">
                <a:solidFill>
                  <a:srgbClr val="183D37"/>
                </a:solidFill>
                <a:latin typeface="Arial"/>
                <a:ea typeface="Arial"/>
                <a:cs typeface="Arial"/>
              </a:defRPr>
            </a:lvl6pPr>
            <a:lvl7pPr algn="l">
              <a:defRPr sz="1275" b="1">
                <a:solidFill>
                  <a:srgbClr val="183D37"/>
                </a:solidFill>
                <a:latin typeface="Arial"/>
                <a:ea typeface="Arial"/>
                <a:cs typeface="Arial"/>
              </a:defRPr>
            </a:lvl7pPr>
            <a:lvl8pPr algn="l">
              <a:defRPr sz="1275" b="1">
                <a:solidFill>
                  <a:srgbClr val="183D37"/>
                </a:solidFill>
                <a:latin typeface="Arial"/>
                <a:ea typeface="Arial"/>
                <a:cs typeface="Arial"/>
              </a:defRPr>
            </a:lvl8pPr>
            <a:lvl9pPr algn="l">
              <a:defRPr sz="1275" b="1">
                <a:solidFill>
                  <a:srgbClr val="183D37"/>
                </a:solidFill>
                <a:latin typeface="Arial"/>
                <a:ea typeface="Arial"/>
                <a:cs typeface="Arial"/>
              </a:defRPr>
            </a:lvl9pPr>
          </a:lstStyle>
          <a:p xmlns:a="http://schemas.openxmlformats.org/drawingml/2006/main">
            <a:pPr algn="l">
              <a:defRPr sz="1275" b="1">
                <a:solidFill>
                  <a:srgbClr val="183D37"/>
                </a:solidFill>
                <a:latin typeface="Arial"/>
                <a:ea typeface="Arial"/>
                <a:cs typeface="Arial"/>
              </a:defRPr>
            </a:pPr>
            <a:r>
              <a:rPr sz="1275" b="1">
                <a:solidFill>
                  <a:srgbClr val="183D37"/>
                </a:solidFill>
                <a:latin typeface="Arial"/>
                <a:ea typeface="Arial"/>
                <a:cs typeface="Arial"/>
              </a:rPr>
              <a:t>New &amp; occasional</a:t>
            </a:r>
          </a:p>
        </p:txBody>
      </p:sp>
      <p:sp>
        <p:nvSpPr>
          <p:cNvPr id="46" name="rfm-rule-copy-3">
            <a:extLst xmlns:a="http://schemas.openxmlformats.org/drawingml/2006/main">
              <a:ext uri="{FF2B5EF4-FFF2-40B4-BE49-F238E27FC236}">
                <a16:creationId xmlns:a16="http://schemas.microsoft.com/office/drawing/2014/main" id="{4D32AAD2-E033-4A67-9905-B75EBF2F85DE}"/>
              </a:ext>
            </a:extLst>
          </p:cNvPr>
          <p:cNvSpPr>
            <a:spLocks xmlns:a="http://schemas.openxmlformats.org/drawingml/2006/main" noGrp="1"/>
          </p:cNvSpPr>
          <p:nvPr/>
        </p:nvSpPr>
        <p:spPr>
          <a:xfrm xmlns:a="http://schemas.openxmlformats.org/drawingml/2006/main">
            <a:off x="7524750" y="4810125"/>
            <a:ext cx="3829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E807B"/>
                </a:solidFill>
                <a:latin typeface="Arial"/>
                <a:ea typeface="Arial"/>
                <a:cs typeface="Arial"/>
              </a:defRPr>
            </a:defPPr>
            <a:lvl1pPr algn="l">
              <a:defRPr sz="1050" b="0">
                <a:solidFill>
                  <a:srgbClr val="6E807B"/>
                </a:solidFill>
                <a:latin typeface="Arial"/>
                <a:ea typeface="Arial"/>
                <a:cs typeface="Arial"/>
              </a:defRPr>
            </a:lvl1pPr>
            <a:lvl2pPr algn="l">
              <a:defRPr sz="1050" b="0">
                <a:solidFill>
                  <a:srgbClr val="6E807B"/>
                </a:solidFill>
                <a:latin typeface="Arial"/>
                <a:ea typeface="Arial"/>
                <a:cs typeface="Arial"/>
              </a:defRPr>
            </a:lvl2pPr>
            <a:lvl3pPr algn="l">
              <a:defRPr sz="1050" b="0">
                <a:solidFill>
                  <a:srgbClr val="6E807B"/>
                </a:solidFill>
                <a:latin typeface="Arial"/>
                <a:ea typeface="Arial"/>
                <a:cs typeface="Arial"/>
              </a:defRPr>
            </a:lvl3pPr>
            <a:lvl4pPr algn="l">
              <a:defRPr sz="1050" b="0">
                <a:solidFill>
                  <a:srgbClr val="6E807B"/>
                </a:solidFill>
                <a:latin typeface="Arial"/>
                <a:ea typeface="Arial"/>
                <a:cs typeface="Arial"/>
              </a:defRPr>
            </a:lvl4pPr>
            <a:lvl5pPr algn="l">
              <a:defRPr sz="1050" b="0">
                <a:solidFill>
                  <a:srgbClr val="6E807B"/>
                </a:solidFill>
                <a:latin typeface="Arial"/>
                <a:ea typeface="Arial"/>
                <a:cs typeface="Arial"/>
              </a:defRPr>
            </a:lvl5pPr>
            <a:lvl6pPr algn="l">
              <a:defRPr sz="1050" b="0">
                <a:solidFill>
                  <a:srgbClr val="6E807B"/>
                </a:solidFill>
                <a:latin typeface="Arial"/>
                <a:ea typeface="Arial"/>
                <a:cs typeface="Arial"/>
              </a:defRPr>
            </a:lvl6pPr>
            <a:lvl7pPr algn="l">
              <a:defRPr sz="1050" b="0">
                <a:solidFill>
                  <a:srgbClr val="6E807B"/>
                </a:solidFill>
                <a:latin typeface="Arial"/>
                <a:ea typeface="Arial"/>
                <a:cs typeface="Arial"/>
              </a:defRPr>
            </a:lvl7pPr>
            <a:lvl8pPr algn="l">
              <a:defRPr sz="1050" b="0">
                <a:solidFill>
                  <a:srgbClr val="6E807B"/>
                </a:solidFill>
                <a:latin typeface="Arial"/>
                <a:ea typeface="Arial"/>
                <a:cs typeface="Arial"/>
              </a:defRPr>
            </a:lvl8pPr>
            <a:lvl9pPr algn="l">
              <a:defRPr sz="1050" b="0">
                <a:solidFill>
                  <a:srgbClr val="6E807B"/>
                </a:solidFill>
                <a:latin typeface="Arial"/>
                <a:ea typeface="Arial"/>
                <a:cs typeface="Arial"/>
              </a:defRPr>
            </a:lvl9pPr>
          </a:lstStyle>
          <a:p xmlns:a="http://schemas.openxmlformats.org/drawingml/2006/main">
            <a:pPr algn="l">
              <a:defRPr sz="1050" b="0">
                <a:solidFill>
                  <a:srgbClr val="6E807B"/>
                </a:solidFill>
                <a:latin typeface="Arial"/>
                <a:ea typeface="Arial"/>
                <a:cs typeface="Arial"/>
              </a:defRPr>
            </a:pPr>
            <a:r>
              <a:rPr sz="1050" b="0">
                <a:solidFill>
                  <a:srgbClr val="6E807B"/>
                </a:solidFill>
                <a:latin typeface="Arial"/>
                <a:ea typeface="Arial"/>
                <a:cs typeface="Arial"/>
              </a:rPr>
              <a:t>All other customers</a:t>
            </a:r>
          </a:p>
        </p:txBody>
      </p:sp>
      <p:sp>
        <p:nvSpPr>
          <p:cNvPr id="47" name="repeat-rate">
            <a:extLst xmlns:a="http://schemas.openxmlformats.org/drawingml/2006/main">
              <a:ext uri="{FF2B5EF4-FFF2-40B4-BE49-F238E27FC236}">
                <a16:creationId xmlns:a16="http://schemas.microsoft.com/office/drawing/2014/main" id="{6E49C976-9F94-46A9-A966-6532EBD53A92}"/>
              </a:ext>
            </a:extLst>
          </p:cNvPr>
          <p:cNvSpPr>
            <a:spLocks xmlns:a="http://schemas.openxmlformats.org/drawingml/2006/main" noGrp="1"/>
          </p:cNvSpPr>
          <p:nvPr/>
        </p:nvSpPr>
        <p:spPr>
          <a:xfrm xmlns:a="http://schemas.openxmlformats.org/drawingml/2006/main">
            <a:off x="647700" y="569595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7F69"/>
                </a:solidFill>
                <a:latin typeface="Arial"/>
                <a:ea typeface="Arial"/>
                <a:cs typeface="Arial"/>
              </a:defRPr>
            </a:defPPr>
            <a:lvl1pPr algn="l">
              <a:defRPr sz="2400" b="1">
                <a:solidFill>
                  <a:srgbClr val="177F69"/>
                </a:solidFill>
                <a:latin typeface="Arial"/>
                <a:ea typeface="Arial"/>
                <a:cs typeface="Arial"/>
              </a:defRPr>
            </a:lvl1pPr>
            <a:lvl2pPr algn="l">
              <a:defRPr sz="2400" b="1">
                <a:solidFill>
                  <a:srgbClr val="177F69"/>
                </a:solidFill>
                <a:latin typeface="Arial"/>
                <a:ea typeface="Arial"/>
                <a:cs typeface="Arial"/>
              </a:defRPr>
            </a:lvl2pPr>
            <a:lvl3pPr algn="l">
              <a:defRPr sz="2400" b="1">
                <a:solidFill>
                  <a:srgbClr val="177F69"/>
                </a:solidFill>
                <a:latin typeface="Arial"/>
                <a:ea typeface="Arial"/>
                <a:cs typeface="Arial"/>
              </a:defRPr>
            </a:lvl3pPr>
            <a:lvl4pPr algn="l">
              <a:defRPr sz="2400" b="1">
                <a:solidFill>
                  <a:srgbClr val="177F69"/>
                </a:solidFill>
                <a:latin typeface="Arial"/>
                <a:ea typeface="Arial"/>
                <a:cs typeface="Arial"/>
              </a:defRPr>
            </a:lvl4pPr>
            <a:lvl5pPr algn="l">
              <a:defRPr sz="2400" b="1">
                <a:solidFill>
                  <a:srgbClr val="177F69"/>
                </a:solidFill>
                <a:latin typeface="Arial"/>
                <a:ea typeface="Arial"/>
                <a:cs typeface="Arial"/>
              </a:defRPr>
            </a:lvl5pPr>
            <a:lvl6pPr algn="l">
              <a:defRPr sz="2400" b="1">
                <a:solidFill>
                  <a:srgbClr val="177F69"/>
                </a:solidFill>
                <a:latin typeface="Arial"/>
                <a:ea typeface="Arial"/>
                <a:cs typeface="Arial"/>
              </a:defRPr>
            </a:lvl6pPr>
            <a:lvl7pPr algn="l">
              <a:defRPr sz="2400" b="1">
                <a:solidFill>
                  <a:srgbClr val="177F69"/>
                </a:solidFill>
                <a:latin typeface="Arial"/>
                <a:ea typeface="Arial"/>
                <a:cs typeface="Arial"/>
              </a:defRPr>
            </a:lvl7pPr>
            <a:lvl8pPr algn="l">
              <a:defRPr sz="2400" b="1">
                <a:solidFill>
                  <a:srgbClr val="177F69"/>
                </a:solidFill>
                <a:latin typeface="Arial"/>
                <a:ea typeface="Arial"/>
                <a:cs typeface="Arial"/>
              </a:defRPr>
            </a:lvl8pPr>
            <a:lvl9pPr algn="l">
              <a:defRPr sz="2400" b="1">
                <a:solidFill>
                  <a:srgbClr val="177F69"/>
                </a:solidFill>
                <a:latin typeface="Arial"/>
                <a:ea typeface="Arial"/>
                <a:cs typeface="Arial"/>
              </a:defRPr>
            </a:lvl9pPr>
          </a:lstStyle>
          <a:p xmlns:a="http://schemas.openxmlformats.org/drawingml/2006/main">
            <a:pPr algn="l">
              <a:defRPr sz="2400" b="1">
                <a:solidFill>
                  <a:srgbClr val="177F69"/>
                </a:solidFill>
                <a:latin typeface="Arial"/>
                <a:ea typeface="Arial"/>
                <a:cs typeface="Arial"/>
              </a:defRPr>
            </a:pPr>
            <a:r>
              <a:rPr sz="2400" b="1">
                <a:solidFill>
                  <a:srgbClr val="177F69"/>
                </a:solidFill>
                <a:latin typeface="Arial"/>
                <a:ea typeface="Arial"/>
                <a:cs typeface="Arial"/>
              </a:rPr>
              <a:t>90.7%</a:t>
            </a:r>
          </a:p>
        </p:txBody>
      </p:sp>
      <p:sp>
        <p:nvSpPr>
          <p:cNvPr id="48" name="repeat-rate-label">
            <a:extLst xmlns:a="http://schemas.openxmlformats.org/drawingml/2006/main">
              <a:ext uri="{FF2B5EF4-FFF2-40B4-BE49-F238E27FC236}">
                <a16:creationId xmlns:a16="http://schemas.microsoft.com/office/drawing/2014/main" id="{D5E12933-0F65-4455-ABAC-24216D52ACCC}"/>
              </a:ext>
            </a:extLst>
          </p:cNvPr>
          <p:cNvSpPr>
            <a:spLocks xmlns:a="http://schemas.openxmlformats.org/drawingml/2006/main" noGrp="1"/>
          </p:cNvSpPr>
          <p:nvPr/>
        </p:nvSpPr>
        <p:spPr>
          <a:xfrm xmlns:a="http://schemas.openxmlformats.org/drawingml/2006/main">
            <a:off x="2524125" y="5791200"/>
            <a:ext cx="5953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E807B"/>
                </a:solidFill>
                <a:latin typeface="Arial"/>
                <a:ea typeface="Arial"/>
                <a:cs typeface="Arial"/>
              </a:defRPr>
            </a:defPPr>
            <a:lvl1pPr algn="l">
              <a:defRPr sz="1200" b="0">
                <a:solidFill>
                  <a:srgbClr val="6E807B"/>
                </a:solidFill>
                <a:latin typeface="Arial"/>
                <a:ea typeface="Arial"/>
                <a:cs typeface="Arial"/>
              </a:defRPr>
            </a:lvl1pPr>
            <a:lvl2pPr algn="l">
              <a:defRPr sz="1200" b="0">
                <a:solidFill>
                  <a:srgbClr val="6E807B"/>
                </a:solidFill>
                <a:latin typeface="Arial"/>
                <a:ea typeface="Arial"/>
                <a:cs typeface="Arial"/>
              </a:defRPr>
            </a:lvl2pPr>
            <a:lvl3pPr algn="l">
              <a:defRPr sz="1200" b="0">
                <a:solidFill>
                  <a:srgbClr val="6E807B"/>
                </a:solidFill>
                <a:latin typeface="Arial"/>
                <a:ea typeface="Arial"/>
                <a:cs typeface="Arial"/>
              </a:defRPr>
            </a:lvl3pPr>
            <a:lvl4pPr algn="l">
              <a:defRPr sz="1200" b="0">
                <a:solidFill>
                  <a:srgbClr val="6E807B"/>
                </a:solidFill>
                <a:latin typeface="Arial"/>
                <a:ea typeface="Arial"/>
                <a:cs typeface="Arial"/>
              </a:defRPr>
            </a:lvl4pPr>
            <a:lvl5pPr algn="l">
              <a:defRPr sz="1200" b="0">
                <a:solidFill>
                  <a:srgbClr val="6E807B"/>
                </a:solidFill>
                <a:latin typeface="Arial"/>
                <a:ea typeface="Arial"/>
                <a:cs typeface="Arial"/>
              </a:defRPr>
            </a:lvl5pPr>
            <a:lvl6pPr algn="l">
              <a:defRPr sz="1200" b="0">
                <a:solidFill>
                  <a:srgbClr val="6E807B"/>
                </a:solidFill>
                <a:latin typeface="Arial"/>
                <a:ea typeface="Arial"/>
                <a:cs typeface="Arial"/>
              </a:defRPr>
            </a:lvl6pPr>
            <a:lvl7pPr algn="l">
              <a:defRPr sz="1200" b="0">
                <a:solidFill>
                  <a:srgbClr val="6E807B"/>
                </a:solidFill>
                <a:latin typeface="Arial"/>
                <a:ea typeface="Arial"/>
                <a:cs typeface="Arial"/>
              </a:defRPr>
            </a:lvl7pPr>
            <a:lvl8pPr algn="l">
              <a:defRPr sz="1200" b="0">
                <a:solidFill>
                  <a:srgbClr val="6E807B"/>
                </a:solidFill>
                <a:latin typeface="Arial"/>
                <a:ea typeface="Arial"/>
                <a:cs typeface="Arial"/>
              </a:defRPr>
            </a:lvl8pPr>
            <a:lvl9pPr algn="l">
              <a:defRPr sz="1200" b="0">
                <a:solidFill>
                  <a:srgbClr val="6E807B"/>
                </a:solidFill>
                <a:latin typeface="Arial"/>
                <a:ea typeface="Arial"/>
                <a:cs typeface="Arial"/>
              </a:defRPr>
            </a:lvl9pPr>
          </a:lstStyle>
          <a:p xmlns:a="http://schemas.openxmlformats.org/drawingml/2006/main">
            <a:pPr algn="l">
              <a:defRPr sz="1200" b="0">
                <a:solidFill>
                  <a:srgbClr val="6E807B"/>
                </a:solidFill>
                <a:latin typeface="Arial"/>
                <a:ea typeface="Arial"/>
                <a:cs typeface="Arial"/>
              </a:defRPr>
            </a:pPr>
            <a:r>
              <a:rPr sz="1200" b="0">
                <a:solidFill>
                  <a:srgbClr val="6E807B"/>
                </a:solidFill>
                <a:latin typeface="Arial"/>
                <a:ea typeface="Arial"/>
                <a:cs typeface="Arial"/>
              </a:rPr>
              <a:t>of sample customers appear in more than one order</a:t>
            </a:r>
          </a:p>
        </p:txBody>
      </p:sp>
    </p:spTree>
    <p:extLst>
      <p:ext uri="{BB962C8B-B14F-4D97-AF65-F5344CB8AC3E}">
        <p14:creationId xmlns:p14="http://schemas.microsoft.com/office/powerpoint/2010/main" val="1541197853"/>
      </p:ext>
    </p:extLst>
  </p:cSld>
</p:sld>
</file>

<file path=ppt/slides/slide9.xml><?xml version="1.0" encoding="utf-8"?>
<p:sld xmlns:p="http://schemas.openxmlformats.org/presentationml/2006/main">
  <p:cSld>
    <p:bg>
      <p:bgPr>
        <a:solidFill xmlns:a="http://schemas.openxmlformats.org/drawingml/2006/main">
          <a:srgbClr val="F4F5EF"/>
        </a:solidFill>
      </p:bgPr>
    </p:bg>
    <p:spTree>
      <p:nvGrpSpPr>
        <p:cNvPr id="1" name=""/>
        <p:cNvGrpSpPr/>
        <p:nvPr/>
      </p:nvGrpSpPr>
      <p:grpSpPr>
        <a:xfrm xmlns:a="http://schemas.openxmlformats.org/drawingml/2006/main"/>
      </p:grpSpPr>
      <p:sp>
        <p:nvSpPr>
          <p:cNvPr id="45" name="section-label">
            <a:extLst xmlns:a="http://schemas.openxmlformats.org/drawingml/2006/main">
              <a:ext uri="{FF2B5EF4-FFF2-40B4-BE49-F238E27FC236}">
                <a16:creationId xmlns:a16="http://schemas.microsoft.com/office/drawing/2014/main" id="{9D33E275-6731-497A-9EE5-64F8F2F11168}"/>
              </a:ext>
            </a:extLst>
          </p:cNvPr>
          <p:cNvSpPr>
            <a:spLocks xmlns:a="http://schemas.openxmlformats.org/drawingml/2006/main" noGrp="1"/>
          </p:cNvSpPr>
          <p:nvPr/>
        </p:nvSpPr>
        <p:spPr>
          <a:xfrm xmlns:a="http://schemas.openxmlformats.org/drawingml/2006/main">
            <a:off x="609600" y="381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77F69"/>
                </a:solidFill>
                <a:latin typeface="Arial"/>
                <a:ea typeface="Arial"/>
                <a:cs typeface="Arial"/>
              </a:defRPr>
            </a:defPPr>
            <a:lvl1pPr algn="l">
              <a:defRPr sz="900" b="1">
                <a:solidFill>
                  <a:srgbClr val="177F69"/>
                </a:solidFill>
                <a:latin typeface="Arial"/>
                <a:ea typeface="Arial"/>
                <a:cs typeface="Arial"/>
              </a:defRPr>
            </a:lvl1pPr>
            <a:lvl2pPr algn="l">
              <a:defRPr sz="900" b="1">
                <a:solidFill>
                  <a:srgbClr val="177F69"/>
                </a:solidFill>
                <a:latin typeface="Arial"/>
                <a:ea typeface="Arial"/>
                <a:cs typeface="Arial"/>
              </a:defRPr>
            </a:lvl2pPr>
            <a:lvl3pPr algn="l">
              <a:defRPr sz="900" b="1">
                <a:solidFill>
                  <a:srgbClr val="177F69"/>
                </a:solidFill>
                <a:latin typeface="Arial"/>
                <a:ea typeface="Arial"/>
                <a:cs typeface="Arial"/>
              </a:defRPr>
            </a:lvl3pPr>
            <a:lvl4pPr algn="l">
              <a:defRPr sz="900" b="1">
                <a:solidFill>
                  <a:srgbClr val="177F69"/>
                </a:solidFill>
                <a:latin typeface="Arial"/>
                <a:ea typeface="Arial"/>
                <a:cs typeface="Arial"/>
              </a:defRPr>
            </a:lvl4pPr>
            <a:lvl5pPr algn="l">
              <a:defRPr sz="900" b="1">
                <a:solidFill>
                  <a:srgbClr val="177F69"/>
                </a:solidFill>
                <a:latin typeface="Arial"/>
                <a:ea typeface="Arial"/>
                <a:cs typeface="Arial"/>
              </a:defRPr>
            </a:lvl5pPr>
            <a:lvl6pPr algn="l">
              <a:defRPr sz="900" b="1">
                <a:solidFill>
                  <a:srgbClr val="177F69"/>
                </a:solidFill>
                <a:latin typeface="Arial"/>
                <a:ea typeface="Arial"/>
                <a:cs typeface="Arial"/>
              </a:defRPr>
            </a:lvl6pPr>
            <a:lvl7pPr algn="l">
              <a:defRPr sz="900" b="1">
                <a:solidFill>
                  <a:srgbClr val="177F69"/>
                </a:solidFill>
                <a:latin typeface="Arial"/>
                <a:ea typeface="Arial"/>
                <a:cs typeface="Arial"/>
              </a:defRPr>
            </a:lvl7pPr>
            <a:lvl8pPr algn="l">
              <a:defRPr sz="900" b="1">
                <a:solidFill>
                  <a:srgbClr val="177F69"/>
                </a:solidFill>
                <a:latin typeface="Arial"/>
                <a:ea typeface="Arial"/>
                <a:cs typeface="Arial"/>
              </a:defRPr>
            </a:lvl8pPr>
            <a:lvl9pPr algn="l">
              <a:defRPr sz="900" b="1">
                <a:solidFill>
                  <a:srgbClr val="177F69"/>
                </a:solidFill>
                <a:latin typeface="Arial"/>
                <a:ea typeface="Arial"/>
                <a:cs typeface="Arial"/>
              </a:defRPr>
            </a:lvl9pPr>
          </a:lstStyle>
          <a:p xmlns:a="http://schemas.openxmlformats.org/drawingml/2006/main">
            <a:pPr algn="l">
              <a:defRPr sz="900" b="1">
                <a:solidFill>
                  <a:srgbClr val="177F69"/>
                </a:solidFill>
                <a:latin typeface="Arial"/>
                <a:ea typeface="Arial"/>
                <a:cs typeface="Arial"/>
              </a:defRPr>
            </a:pPr>
            <a:r>
              <a:rPr sz="900" b="1">
                <a:solidFill>
                  <a:srgbClr val="177F69"/>
                </a:solidFill>
                <a:latin typeface="Arial"/>
                <a:ea typeface="Arial"/>
                <a:cs typeface="Arial"/>
              </a:rPr>
              <a:t>08  BASKET ANALYSIS</a:t>
            </a:r>
          </a:p>
        </p:txBody>
      </p:sp>
      <p:sp>
        <p:nvSpPr>
          <p:cNvPr id="2" name="slide-title">
            <a:extLst xmlns:a="http://schemas.openxmlformats.org/drawingml/2006/main">
              <a:ext uri="{FF2B5EF4-FFF2-40B4-BE49-F238E27FC236}">
                <a16:creationId xmlns:a16="http://schemas.microsoft.com/office/drawing/2014/main" id="{C6192FAD-DC2A-4B49-B6FF-03BB724E5A5E}"/>
              </a:ext>
            </a:extLst>
          </p:cNvPr>
          <p:cNvSpPr>
            <a:spLocks xmlns:a="http://schemas.openxmlformats.org/drawingml/2006/main" noGrp="1"/>
          </p:cNvSpPr>
          <p:nvPr/>
        </p:nvSpPr>
        <p:spPr>
          <a:xfrm xmlns:a="http://schemas.openxmlformats.org/drawingml/2006/main">
            <a:off x="609600" y="714375"/>
            <a:ext cx="10906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83D37"/>
                </a:solidFill>
                <a:latin typeface="Arial"/>
                <a:ea typeface="Arial"/>
                <a:cs typeface="Arial"/>
              </a:defRPr>
            </a:defPPr>
            <a:lvl1pPr algn="l">
              <a:defRPr sz="3225" b="1">
                <a:solidFill>
                  <a:srgbClr val="183D37"/>
                </a:solidFill>
                <a:latin typeface="Arial"/>
                <a:ea typeface="Arial"/>
                <a:cs typeface="Arial"/>
              </a:defRPr>
            </a:lvl1pPr>
            <a:lvl2pPr algn="l">
              <a:defRPr sz="3225" b="1">
                <a:solidFill>
                  <a:srgbClr val="183D37"/>
                </a:solidFill>
                <a:latin typeface="Arial"/>
                <a:ea typeface="Arial"/>
                <a:cs typeface="Arial"/>
              </a:defRPr>
            </a:lvl2pPr>
            <a:lvl3pPr algn="l">
              <a:defRPr sz="3225" b="1">
                <a:solidFill>
                  <a:srgbClr val="183D37"/>
                </a:solidFill>
                <a:latin typeface="Arial"/>
                <a:ea typeface="Arial"/>
                <a:cs typeface="Arial"/>
              </a:defRPr>
            </a:lvl3pPr>
            <a:lvl4pPr algn="l">
              <a:defRPr sz="3225" b="1">
                <a:solidFill>
                  <a:srgbClr val="183D37"/>
                </a:solidFill>
                <a:latin typeface="Arial"/>
                <a:ea typeface="Arial"/>
                <a:cs typeface="Arial"/>
              </a:defRPr>
            </a:lvl4pPr>
            <a:lvl5pPr algn="l">
              <a:defRPr sz="3225" b="1">
                <a:solidFill>
                  <a:srgbClr val="183D37"/>
                </a:solidFill>
                <a:latin typeface="Arial"/>
                <a:ea typeface="Arial"/>
                <a:cs typeface="Arial"/>
              </a:defRPr>
            </a:lvl5pPr>
            <a:lvl6pPr algn="l">
              <a:defRPr sz="3225" b="1">
                <a:solidFill>
                  <a:srgbClr val="183D37"/>
                </a:solidFill>
                <a:latin typeface="Arial"/>
                <a:ea typeface="Arial"/>
                <a:cs typeface="Arial"/>
              </a:defRPr>
            </a:lvl6pPr>
            <a:lvl7pPr algn="l">
              <a:defRPr sz="3225" b="1">
                <a:solidFill>
                  <a:srgbClr val="183D37"/>
                </a:solidFill>
                <a:latin typeface="Arial"/>
                <a:ea typeface="Arial"/>
                <a:cs typeface="Arial"/>
              </a:defRPr>
            </a:lvl7pPr>
            <a:lvl8pPr algn="l">
              <a:defRPr sz="3225" b="1">
                <a:solidFill>
                  <a:srgbClr val="183D37"/>
                </a:solidFill>
                <a:latin typeface="Arial"/>
                <a:ea typeface="Arial"/>
                <a:cs typeface="Arial"/>
              </a:defRPr>
            </a:lvl8pPr>
            <a:lvl9pPr algn="l">
              <a:defRPr sz="3225" b="1">
                <a:solidFill>
                  <a:srgbClr val="183D37"/>
                </a:solidFill>
                <a:latin typeface="Arial"/>
                <a:ea typeface="Arial"/>
                <a:cs typeface="Arial"/>
              </a:defRPr>
            </a:lvl9pPr>
          </a:lstStyle>
          <a:p xmlns:a="http://schemas.openxmlformats.org/drawingml/2006/main">
            <a:pPr algn="l">
              <a:defRPr sz="3225" b="1">
                <a:solidFill>
                  <a:srgbClr val="183D37"/>
                </a:solidFill>
                <a:latin typeface="Arial"/>
                <a:ea typeface="Arial"/>
                <a:cs typeface="Arial"/>
              </a:defRPr>
            </a:pPr>
            <a:r>
              <a:rPr sz="3225" b="1">
                <a:solidFill>
                  <a:srgbClr val="183D37"/>
                </a:solidFill>
                <a:latin typeface="Arial"/>
                <a:ea typeface="Arial"/>
                <a:cs typeface="Arial"/>
              </a:rPr>
              <a:t>Fashion and Home &amp; Living pair most often</a:t>
            </a:r>
          </a:p>
        </p:txBody>
      </p:sp>
      <p:sp>
        <p:nvSpPr>
          <p:cNvPr id="3" name="slide-subtitle">
            <a:extLst xmlns:a="http://schemas.openxmlformats.org/drawingml/2006/main">
              <a:ext uri="{FF2B5EF4-FFF2-40B4-BE49-F238E27FC236}">
                <a16:creationId xmlns:a16="http://schemas.microsoft.com/office/drawing/2014/main" id="{AAD8023C-E918-471E-AEF5-449AC890B52A}"/>
              </a:ext>
            </a:extLst>
          </p:cNvPr>
          <p:cNvSpPr>
            <a:spLocks xmlns:a="http://schemas.openxmlformats.org/drawingml/2006/main" noGrp="1"/>
          </p:cNvSpPr>
          <p:nvPr/>
        </p:nvSpPr>
        <p:spPr>
          <a:xfrm xmlns:a="http://schemas.openxmlformats.org/drawingml/2006/main">
            <a:off x="609600" y="1333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E807B"/>
                </a:solidFill>
                <a:latin typeface="Arial"/>
                <a:ea typeface="Arial"/>
                <a:cs typeface="Arial"/>
              </a:defRPr>
            </a:defPPr>
            <a:lvl1pPr algn="l">
              <a:defRPr sz="1500" b="0">
                <a:solidFill>
                  <a:srgbClr val="6E807B"/>
                </a:solidFill>
                <a:latin typeface="Arial"/>
                <a:ea typeface="Arial"/>
                <a:cs typeface="Arial"/>
              </a:defRPr>
            </a:lvl1pPr>
            <a:lvl2pPr algn="l">
              <a:defRPr sz="1500" b="0">
                <a:solidFill>
                  <a:srgbClr val="6E807B"/>
                </a:solidFill>
                <a:latin typeface="Arial"/>
                <a:ea typeface="Arial"/>
                <a:cs typeface="Arial"/>
              </a:defRPr>
            </a:lvl2pPr>
            <a:lvl3pPr algn="l">
              <a:defRPr sz="1500" b="0">
                <a:solidFill>
                  <a:srgbClr val="6E807B"/>
                </a:solidFill>
                <a:latin typeface="Arial"/>
                <a:ea typeface="Arial"/>
                <a:cs typeface="Arial"/>
              </a:defRPr>
            </a:lvl3pPr>
            <a:lvl4pPr algn="l">
              <a:defRPr sz="1500" b="0">
                <a:solidFill>
                  <a:srgbClr val="6E807B"/>
                </a:solidFill>
                <a:latin typeface="Arial"/>
                <a:ea typeface="Arial"/>
                <a:cs typeface="Arial"/>
              </a:defRPr>
            </a:lvl4pPr>
            <a:lvl5pPr algn="l">
              <a:defRPr sz="1500" b="0">
                <a:solidFill>
                  <a:srgbClr val="6E807B"/>
                </a:solidFill>
                <a:latin typeface="Arial"/>
                <a:ea typeface="Arial"/>
                <a:cs typeface="Arial"/>
              </a:defRPr>
            </a:lvl5pPr>
            <a:lvl6pPr algn="l">
              <a:defRPr sz="1500" b="0">
                <a:solidFill>
                  <a:srgbClr val="6E807B"/>
                </a:solidFill>
                <a:latin typeface="Arial"/>
                <a:ea typeface="Arial"/>
                <a:cs typeface="Arial"/>
              </a:defRPr>
            </a:lvl6pPr>
            <a:lvl7pPr algn="l">
              <a:defRPr sz="1500" b="0">
                <a:solidFill>
                  <a:srgbClr val="6E807B"/>
                </a:solidFill>
                <a:latin typeface="Arial"/>
                <a:ea typeface="Arial"/>
                <a:cs typeface="Arial"/>
              </a:defRPr>
            </a:lvl7pPr>
            <a:lvl8pPr algn="l">
              <a:defRPr sz="1500" b="0">
                <a:solidFill>
                  <a:srgbClr val="6E807B"/>
                </a:solidFill>
                <a:latin typeface="Arial"/>
                <a:ea typeface="Arial"/>
                <a:cs typeface="Arial"/>
              </a:defRPr>
            </a:lvl8pPr>
            <a:lvl9pPr algn="l">
              <a:defRPr sz="1500" b="0">
                <a:solidFill>
                  <a:srgbClr val="6E807B"/>
                </a:solidFill>
                <a:latin typeface="Arial"/>
                <a:ea typeface="Arial"/>
                <a:cs typeface="Arial"/>
              </a:defRPr>
            </a:lvl9pPr>
          </a:lstStyle>
          <a:p xmlns:a="http://schemas.openxmlformats.org/drawingml/2006/main">
            <a:pPr algn="l">
              <a:defRPr sz="1500" b="0">
                <a:solidFill>
                  <a:srgbClr val="6E807B"/>
                </a:solidFill>
                <a:latin typeface="Arial"/>
                <a:ea typeface="Arial"/>
                <a:cs typeface="Arial"/>
              </a:defRPr>
            </a:pPr>
            <a:r>
              <a:rPr sz="1500" b="0">
                <a:solidFill>
                  <a:srgbClr val="6E807B"/>
                </a:solidFill>
                <a:latin typeface="Arial"/>
                <a:ea typeface="Arial"/>
                <a:cs typeface="Arial"/>
              </a:rPr>
              <a:t>Category pair count is the number of sample orders containing both categories.</a:t>
            </a:r>
          </a:p>
        </p:txBody>
      </p:sp>
      <p:sp>
        <p:nvSpPr>
          <p:cNvPr id="4" name="">
            <a:extLst xmlns:a="http://schemas.openxmlformats.org/drawingml/2006/main">
              <a:ext uri="{FF2B5EF4-FFF2-40B4-BE49-F238E27FC236}">
                <a16:creationId xmlns:a16="http://schemas.microsoft.com/office/drawing/2014/main" id="{946FFC8E-C20C-4457-B7F3-0B6F587B7922}"/>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CD7D1"/>
            </a:solidFill>
            <a:prstDash val="solid"/>
          </a:ln>
        </p:spPr>
      </p:sp>
      <p:sp>
        <p:nvSpPr>
          <p:cNvPr id="5" name="footer-brand">
            <a:extLst xmlns:a="http://schemas.openxmlformats.org/drawingml/2006/main">
              <a:ext uri="{FF2B5EF4-FFF2-40B4-BE49-F238E27FC236}">
                <a16:creationId xmlns:a16="http://schemas.microsoft.com/office/drawing/2014/main" id="{D0B66D95-6590-43C8-8511-9B18D931A935}"/>
              </a:ext>
            </a:extLst>
          </p:cNvPr>
          <p:cNvSpPr>
            <a:spLocks xmlns:a="http://schemas.openxmlformats.org/drawingml/2006/main" noGrp="1"/>
          </p:cNvSpPr>
          <p:nvPr/>
        </p:nvSpPr>
        <p:spPr>
          <a:xfrm xmlns:a="http://schemas.openxmlformats.org/drawingml/2006/main">
            <a:off x="609600" y="64865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6E807B"/>
                </a:solidFill>
                <a:latin typeface="Arial"/>
                <a:ea typeface="Arial"/>
                <a:cs typeface="Arial"/>
              </a:defRPr>
            </a:defPPr>
            <a:lvl1pPr algn="l">
              <a:defRPr sz="825" b="1">
                <a:solidFill>
                  <a:srgbClr val="6E807B"/>
                </a:solidFill>
                <a:latin typeface="Arial"/>
                <a:ea typeface="Arial"/>
                <a:cs typeface="Arial"/>
              </a:defRPr>
            </a:lvl1pPr>
            <a:lvl2pPr algn="l">
              <a:defRPr sz="825" b="1">
                <a:solidFill>
                  <a:srgbClr val="6E807B"/>
                </a:solidFill>
                <a:latin typeface="Arial"/>
                <a:ea typeface="Arial"/>
                <a:cs typeface="Arial"/>
              </a:defRPr>
            </a:lvl2pPr>
            <a:lvl3pPr algn="l">
              <a:defRPr sz="825" b="1">
                <a:solidFill>
                  <a:srgbClr val="6E807B"/>
                </a:solidFill>
                <a:latin typeface="Arial"/>
                <a:ea typeface="Arial"/>
                <a:cs typeface="Arial"/>
              </a:defRPr>
            </a:lvl3pPr>
            <a:lvl4pPr algn="l">
              <a:defRPr sz="825" b="1">
                <a:solidFill>
                  <a:srgbClr val="6E807B"/>
                </a:solidFill>
                <a:latin typeface="Arial"/>
                <a:ea typeface="Arial"/>
                <a:cs typeface="Arial"/>
              </a:defRPr>
            </a:lvl4pPr>
            <a:lvl5pPr algn="l">
              <a:defRPr sz="825" b="1">
                <a:solidFill>
                  <a:srgbClr val="6E807B"/>
                </a:solidFill>
                <a:latin typeface="Arial"/>
                <a:ea typeface="Arial"/>
                <a:cs typeface="Arial"/>
              </a:defRPr>
            </a:lvl5pPr>
            <a:lvl6pPr algn="l">
              <a:defRPr sz="825" b="1">
                <a:solidFill>
                  <a:srgbClr val="6E807B"/>
                </a:solidFill>
                <a:latin typeface="Arial"/>
                <a:ea typeface="Arial"/>
                <a:cs typeface="Arial"/>
              </a:defRPr>
            </a:lvl6pPr>
            <a:lvl7pPr algn="l">
              <a:defRPr sz="825" b="1">
                <a:solidFill>
                  <a:srgbClr val="6E807B"/>
                </a:solidFill>
                <a:latin typeface="Arial"/>
                <a:ea typeface="Arial"/>
                <a:cs typeface="Arial"/>
              </a:defRPr>
            </a:lvl7pPr>
            <a:lvl8pPr algn="l">
              <a:defRPr sz="825" b="1">
                <a:solidFill>
                  <a:srgbClr val="6E807B"/>
                </a:solidFill>
                <a:latin typeface="Arial"/>
                <a:ea typeface="Arial"/>
                <a:cs typeface="Arial"/>
              </a:defRPr>
            </a:lvl8pPr>
            <a:lvl9pPr algn="l">
              <a:defRPr sz="825" b="1">
                <a:solidFill>
                  <a:srgbClr val="6E807B"/>
                </a:solidFill>
                <a:latin typeface="Arial"/>
                <a:ea typeface="Arial"/>
                <a:cs typeface="Arial"/>
              </a:defRPr>
            </a:lvl9pPr>
          </a:lstStyle>
          <a:p xmlns:a="http://schemas.openxmlformats.org/drawingml/2006/main">
            <a:pPr algn="l">
              <a:defRPr sz="825" b="1">
                <a:solidFill>
                  <a:srgbClr val="6E807B"/>
                </a:solidFill>
                <a:latin typeface="Arial"/>
                <a:ea typeface="Arial"/>
                <a:cs typeface="Arial"/>
              </a:defRPr>
            </a:pPr>
            <a:r>
              <a:rPr sz="825" b="1">
                <a:solidFill>
                  <a:srgbClr val="6E807B"/>
                </a:solidFill>
                <a:latin typeface="Arial"/>
                <a:ea typeface="Arial"/>
                <a:cs typeface="Arial"/>
              </a:rPr>
              <a:t>COMMERCELENS  /  PROJECT 29</a:t>
            </a:r>
          </a:p>
        </p:txBody>
      </p:sp>
      <p:sp>
        <p:nvSpPr>
          <p:cNvPr id="6" name="footer-page">
            <a:extLst xmlns:a="http://schemas.openxmlformats.org/drawingml/2006/main">
              <a:ext uri="{FF2B5EF4-FFF2-40B4-BE49-F238E27FC236}">
                <a16:creationId xmlns:a16="http://schemas.microsoft.com/office/drawing/2014/main" id="{5AF055B0-B204-4CDA-A235-4CC4481687D7}"/>
              </a:ext>
            </a:extLst>
          </p:cNvPr>
          <p:cNvSpPr>
            <a:spLocks xmlns:a="http://schemas.openxmlformats.org/drawingml/2006/main" noGrp="1"/>
          </p:cNvSpPr>
          <p:nvPr/>
        </p:nvSpPr>
        <p:spPr>
          <a:xfrm xmlns:a="http://schemas.openxmlformats.org/drawingml/2006/main">
            <a:off x="11144250" y="64770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6E807B"/>
                </a:solidFill>
                <a:latin typeface="Arial"/>
                <a:ea typeface="Arial"/>
                <a:cs typeface="Arial"/>
              </a:defRPr>
            </a:defPPr>
            <a:lvl1pPr algn="r">
              <a:defRPr sz="825" b="1">
                <a:solidFill>
                  <a:srgbClr val="6E807B"/>
                </a:solidFill>
                <a:latin typeface="Arial"/>
                <a:ea typeface="Arial"/>
                <a:cs typeface="Arial"/>
              </a:defRPr>
            </a:lvl1pPr>
            <a:lvl2pPr algn="r">
              <a:defRPr sz="825" b="1">
                <a:solidFill>
                  <a:srgbClr val="6E807B"/>
                </a:solidFill>
                <a:latin typeface="Arial"/>
                <a:ea typeface="Arial"/>
                <a:cs typeface="Arial"/>
              </a:defRPr>
            </a:lvl2pPr>
            <a:lvl3pPr algn="r">
              <a:defRPr sz="825" b="1">
                <a:solidFill>
                  <a:srgbClr val="6E807B"/>
                </a:solidFill>
                <a:latin typeface="Arial"/>
                <a:ea typeface="Arial"/>
                <a:cs typeface="Arial"/>
              </a:defRPr>
            </a:lvl3pPr>
            <a:lvl4pPr algn="r">
              <a:defRPr sz="825" b="1">
                <a:solidFill>
                  <a:srgbClr val="6E807B"/>
                </a:solidFill>
                <a:latin typeface="Arial"/>
                <a:ea typeface="Arial"/>
                <a:cs typeface="Arial"/>
              </a:defRPr>
            </a:lvl4pPr>
            <a:lvl5pPr algn="r">
              <a:defRPr sz="825" b="1">
                <a:solidFill>
                  <a:srgbClr val="6E807B"/>
                </a:solidFill>
                <a:latin typeface="Arial"/>
                <a:ea typeface="Arial"/>
                <a:cs typeface="Arial"/>
              </a:defRPr>
            </a:lvl5pPr>
            <a:lvl6pPr algn="r">
              <a:defRPr sz="825" b="1">
                <a:solidFill>
                  <a:srgbClr val="6E807B"/>
                </a:solidFill>
                <a:latin typeface="Arial"/>
                <a:ea typeface="Arial"/>
                <a:cs typeface="Arial"/>
              </a:defRPr>
            </a:lvl6pPr>
            <a:lvl7pPr algn="r">
              <a:defRPr sz="825" b="1">
                <a:solidFill>
                  <a:srgbClr val="6E807B"/>
                </a:solidFill>
                <a:latin typeface="Arial"/>
                <a:ea typeface="Arial"/>
                <a:cs typeface="Arial"/>
              </a:defRPr>
            </a:lvl7pPr>
            <a:lvl8pPr algn="r">
              <a:defRPr sz="825" b="1">
                <a:solidFill>
                  <a:srgbClr val="6E807B"/>
                </a:solidFill>
                <a:latin typeface="Arial"/>
                <a:ea typeface="Arial"/>
                <a:cs typeface="Arial"/>
              </a:defRPr>
            </a:lvl8pPr>
            <a:lvl9pPr algn="r">
              <a:defRPr sz="825" b="1">
                <a:solidFill>
                  <a:srgbClr val="6E807B"/>
                </a:solidFill>
                <a:latin typeface="Arial"/>
                <a:ea typeface="Arial"/>
                <a:cs typeface="Arial"/>
              </a:defRPr>
            </a:lvl9pPr>
          </a:lstStyle>
          <a:p xmlns:a="http://schemas.openxmlformats.org/drawingml/2006/main">
            <a:pPr algn="r">
              <a:defRPr sz="825" b="1">
                <a:solidFill>
                  <a:srgbClr val="6E807B"/>
                </a:solidFill>
                <a:latin typeface="Arial"/>
                <a:ea typeface="Arial"/>
                <a:cs typeface="Arial"/>
              </a:defRPr>
            </a:pPr>
            <a:r>
              <a:rPr sz="825" b="1">
                <a:solidFill>
                  <a:srgbClr val="6E807B"/>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CF2EC320-C9CC-420E-8C59-3B4552381BD0}"/>
              </a:ext>
            </a:extLst>
          </p:cNvPr>
          <p:cNvSpPr>
            <a:spLocks xmlns:a="http://schemas.openxmlformats.org/drawingml/2006/main" noGrp="1"/>
          </p:cNvSpPr>
          <p:nvPr/>
        </p:nvSpPr>
        <p:spPr>
          <a:xfrm xmlns:a="http://schemas.openxmlformats.org/drawingml/2006/main">
            <a:off x="3276600" y="2057400"/>
            <a:ext cx="0" cy="3267075"/>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8" name="bar-tick-basket-0">
            <a:extLst xmlns:a="http://schemas.openxmlformats.org/drawingml/2006/main">
              <a:ext uri="{FF2B5EF4-FFF2-40B4-BE49-F238E27FC236}">
                <a16:creationId xmlns:a16="http://schemas.microsoft.com/office/drawing/2014/main" id="{18F47342-49EE-4397-A2DB-0FBD1C4E77B6}"/>
              </a:ext>
            </a:extLst>
          </p:cNvPr>
          <p:cNvSpPr>
            <a:spLocks xmlns:a="http://schemas.openxmlformats.org/drawingml/2006/main" noGrp="1"/>
          </p:cNvSpPr>
          <p:nvPr/>
        </p:nvSpPr>
        <p:spPr>
          <a:xfrm xmlns:a="http://schemas.openxmlformats.org/drawingml/2006/main">
            <a:off x="3009900" y="5381625"/>
            <a:ext cx="53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750" b="0">
                <a:solidFill>
                  <a:srgbClr val="6E807B"/>
                </a:solidFill>
                <a:latin typeface="Arial"/>
                <a:ea typeface="Arial"/>
                <a:cs typeface="Arial"/>
              </a:defRPr>
            </a:defPPr>
            <a:lvl1pPr algn="ctr">
              <a:defRPr sz="750" b="0">
                <a:solidFill>
                  <a:srgbClr val="6E807B"/>
                </a:solidFill>
                <a:latin typeface="Arial"/>
                <a:ea typeface="Arial"/>
                <a:cs typeface="Arial"/>
              </a:defRPr>
            </a:lvl1pPr>
            <a:lvl2pPr algn="ctr">
              <a:defRPr sz="750" b="0">
                <a:solidFill>
                  <a:srgbClr val="6E807B"/>
                </a:solidFill>
                <a:latin typeface="Arial"/>
                <a:ea typeface="Arial"/>
                <a:cs typeface="Arial"/>
              </a:defRPr>
            </a:lvl2pPr>
            <a:lvl3pPr algn="ctr">
              <a:defRPr sz="750" b="0">
                <a:solidFill>
                  <a:srgbClr val="6E807B"/>
                </a:solidFill>
                <a:latin typeface="Arial"/>
                <a:ea typeface="Arial"/>
                <a:cs typeface="Arial"/>
              </a:defRPr>
            </a:lvl3pPr>
            <a:lvl4pPr algn="ctr">
              <a:defRPr sz="750" b="0">
                <a:solidFill>
                  <a:srgbClr val="6E807B"/>
                </a:solidFill>
                <a:latin typeface="Arial"/>
                <a:ea typeface="Arial"/>
                <a:cs typeface="Arial"/>
              </a:defRPr>
            </a:lvl4pPr>
            <a:lvl5pPr algn="ctr">
              <a:defRPr sz="750" b="0">
                <a:solidFill>
                  <a:srgbClr val="6E807B"/>
                </a:solidFill>
                <a:latin typeface="Arial"/>
                <a:ea typeface="Arial"/>
                <a:cs typeface="Arial"/>
              </a:defRPr>
            </a:lvl5pPr>
            <a:lvl6pPr algn="ctr">
              <a:defRPr sz="750" b="0">
                <a:solidFill>
                  <a:srgbClr val="6E807B"/>
                </a:solidFill>
                <a:latin typeface="Arial"/>
                <a:ea typeface="Arial"/>
                <a:cs typeface="Arial"/>
              </a:defRPr>
            </a:lvl6pPr>
            <a:lvl7pPr algn="ctr">
              <a:defRPr sz="750" b="0">
                <a:solidFill>
                  <a:srgbClr val="6E807B"/>
                </a:solidFill>
                <a:latin typeface="Arial"/>
                <a:ea typeface="Arial"/>
                <a:cs typeface="Arial"/>
              </a:defRPr>
            </a:lvl7pPr>
            <a:lvl8pPr algn="ctr">
              <a:defRPr sz="750" b="0">
                <a:solidFill>
                  <a:srgbClr val="6E807B"/>
                </a:solidFill>
                <a:latin typeface="Arial"/>
                <a:ea typeface="Arial"/>
                <a:cs typeface="Arial"/>
              </a:defRPr>
            </a:lvl8pPr>
            <a:lvl9pPr algn="ctr">
              <a:defRPr sz="750" b="0">
                <a:solidFill>
                  <a:srgbClr val="6E807B"/>
                </a:solidFill>
                <a:latin typeface="Arial"/>
                <a:ea typeface="Arial"/>
                <a:cs typeface="Arial"/>
              </a:defRPr>
            </a:lvl9pPr>
          </a:lstStyle>
          <a:p xmlns:a="http://schemas.openxmlformats.org/drawingml/2006/main">
            <a:pPr algn="ctr">
              <a:defRPr sz="750" b="0">
                <a:solidFill>
                  <a:srgbClr val="6E807B"/>
                </a:solidFill>
                <a:latin typeface="Arial"/>
                <a:ea typeface="Arial"/>
                <a:cs typeface="Arial"/>
              </a:defRPr>
            </a:pPr>
            <a:r>
              <a:rPr sz="750" b="0">
                <a:solidFill>
                  <a:srgbClr val="6E807B"/>
                </a:solidFill>
                <a:latin typeface="Arial"/>
                <a:ea typeface="Arial"/>
                <a:cs typeface="Arial"/>
              </a:rPr>
              <a:t>0</a:t>
            </a:r>
          </a:p>
        </p:txBody>
      </p:sp>
      <p:sp>
        <p:nvSpPr>
          <p:cNvPr id="9" name="">
            <a:extLst xmlns:a="http://schemas.openxmlformats.org/drawingml/2006/main">
              <a:ext uri="{FF2B5EF4-FFF2-40B4-BE49-F238E27FC236}">
                <a16:creationId xmlns:a16="http://schemas.microsoft.com/office/drawing/2014/main" id="{EC4312D2-7B2D-4DAA-B45E-4D56321095CF}"/>
              </a:ext>
            </a:extLst>
          </p:cNvPr>
          <p:cNvSpPr>
            <a:spLocks xmlns:a="http://schemas.openxmlformats.org/drawingml/2006/main" noGrp="1"/>
          </p:cNvSpPr>
          <p:nvPr/>
        </p:nvSpPr>
        <p:spPr>
          <a:xfrm xmlns:a="http://schemas.openxmlformats.org/drawingml/2006/main">
            <a:off x="4091940" y="2057400"/>
            <a:ext cx="0" cy="3267075"/>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0" name="bar-tick-basket-1">
            <a:extLst xmlns:a="http://schemas.openxmlformats.org/drawingml/2006/main">
              <a:ext uri="{FF2B5EF4-FFF2-40B4-BE49-F238E27FC236}">
                <a16:creationId xmlns:a16="http://schemas.microsoft.com/office/drawing/2014/main" id="{D90EDDF1-6BB9-42F4-9ADA-492CAED85838}"/>
              </a:ext>
            </a:extLst>
          </p:cNvPr>
          <p:cNvSpPr>
            <a:spLocks xmlns:a="http://schemas.openxmlformats.org/drawingml/2006/main" noGrp="1"/>
          </p:cNvSpPr>
          <p:nvPr/>
        </p:nvSpPr>
        <p:spPr>
          <a:xfrm xmlns:a="http://schemas.openxmlformats.org/drawingml/2006/main">
            <a:off x="3825240" y="5381625"/>
            <a:ext cx="53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750" b="0">
                <a:solidFill>
                  <a:srgbClr val="6E807B"/>
                </a:solidFill>
                <a:latin typeface="Arial"/>
                <a:ea typeface="Arial"/>
                <a:cs typeface="Arial"/>
              </a:defRPr>
            </a:defPPr>
            <a:lvl1pPr algn="ctr">
              <a:defRPr sz="750" b="0">
                <a:solidFill>
                  <a:srgbClr val="6E807B"/>
                </a:solidFill>
                <a:latin typeface="Arial"/>
                <a:ea typeface="Arial"/>
                <a:cs typeface="Arial"/>
              </a:defRPr>
            </a:lvl1pPr>
            <a:lvl2pPr algn="ctr">
              <a:defRPr sz="750" b="0">
                <a:solidFill>
                  <a:srgbClr val="6E807B"/>
                </a:solidFill>
                <a:latin typeface="Arial"/>
                <a:ea typeface="Arial"/>
                <a:cs typeface="Arial"/>
              </a:defRPr>
            </a:lvl2pPr>
            <a:lvl3pPr algn="ctr">
              <a:defRPr sz="750" b="0">
                <a:solidFill>
                  <a:srgbClr val="6E807B"/>
                </a:solidFill>
                <a:latin typeface="Arial"/>
                <a:ea typeface="Arial"/>
                <a:cs typeface="Arial"/>
              </a:defRPr>
            </a:lvl3pPr>
            <a:lvl4pPr algn="ctr">
              <a:defRPr sz="750" b="0">
                <a:solidFill>
                  <a:srgbClr val="6E807B"/>
                </a:solidFill>
                <a:latin typeface="Arial"/>
                <a:ea typeface="Arial"/>
                <a:cs typeface="Arial"/>
              </a:defRPr>
            </a:lvl4pPr>
            <a:lvl5pPr algn="ctr">
              <a:defRPr sz="750" b="0">
                <a:solidFill>
                  <a:srgbClr val="6E807B"/>
                </a:solidFill>
                <a:latin typeface="Arial"/>
                <a:ea typeface="Arial"/>
                <a:cs typeface="Arial"/>
              </a:defRPr>
            </a:lvl5pPr>
            <a:lvl6pPr algn="ctr">
              <a:defRPr sz="750" b="0">
                <a:solidFill>
                  <a:srgbClr val="6E807B"/>
                </a:solidFill>
                <a:latin typeface="Arial"/>
                <a:ea typeface="Arial"/>
                <a:cs typeface="Arial"/>
              </a:defRPr>
            </a:lvl6pPr>
            <a:lvl7pPr algn="ctr">
              <a:defRPr sz="750" b="0">
                <a:solidFill>
                  <a:srgbClr val="6E807B"/>
                </a:solidFill>
                <a:latin typeface="Arial"/>
                <a:ea typeface="Arial"/>
                <a:cs typeface="Arial"/>
              </a:defRPr>
            </a:lvl7pPr>
            <a:lvl8pPr algn="ctr">
              <a:defRPr sz="750" b="0">
                <a:solidFill>
                  <a:srgbClr val="6E807B"/>
                </a:solidFill>
                <a:latin typeface="Arial"/>
                <a:ea typeface="Arial"/>
                <a:cs typeface="Arial"/>
              </a:defRPr>
            </a:lvl8pPr>
            <a:lvl9pPr algn="ctr">
              <a:defRPr sz="750" b="0">
                <a:solidFill>
                  <a:srgbClr val="6E807B"/>
                </a:solidFill>
                <a:latin typeface="Arial"/>
                <a:ea typeface="Arial"/>
                <a:cs typeface="Arial"/>
              </a:defRPr>
            </a:lvl9pPr>
          </a:lstStyle>
          <a:p xmlns:a="http://schemas.openxmlformats.org/drawingml/2006/main">
            <a:pPr algn="ctr">
              <a:defRPr sz="750" b="0">
                <a:solidFill>
                  <a:srgbClr val="6E807B"/>
                </a:solidFill>
                <a:latin typeface="Arial"/>
                <a:ea typeface="Arial"/>
                <a:cs typeface="Arial"/>
              </a:defRPr>
            </a:pPr>
            <a:r>
              <a:rPr sz="750" b="0">
                <a:solidFill>
                  <a:srgbClr val="6E807B"/>
                </a:solidFill>
                <a:latin typeface="Arial"/>
                <a:ea typeface="Arial"/>
                <a:cs typeface="Arial"/>
              </a:rPr>
              <a:t>60</a:t>
            </a:r>
          </a:p>
        </p:txBody>
      </p:sp>
      <p:sp>
        <p:nvSpPr>
          <p:cNvPr id="11" name="">
            <a:extLst xmlns:a="http://schemas.openxmlformats.org/drawingml/2006/main">
              <a:ext uri="{FF2B5EF4-FFF2-40B4-BE49-F238E27FC236}">
                <a16:creationId xmlns:a16="http://schemas.microsoft.com/office/drawing/2014/main" id="{18766CA9-B15C-4940-92A4-D2CDD6A7FDDB}"/>
              </a:ext>
            </a:extLst>
          </p:cNvPr>
          <p:cNvSpPr>
            <a:spLocks xmlns:a="http://schemas.openxmlformats.org/drawingml/2006/main" noGrp="1"/>
          </p:cNvSpPr>
          <p:nvPr/>
        </p:nvSpPr>
        <p:spPr>
          <a:xfrm xmlns:a="http://schemas.openxmlformats.org/drawingml/2006/main">
            <a:off x="4907280" y="2057400"/>
            <a:ext cx="0" cy="3267075"/>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2" name="bar-tick-basket-2">
            <a:extLst xmlns:a="http://schemas.openxmlformats.org/drawingml/2006/main">
              <a:ext uri="{FF2B5EF4-FFF2-40B4-BE49-F238E27FC236}">
                <a16:creationId xmlns:a16="http://schemas.microsoft.com/office/drawing/2014/main" id="{0C59AA45-54D7-4257-9057-1A53873558F8}"/>
              </a:ext>
            </a:extLst>
          </p:cNvPr>
          <p:cNvSpPr>
            <a:spLocks xmlns:a="http://schemas.openxmlformats.org/drawingml/2006/main" noGrp="1"/>
          </p:cNvSpPr>
          <p:nvPr/>
        </p:nvSpPr>
        <p:spPr>
          <a:xfrm xmlns:a="http://schemas.openxmlformats.org/drawingml/2006/main">
            <a:off x="4640580" y="5381625"/>
            <a:ext cx="53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750" b="0">
                <a:solidFill>
                  <a:srgbClr val="6E807B"/>
                </a:solidFill>
                <a:latin typeface="Arial"/>
                <a:ea typeface="Arial"/>
                <a:cs typeface="Arial"/>
              </a:defRPr>
            </a:defPPr>
            <a:lvl1pPr algn="ctr">
              <a:defRPr sz="750" b="0">
                <a:solidFill>
                  <a:srgbClr val="6E807B"/>
                </a:solidFill>
                <a:latin typeface="Arial"/>
                <a:ea typeface="Arial"/>
                <a:cs typeface="Arial"/>
              </a:defRPr>
            </a:lvl1pPr>
            <a:lvl2pPr algn="ctr">
              <a:defRPr sz="750" b="0">
                <a:solidFill>
                  <a:srgbClr val="6E807B"/>
                </a:solidFill>
                <a:latin typeface="Arial"/>
                <a:ea typeface="Arial"/>
                <a:cs typeface="Arial"/>
              </a:defRPr>
            </a:lvl2pPr>
            <a:lvl3pPr algn="ctr">
              <a:defRPr sz="750" b="0">
                <a:solidFill>
                  <a:srgbClr val="6E807B"/>
                </a:solidFill>
                <a:latin typeface="Arial"/>
                <a:ea typeface="Arial"/>
                <a:cs typeface="Arial"/>
              </a:defRPr>
            </a:lvl3pPr>
            <a:lvl4pPr algn="ctr">
              <a:defRPr sz="750" b="0">
                <a:solidFill>
                  <a:srgbClr val="6E807B"/>
                </a:solidFill>
                <a:latin typeface="Arial"/>
                <a:ea typeface="Arial"/>
                <a:cs typeface="Arial"/>
              </a:defRPr>
            </a:lvl4pPr>
            <a:lvl5pPr algn="ctr">
              <a:defRPr sz="750" b="0">
                <a:solidFill>
                  <a:srgbClr val="6E807B"/>
                </a:solidFill>
                <a:latin typeface="Arial"/>
                <a:ea typeface="Arial"/>
                <a:cs typeface="Arial"/>
              </a:defRPr>
            </a:lvl5pPr>
            <a:lvl6pPr algn="ctr">
              <a:defRPr sz="750" b="0">
                <a:solidFill>
                  <a:srgbClr val="6E807B"/>
                </a:solidFill>
                <a:latin typeface="Arial"/>
                <a:ea typeface="Arial"/>
                <a:cs typeface="Arial"/>
              </a:defRPr>
            </a:lvl6pPr>
            <a:lvl7pPr algn="ctr">
              <a:defRPr sz="750" b="0">
                <a:solidFill>
                  <a:srgbClr val="6E807B"/>
                </a:solidFill>
                <a:latin typeface="Arial"/>
                <a:ea typeface="Arial"/>
                <a:cs typeface="Arial"/>
              </a:defRPr>
            </a:lvl7pPr>
            <a:lvl8pPr algn="ctr">
              <a:defRPr sz="750" b="0">
                <a:solidFill>
                  <a:srgbClr val="6E807B"/>
                </a:solidFill>
                <a:latin typeface="Arial"/>
                <a:ea typeface="Arial"/>
                <a:cs typeface="Arial"/>
              </a:defRPr>
            </a:lvl8pPr>
            <a:lvl9pPr algn="ctr">
              <a:defRPr sz="750" b="0">
                <a:solidFill>
                  <a:srgbClr val="6E807B"/>
                </a:solidFill>
                <a:latin typeface="Arial"/>
                <a:ea typeface="Arial"/>
                <a:cs typeface="Arial"/>
              </a:defRPr>
            </a:lvl9pPr>
          </a:lstStyle>
          <a:p xmlns:a="http://schemas.openxmlformats.org/drawingml/2006/main">
            <a:pPr algn="ctr">
              <a:defRPr sz="750" b="0">
                <a:solidFill>
                  <a:srgbClr val="6E807B"/>
                </a:solidFill>
                <a:latin typeface="Arial"/>
                <a:ea typeface="Arial"/>
                <a:cs typeface="Arial"/>
              </a:defRPr>
            </a:pPr>
            <a:r>
              <a:rPr sz="750" b="0">
                <a:solidFill>
                  <a:srgbClr val="6E807B"/>
                </a:solidFill>
                <a:latin typeface="Arial"/>
                <a:ea typeface="Arial"/>
                <a:cs typeface="Arial"/>
              </a:rPr>
              <a:t>120</a:t>
            </a:r>
          </a:p>
        </p:txBody>
      </p:sp>
      <p:sp>
        <p:nvSpPr>
          <p:cNvPr id="13" name="">
            <a:extLst xmlns:a="http://schemas.openxmlformats.org/drawingml/2006/main">
              <a:ext uri="{FF2B5EF4-FFF2-40B4-BE49-F238E27FC236}">
                <a16:creationId xmlns:a16="http://schemas.microsoft.com/office/drawing/2014/main" id="{4750D38F-E86E-4119-A89D-816896BA1133}"/>
              </a:ext>
            </a:extLst>
          </p:cNvPr>
          <p:cNvSpPr>
            <a:spLocks xmlns:a="http://schemas.openxmlformats.org/drawingml/2006/main" noGrp="1"/>
          </p:cNvSpPr>
          <p:nvPr/>
        </p:nvSpPr>
        <p:spPr>
          <a:xfrm xmlns:a="http://schemas.openxmlformats.org/drawingml/2006/main">
            <a:off x="5722620" y="2057400"/>
            <a:ext cx="0" cy="3267075"/>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4" name="bar-tick-basket-3">
            <a:extLst xmlns:a="http://schemas.openxmlformats.org/drawingml/2006/main">
              <a:ext uri="{FF2B5EF4-FFF2-40B4-BE49-F238E27FC236}">
                <a16:creationId xmlns:a16="http://schemas.microsoft.com/office/drawing/2014/main" id="{365D7F71-6566-4B15-945B-53FAE4567E7B}"/>
              </a:ext>
            </a:extLst>
          </p:cNvPr>
          <p:cNvSpPr>
            <a:spLocks xmlns:a="http://schemas.openxmlformats.org/drawingml/2006/main" noGrp="1"/>
          </p:cNvSpPr>
          <p:nvPr/>
        </p:nvSpPr>
        <p:spPr>
          <a:xfrm xmlns:a="http://schemas.openxmlformats.org/drawingml/2006/main">
            <a:off x="5455920" y="5381625"/>
            <a:ext cx="53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750" b="0">
                <a:solidFill>
                  <a:srgbClr val="6E807B"/>
                </a:solidFill>
                <a:latin typeface="Arial"/>
                <a:ea typeface="Arial"/>
                <a:cs typeface="Arial"/>
              </a:defRPr>
            </a:defPPr>
            <a:lvl1pPr algn="ctr">
              <a:defRPr sz="750" b="0">
                <a:solidFill>
                  <a:srgbClr val="6E807B"/>
                </a:solidFill>
                <a:latin typeface="Arial"/>
                <a:ea typeface="Arial"/>
                <a:cs typeface="Arial"/>
              </a:defRPr>
            </a:lvl1pPr>
            <a:lvl2pPr algn="ctr">
              <a:defRPr sz="750" b="0">
                <a:solidFill>
                  <a:srgbClr val="6E807B"/>
                </a:solidFill>
                <a:latin typeface="Arial"/>
                <a:ea typeface="Arial"/>
                <a:cs typeface="Arial"/>
              </a:defRPr>
            </a:lvl2pPr>
            <a:lvl3pPr algn="ctr">
              <a:defRPr sz="750" b="0">
                <a:solidFill>
                  <a:srgbClr val="6E807B"/>
                </a:solidFill>
                <a:latin typeface="Arial"/>
                <a:ea typeface="Arial"/>
                <a:cs typeface="Arial"/>
              </a:defRPr>
            </a:lvl3pPr>
            <a:lvl4pPr algn="ctr">
              <a:defRPr sz="750" b="0">
                <a:solidFill>
                  <a:srgbClr val="6E807B"/>
                </a:solidFill>
                <a:latin typeface="Arial"/>
                <a:ea typeface="Arial"/>
                <a:cs typeface="Arial"/>
              </a:defRPr>
            </a:lvl4pPr>
            <a:lvl5pPr algn="ctr">
              <a:defRPr sz="750" b="0">
                <a:solidFill>
                  <a:srgbClr val="6E807B"/>
                </a:solidFill>
                <a:latin typeface="Arial"/>
                <a:ea typeface="Arial"/>
                <a:cs typeface="Arial"/>
              </a:defRPr>
            </a:lvl5pPr>
            <a:lvl6pPr algn="ctr">
              <a:defRPr sz="750" b="0">
                <a:solidFill>
                  <a:srgbClr val="6E807B"/>
                </a:solidFill>
                <a:latin typeface="Arial"/>
                <a:ea typeface="Arial"/>
                <a:cs typeface="Arial"/>
              </a:defRPr>
            </a:lvl6pPr>
            <a:lvl7pPr algn="ctr">
              <a:defRPr sz="750" b="0">
                <a:solidFill>
                  <a:srgbClr val="6E807B"/>
                </a:solidFill>
                <a:latin typeface="Arial"/>
                <a:ea typeface="Arial"/>
                <a:cs typeface="Arial"/>
              </a:defRPr>
            </a:lvl7pPr>
            <a:lvl8pPr algn="ctr">
              <a:defRPr sz="750" b="0">
                <a:solidFill>
                  <a:srgbClr val="6E807B"/>
                </a:solidFill>
                <a:latin typeface="Arial"/>
                <a:ea typeface="Arial"/>
                <a:cs typeface="Arial"/>
              </a:defRPr>
            </a:lvl8pPr>
            <a:lvl9pPr algn="ctr">
              <a:defRPr sz="750" b="0">
                <a:solidFill>
                  <a:srgbClr val="6E807B"/>
                </a:solidFill>
                <a:latin typeface="Arial"/>
                <a:ea typeface="Arial"/>
                <a:cs typeface="Arial"/>
              </a:defRPr>
            </a:lvl9pPr>
          </a:lstStyle>
          <a:p xmlns:a="http://schemas.openxmlformats.org/drawingml/2006/main">
            <a:pPr algn="ctr">
              <a:defRPr sz="750" b="0">
                <a:solidFill>
                  <a:srgbClr val="6E807B"/>
                </a:solidFill>
                <a:latin typeface="Arial"/>
                <a:ea typeface="Arial"/>
                <a:cs typeface="Arial"/>
              </a:defRPr>
            </a:pPr>
            <a:r>
              <a:rPr sz="750" b="0">
                <a:solidFill>
                  <a:srgbClr val="6E807B"/>
                </a:solidFill>
                <a:latin typeface="Arial"/>
                <a:ea typeface="Arial"/>
                <a:cs typeface="Arial"/>
              </a:rPr>
              <a:t>180</a:t>
            </a:r>
          </a:p>
        </p:txBody>
      </p:sp>
      <p:sp>
        <p:nvSpPr>
          <p:cNvPr id="15" name="">
            <a:extLst xmlns:a="http://schemas.openxmlformats.org/drawingml/2006/main">
              <a:ext uri="{FF2B5EF4-FFF2-40B4-BE49-F238E27FC236}">
                <a16:creationId xmlns:a16="http://schemas.microsoft.com/office/drawing/2014/main" id="{6A6E3334-981F-4BA7-93D5-79A60D123C62}"/>
              </a:ext>
            </a:extLst>
          </p:cNvPr>
          <p:cNvSpPr>
            <a:spLocks xmlns:a="http://schemas.openxmlformats.org/drawingml/2006/main" noGrp="1"/>
          </p:cNvSpPr>
          <p:nvPr/>
        </p:nvSpPr>
        <p:spPr>
          <a:xfrm xmlns:a="http://schemas.openxmlformats.org/drawingml/2006/main">
            <a:off x="6537960" y="2057400"/>
            <a:ext cx="0" cy="3267075"/>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6" name="bar-tick-basket-4">
            <a:extLst xmlns:a="http://schemas.openxmlformats.org/drawingml/2006/main">
              <a:ext uri="{FF2B5EF4-FFF2-40B4-BE49-F238E27FC236}">
                <a16:creationId xmlns:a16="http://schemas.microsoft.com/office/drawing/2014/main" id="{414F86DE-4B47-43A3-813E-E7ED1B2580F0}"/>
              </a:ext>
            </a:extLst>
          </p:cNvPr>
          <p:cNvSpPr>
            <a:spLocks xmlns:a="http://schemas.openxmlformats.org/drawingml/2006/main" noGrp="1"/>
          </p:cNvSpPr>
          <p:nvPr/>
        </p:nvSpPr>
        <p:spPr>
          <a:xfrm xmlns:a="http://schemas.openxmlformats.org/drawingml/2006/main">
            <a:off x="6271260" y="5381625"/>
            <a:ext cx="53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750" b="0">
                <a:solidFill>
                  <a:srgbClr val="6E807B"/>
                </a:solidFill>
                <a:latin typeface="Arial"/>
                <a:ea typeface="Arial"/>
                <a:cs typeface="Arial"/>
              </a:defRPr>
            </a:defPPr>
            <a:lvl1pPr algn="ctr">
              <a:defRPr sz="750" b="0">
                <a:solidFill>
                  <a:srgbClr val="6E807B"/>
                </a:solidFill>
                <a:latin typeface="Arial"/>
                <a:ea typeface="Arial"/>
                <a:cs typeface="Arial"/>
              </a:defRPr>
            </a:lvl1pPr>
            <a:lvl2pPr algn="ctr">
              <a:defRPr sz="750" b="0">
                <a:solidFill>
                  <a:srgbClr val="6E807B"/>
                </a:solidFill>
                <a:latin typeface="Arial"/>
                <a:ea typeface="Arial"/>
                <a:cs typeface="Arial"/>
              </a:defRPr>
            </a:lvl2pPr>
            <a:lvl3pPr algn="ctr">
              <a:defRPr sz="750" b="0">
                <a:solidFill>
                  <a:srgbClr val="6E807B"/>
                </a:solidFill>
                <a:latin typeface="Arial"/>
                <a:ea typeface="Arial"/>
                <a:cs typeface="Arial"/>
              </a:defRPr>
            </a:lvl3pPr>
            <a:lvl4pPr algn="ctr">
              <a:defRPr sz="750" b="0">
                <a:solidFill>
                  <a:srgbClr val="6E807B"/>
                </a:solidFill>
                <a:latin typeface="Arial"/>
                <a:ea typeface="Arial"/>
                <a:cs typeface="Arial"/>
              </a:defRPr>
            </a:lvl4pPr>
            <a:lvl5pPr algn="ctr">
              <a:defRPr sz="750" b="0">
                <a:solidFill>
                  <a:srgbClr val="6E807B"/>
                </a:solidFill>
                <a:latin typeface="Arial"/>
                <a:ea typeface="Arial"/>
                <a:cs typeface="Arial"/>
              </a:defRPr>
            </a:lvl5pPr>
            <a:lvl6pPr algn="ctr">
              <a:defRPr sz="750" b="0">
                <a:solidFill>
                  <a:srgbClr val="6E807B"/>
                </a:solidFill>
                <a:latin typeface="Arial"/>
                <a:ea typeface="Arial"/>
                <a:cs typeface="Arial"/>
              </a:defRPr>
            </a:lvl6pPr>
            <a:lvl7pPr algn="ctr">
              <a:defRPr sz="750" b="0">
                <a:solidFill>
                  <a:srgbClr val="6E807B"/>
                </a:solidFill>
                <a:latin typeface="Arial"/>
                <a:ea typeface="Arial"/>
                <a:cs typeface="Arial"/>
              </a:defRPr>
            </a:lvl7pPr>
            <a:lvl8pPr algn="ctr">
              <a:defRPr sz="750" b="0">
                <a:solidFill>
                  <a:srgbClr val="6E807B"/>
                </a:solidFill>
                <a:latin typeface="Arial"/>
                <a:ea typeface="Arial"/>
                <a:cs typeface="Arial"/>
              </a:defRPr>
            </a:lvl8pPr>
            <a:lvl9pPr algn="ctr">
              <a:defRPr sz="750" b="0">
                <a:solidFill>
                  <a:srgbClr val="6E807B"/>
                </a:solidFill>
                <a:latin typeface="Arial"/>
                <a:ea typeface="Arial"/>
                <a:cs typeface="Arial"/>
              </a:defRPr>
            </a:lvl9pPr>
          </a:lstStyle>
          <a:p xmlns:a="http://schemas.openxmlformats.org/drawingml/2006/main">
            <a:pPr algn="ctr">
              <a:defRPr sz="750" b="0">
                <a:solidFill>
                  <a:srgbClr val="6E807B"/>
                </a:solidFill>
                <a:latin typeface="Arial"/>
                <a:ea typeface="Arial"/>
                <a:cs typeface="Arial"/>
              </a:defRPr>
            </a:pPr>
            <a:r>
              <a:rPr sz="750" b="0">
                <a:solidFill>
                  <a:srgbClr val="6E807B"/>
                </a:solidFill>
                <a:latin typeface="Arial"/>
                <a:ea typeface="Arial"/>
                <a:cs typeface="Arial"/>
              </a:rPr>
              <a:t>240</a:t>
            </a:r>
          </a:p>
        </p:txBody>
      </p:sp>
      <p:sp>
        <p:nvSpPr>
          <p:cNvPr id="17" name="">
            <a:extLst xmlns:a="http://schemas.openxmlformats.org/drawingml/2006/main">
              <a:ext uri="{FF2B5EF4-FFF2-40B4-BE49-F238E27FC236}">
                <a16:creationId xmlns:a16="http://schemas.microsoft.com/office/drawing/2014/main" id="{D16D1EA1-2FD6-47E0-B1CC-AA304A977C8D}"/>
              </a:ext>
            </a:extLst>
          </p:cNvPr>
          <p:cNvSpPr>
            <a:spLocks xmlns:a="http://schemas.openxmlformats.org/drawingml/2006/main" noGrp="1"/>
          </p:cNvSpPr>
          <p:nvPr/>
        </p:nvSpPr>
        <p:spPr>
          <a:xfrm xmlns:a="http://schemas.openxmlformats.org/drawingml/2006/main">
            <a:off x="7353300" y="2057400"/>
            <a:ext cx="0" cy="3267075"/>
          </a:xfrm>
          <a:prstGeom xmlns:a="http://schemas.openxmlformats.org/drawingml/2006/main" prst="line">
            <a:avLst/>
          </a:prstGeom>
          <a:noFill xmlns:a="http://schemas.openxmlformats.org/drawingml/2006/main"/>
          <a:ln xmlns:a="http://schemas.openxmlformats.org/drawingml/2006/main" w="9525">
            <a:solidFill>
              <a:srgbClr val="DDE4E0"/>
            </a:solidFill>
            <a:prstDash val="solid"/>
          </a:ln>
        </p:spPr>
      </p:sp>
      <p:sp>
        <p:nvSpPr>
          <p:cNvPr id="18" name="bar-tick-basket-5">
            <a:extLst xmlns:a="http://schemas.openxmlformats.org/drawingml/2006/main">
              <a:ext uri="{FF2B5EF4-FFF2-40B4-BE49-F238E27FC236}">
                <a16:creationId xmlns:a16="http://schemas.microsoft.com/office/drawing/2014/main" id="{E6A554F4-F3AF-4D41-88B5-B80B056860CE}"/>
              </a:ext>
            </a:extLst>
          </p:cNvPr>
          <p:cNvSpPr>
            <a:spLocks xmlns:a="http://schemas.openxmlformats.org/drawingml/2006/main" noGrp="1"/>
          </p:cNvSpPr>
          <p:nvPr/>
        </p:nvSpPr>
        <p:spPr>
          <a:xfrm xmlns:a="http://schemas.openxmlformats.org/drawingml/2006/main">
            <a:off x="7086600" y="5381625"/>
            <a:ext cx="53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750" b="0">
                <a:solidFill>
                  <a:srgbClr val="6E807B"/>
                </a:solidFill>
                <a:latin typeface="Arial"/>
                <a:ea typeface="Arial"/>
                <a:cs typeface="Arial"/>
              </a:defRPr>
            </a:defPPr>
            <a:lvl1pPr algn="ctr">
              <a:defRPr sz="750" b="0">
                <a:solidFill>
                  <a:srgbClr val="6E807B"/>
                </a:solidFill>
                <a:latin typeface="Arial"/>
                <a:ea typeface="Arial"/>
                <a:cs typeface="Arial"/>
              </a:defRPr>
            </a:lvl1pPr>
            <a:lvl2pPr algn="ctr">
              <a:defRPr sz="750" b="0">
                <a:solidFill>
                  <a:srgbClr val="6E807B"/>
                </a:solidFill>
                <a:latin typeface="Arial"/>
                <a:ea typeface="Arial"/>
                <a:cs typeface="Arial"/>
              </a:defRPr>
            </a:lvl2pPr>
            <a:lvl3pPr algn="ctr">
              <a:defRPr sz="750" b="0">
                <a:solidFill>
                  <a:srgbClr val="6E807B"/>
                </a:solidFill>
                <a:latin typeface="Arial"/>
                <a:ea typeface="Arial"/>
                <a:cs typeface="Arial"/>
              </a:defRPr>
            </a:lvl3pPr>
            <a:lvl4pPr algn="ctr">
              <a:defRPr sz="750" b="0">
                <a:solidFill>
                  <a:srgbClr val="6E807B"/>
                </a:solidFill>
                <a:latin typeface="Arial"/>
                <a:ea typeface="Arial"/>
                <a:cs typeface="Arial"/>
              </a:defRPr>
            </a:lvl4pPr>
            <a:lvl5pPr algn="ctr">
              <a:defRPr sz="750" b="0">
                <a:solidFill>
                  <a:srgbClr val="6E807B"/>
                </a:solidFill>
                <a:latin typeface="Arial"/>
                <a:ea typeface="Arial"/>
                <a:cs typeface="Arial"/>
              </a:defRPr>
            </a:lvl5pPr>
            <a:lvl6pPr algn="ctr">
              <a:defRPr sz="750" b="0">
                <a:solidFill>
                  <a:srgbClr val="6E807B"/>
                </a:solidFill>
                <a:latin typeface="Arial"/>
                <a:ea typeface="Arial"/>
                <a:cs typeface="Arial"/>
              </a:defRPr>
            </a:lvl6pPr>
            <a:lvl7pPr algn="ctr">
              <a:defRPr sz="750" b="0">
                <a:solidFill>
                  <a:srgbClr val="6E807B"/>
                </a:solidFill>
                <a:latin typeface="Arial"/>
                <a:ea typeface="Arial"/>
                <a:cs typeface="Arial"/>
              </a:defRPr>
            </a:lvl7pPr>
            <a:lvl8pPr algn="ctr">
              <a:defRPr sz="750" b="0">
                <a:solidFill>
                  <a:srgbClr val="6E807B"/>
                </a:solidFill>
                <a:latin typeface="Arial"/>
                <a:ea typeface="Arial"/>
                <a:cs typeface="Arial"/>
              </a:defRPr>
            </a:lvl8pPr>
            <a:lvl9pPr algn="ctr">
              <a:defRPr sz="750" b="0">
                <a:solidFill>
                  <a:srgbClr val="6E807B"/>
                </a:solidFill>
                <a:latin typeface="Arial"/>
                <a:ea typeface="Arial"/>
                <a:cs typeface="Arial"/>
              </a:defRPr>
            </a:lvl9pPr>
          </a:lstStyle>
          <a:p xmlns:a="http://schemas.openxmlformats.org/drawingml/2006/main">
            <a:pPr algn="ctr">
              <a:defRPr sz="750" b="0">
                <a:solidFill>
                  <a:srgbClr val="6E807B"/>
                </a:solidFill>
                <a:latin typeface="Arial"/>
                <a:ea typeface="Arial"/>
                <a:cs typeface="Arial"/>
              </a:defRPr>
            </a:pPr>
            <a:r>
              <a:rPr sz="750" b="0">
                <a:solidFill>
                  <a:srgbClr val="6E807B"/>
                </a:solidFill>
                <a:latin typeface="Arial"/>
                <a:ea typeface="Arial"/>
                <a:cs typeface="Arial"/>
              </a:rPr>
              <a:t>300</a:t>
            </a:r>
          </a:p>
        </p:txBody>
      </p:sp>
      <p:sp>
        <p:nvSpPr>
          <p:cNvPr id="19" name="bar-label-basket-0">
            <a:extLst xmlns:a="http://schemas.openxmlformats.org/drawingml/2006/main">
              <a:ext uri="{FF2B5EF4-FFF2-40B4-BE49-F238E27FC236}">
                <a16:creationId xmlns:a16="http://schemas.microsoft.com/office/drawing/2014/main" id="{6D5DC941-D01D-4B3F-8E18-468E81B3784D}"/>
              </a:ext>
            </a:extLst>
          </p:cNvPr>
          <p:cNvSpPr>
            <a:spLocks xmlns:a="http://schemas.openxmlformats.org/drawingml/2006/main" noGrp="1"/>
          </p:cNvSpPr>
          <p:nvPr/>
        </p:nvSpPr>
        <p:spPr>
          <a:xfrm xmlns:a="http://schemas.openxmlformats.org/drawingml/2006/main">
            <a:off x="609600" y="2203133"/>
            <a:ext cx="2552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183D37"/>
                </a:solidFill>
                <a:latin typeface="Arial"/>
                <a:ea typeface="Arial"/>
                <a:cs typeface="Arial"/>
              </a:defRPr>
            </a:defPPr>
            <a:lvl1pPr algn="r">
              <a:defRPr sz="1050" b="1">
                <a:solidFill>
                  <a:srgbClr val="183D37"/>
                </a:solidFill>
                <a:latin typeface="Arial"/>
                <a:ea typeface="Arial"/>
                <a:cs typeface="Arial"/>
              </a:defRPr>
            </a:lvl1pPr>
            <a:lvl2pPr algn="r">
              <a:defRPr sz="1050" b="1">
                <a:solidFill>
                  <a:srgbClr val="183D37"/>
                </a:solidFill>
                <a:latin typeface="Arial"/>
                <a:ea typeface="Arial"/>
                <a:cs typeface="Arial"/>
              </a:defRPr>
            </a:lvl2pPr>
            <a:lvl3pPr algn="r">
              <a:defRPr sz="1050" b="1">
                <a:solidFill>
                  <a:srgbClr val="183D37"/>
                </a:solidFill>
                <a:latin typeface="Arial"/>
                <a:ea typeface="Arial"/>
                <a:cs typeface="Arial"/>
              </a:defRPr>
            </a:lvl3pPr>
            <a:lvl4pPr algn="r">
              <a:defRPr sz="1050" b="1">
                <a:solidFill>
                  <a:srgbClr val="183D37"/>
                </a:solidFill>
                <a:latin typeface="Arial"/>
                <a:ea typeface="Arial"/>
                <a:cs typeface="Arial"/>
              </a:defRPr>
            </a:lvl4pPr>
            <a:lvl5pPr algn="r">
              <a:defRPr sz="1050" b="1">
                <a:solidFill>
                  <a:srgbClr val="183D37"/>
                </a:solidFill>
                <a:latin typeface="Arial"/>
                <a:ea typeface="Arial"/>
                <a:cs typeface="Arial"/>
              </a:defRPr>
            </a:lvl5pPr>
            <a:lvl6pPr algn="r">
              <a:defRPr sz="1050" b="1">
                <a:solidFill>
                  <a:srgbClr val="183D37"/>
                </a:solidFill>
                <a:latin typeface="Arial"/>
                <a:ea typeface="Arial"/>
                <a:cs typeface="Arial"/>
              </a:defRPr>
            </a:lvl6pPr>
            <a:lvl7pPr algn="r">
              <a:defRPr sz="1050" b="1">
                <a:solidFill>
                  <a:srgbClr val="183D37"/>
                </a:solidFill>
                <a:latin typeface="Arial"/>
                <a:ea typeface="Arial"/>
                <a:cs typeface="Arial"/>
              </a:defRPr>
            </a:lvl7pPr>
            <a:lvl8pPr algn="r">
              <a:defRPr sz="1050" b="1">
                <a:solidFill>
                  <a:srgbClr val="183D37"/>
                </a:solidFill>
                <a:latin typeface="Arial"/>
                <a:ea typeface="Arial"/>
                <a:cs typeface="Arial"/>
              </a:defRPr>
            </a:lvl8pPr>
            <a:lvl9pPr algn="r">
              <a:defRPr sz="1050" b="1">
                <a:solidFill>
                  <a:srgbClr val="183D37"/>
                </a:solidFill>
                <a:latin typeface="Arial"/>
                <a:ea typeface="Arial"/>
                <a:cs typeface="Arial"/>
              </a:defRPr>
            </a:lvl9pPr>
          </a:lstStyle>
          <a:p xmlns:a="http://schemas.openxmlformats.org/drawingml/2006/main">
            <a:pPr algn="r">
              <a:defRPr sz="1050" b="1">
                <a:solidFill>
                  <a:srgbClr val="183D37"/>
                </a:solidFill>
                <a:latin typeface="Arial"/>
                <a:ea typeface="Arial"/>
                <a:cs typeface="Arial"/>
              </a:defRPr>
            </a:pPr>
            <a:r>
              <a:rPr sz="1050" b="1">
                <a:solidFill>
                  <a:srgbClr val="183D37"/>
                </a:solidFill>
                <a:latin typeface="Arial"/>
                <a:ea typeface="Arial"/>
                <a:cs typeface="Arial"/>
              </a:rPr>
              <a:t>Fashion + Home &amp; Living</a:t>
            </a:r>
          </a:p>
        </p:txBody>
      </p:sp>
      <p:sp>
        <p:nvSpPr>
          <p:cNvPr id="20" name="bar-mark-basket-0">
            <a:extLst xmlns:a="http://schemas.openxmlformats.org/drawingml/2006/main">
              <a:ext uri="{FF2B5EF4-FFF2-40B4-BE49-F238E27FC236}">
                <a16:creationId xmlns:a16="http://schemas.microsoft.com/office/drawing/2014/main" id="{34BD50D3-E5D4-4FA0-8FE0-819270CE898C}"/>
              </a:ext>
            </a:extLst>
          </p:cNvPr>
          <p:cNvSpPr>
            <a:spLocks xmlns:a="http://schemas.openxmlformats.org/drawingml/2006/main" noGrp="1"/>
          </p:cNvSpPr>
          <p:nvPr/>
        </p:nvSpPr>
        <p:spPr>
          <a:xfrm xmlns:a="http://schemas.openxmlformats.org/drawingml/2006/main">
            <a:off x="3276600" y="2265045"/>
            <a:ext cx="3261360" cy="238125"/>
          </a:xfrm>
          <a:prstGeom xmlns:a="http://schemas.openxmlformats.org/drawingml/2006/main" prst="roundRect">
            <a:avLst>
              <a:gd name="adj" fmla="val 32000"/>
            </a:avLst>
          </a:prstGeom>
          <a:solidFill xmlns:a="http://schemas.openxmlformats.org/drawingml/2006/main">
            <a:srgbClr val="177F69"/>
          </a:solidFill>
          <a:ln xmlns:a="http://schemas.openxmlformats.org/drawingml/2006/main" w="0">
            <a:noFill/>
            <a:prstDash val="solid"/>
          </a:ln>
        </p:spPr>
      </p:sp>
      <p:sp>
        <p:nvSpPr>
          <p:cNvPr id="21" name="bar-value-basket-0">
            <a:extLst xmlns:a="http://schemas.openxmlformats.org/drawingml/2006/main">
              <a:ext uri="{FF2B5EF4-FFF2-40B4-BE49-F238E27FC236}">
                <a16:creationId xmlns:a16="http://schemas.microsoft.com/office/drawing/2014/main" id="{359E64E0-DC3E-4ACB-9397-71D8201AB139}"/>
              </a:ext>
            </a:extLst>
          </p:cNvPr>
          <p:cNvSpPr>
            <a:spLocks xmlns:a="http://schemas.openxmlformats.org/drawingml/2006/main" noGrp="1"/>
          </p:cNvSpPr>
          <p:nvPr/>
        </p:nvSpPr>
        <p:spPr>
          <a:xfrm xmlns:a="http://schemas.openxmlformats.org/drawingml/2006/main">
            <a:off x="7429500" y="2260283"/>
            <a:ext cx="72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183D37"/>
                </a:solidFill>
                <a:latin typeface="Arial"/>
                <a:ea typeface="Arial"/>
                <a:cs typeface="Arial"/>
              </a:defRPr>
            </a:defPPr>
            <a:lvl1pPr algn="l">
              <a:defRPr sz="975" b="1">
                <a:solidFill>
                  <a:srgbClr val="183D37"/>
                </a:solidFill>
                <a:latin typeface="Arial"/>
                <a:ea typeface="Arial"/>
                <a:cs typeface="Arial"/>
              </a:defRPr>
            </a:lvl1pPr>
            <a:lvl2pPr algn="l">
              <a:defRPr sz="975" b="1">
                <a:solidFill>
                  <a:srgbClr val="183D37"/>
                </a:solidFill>
                <a:latin typeface="Arial"/>
                <a:ea typeface="Arial"/>
                <a:cs typeface="Arial"/>
              </a:defRPr>
            </a:lvl2pPr>
            <a:lvl3pPr algn="l">
              <a:defRPr sz="975" b="1">
                <a:solidFill>
                  <a:srgbClr val="183D37"/>
                </a:solidFill>
                <a:latin typeface="Arial"/>
                <a:ea typeface="Arial"/>
                <a:cs typeface="Arial"/>
              </a:defRPr>
            </a:lvl3pPr>
            <a:lvl4pPr algn="l">
              <a:defRPr sz="975" b="1">
                <a:solidFill>
                  <a:srgbClr val="183D37"/>
                </a:solidFill>
                <a:latin typeface="Arial"/>
                <a:ea typeface="Arial"/>
                <a:cs typeface="Arial"/>
              </a:defRPr>
            </a:lvl4pPr>
            <a:lvl5pPr algn="l">
              <a:defRPr sz="975" b="1">
                <a:solidFill>
                  <a:srgbClr val="183D37"/>
                </a:solidFill>
                <a:latin typeface="Arial"/>
                <a:ea typeface="Arial"/>
                <a:cs typeface="Arial"/>
              </a:defRPr>
            </a:lvl5pPr>
            <a:lvl6pPr algn="l">
              <a:defRPr sz="975" b="1">
                <a:solidFill>
                  <a:srgbClr val="183D37"/>
                </a:solidFill>
                <a:latin typeface="Arial"/>
                <a:ea typeface="Arial"/>
                <a:cs typeface="Arial"/>
              </a:defRPr>
            </a:lvl6pPr>
            <a:lvl7pPr algn="l">
              <a:defRPr sz="975" b="1">
                <a:solidFill>
                  <a:srgbClr val="183D37"/>
                </a:solidFill>
                <a:latin typeface="Arial"/>
                <a:ea typeface="Arial"/>
                <a:cs typeface="Arial"/>
              </a:defRPr>
            </a:lvl7pPr>
            <a:lvl8pPr algn="l">
              <a:defRPr sz="975" b="1">
                <a:solidFill>
                  <a:srgbClr val="183D37"/>
                </a:solidFill>
                <a:latin typeface="Arial"/>
                <a:ea typeface="Arial"/>
                <a:cs typeface="Arial"/>
              </a:defRPr>
            </a:lvl8pPr>
            <a:lvl9pPr algn="l">
              <a:defRPr sz="975" b="1">
                <a:solidFill>
                  <a:srgbClr val="183D37"/>
                </a:solidFill>
                <a:latin typeface="Arial"/>
                <a:ea typeface="Arial"/>
                <a:cs typeface="Arial"/>
              </a:defRPr>
            </a:lvl9pPr>
          </a:lstStyle>
          <a:p xmlns:a="http://schemas.openxmlformats.org/drawingml/2006/main">
            <a:pPr algn="l">
              <a:defRPr sz="975" b="1">
                <a:solidFill>
                  <a:srgbClr val="183D37"/>
                </a:solidFill>
                <a:latin typeface="Arial"/>
                <a:ea typeface="Arial"/>
                <a:cs typeface="Arial"/>
              </a:defRPr>
            </a:pPr>
            <a:r>
              <a:rPr sz="975" b="1">
                <a:solidFill>
                  <a:srgbClr val="183D37"/>
                </a:solidFill>
                <a:latin typeface="Arial"/>
                <a:ea typeface="Arial"/>
                <a:cs typeface="Arial"/>
              </a:rPr>
              <a:t>240</a:t>
            </a:r>
          </a:p>
        </p:txBody>
      </p:sp>
      <p:sp>
        <p:nvSpPr>
          <p:cNvPr id="22" name="">
            <a:extLst xmlns:a="http://schemas.openxmlformats.org/drawingml/2006/main">
              <a:ext uri="{FF2B5EF4-FFF2-40B4-BE49-F238E27FC236}">
                <a16:creationId xmlns:a16="http://schemas.microsoft.com/office/drawing/2014/main" id="{DF7734CA-4D01-48C9-88EE-D9E32B1E7C73}"/>
              </a:ext>
            </a:extLst>
          </p:cNvPr>
          <p:cNvSpPr>
            <a:spLocks xmlns:a="http://schemas.openxmlformats.org/drawingml/2006/main" noGrp="1"/>
          </p:cNvSpPr>
          <p:nvPr/>
        </p:nvSpPr>
        <p:spPr>
          <a:xfrm xmlns:a="http://schemas.openxmlformats.org/drawingml/2006/main">
            <a:off x="3276600" y="2710815"/>
            <a:ext cx="4076700" cy="0"/>
          </a:xfrm>
          <a:prstGeom xmlns:a="http://schemas.openxmlformats.org/drawingml/2006/main" prst="line">
            <a:avLst/>
          </a:prstGeom>
          <a:noFill xmlns:a="http://schemas.openxmlformats.org/drawingml/2006/main"/>
          <a:ln xmlns:a="http://schemas.openxmlformats.org/drawingml/2006/main" w="9525">
            <a:solidFill>
              <a:srgbClr val="E8EEEA"/>
            </a:solidFill>
            <a:prstDash val="solid"/>
          </a:ln>
        </p:spPr>
      </p:sp>
      <p:sp>
        <p:nvSpPr>
          <p:cNvPr id="23" name="bar-label-basket-1">
            <a:extLst xmlns:a="http://schemas.openxmlformats.org/drawingml/2006/main">
              <a:ext uri="{FF2B5EF4-FFF2-40B4-BE49-F238E27FC236}">
                <a16:creationId xmlns:a16="http://schemas.microsoft.com/office/drawing/2014/main" id="{70622E9C-0906-4508-8E88-25D644DF79D2}"/>
              </a:ext>
            </a:extLst>
          </p:cNvPr>
          <p:cNvSpPr>
            <a:spLocks xmlns:a="http://schemas.openxmlformats.org/drawingml/2006/main" noGrp="1"/>
          </p:cNvSpPr>
          <p:nvPr/>
        </p:nvSpPr>
        <p:spPr>
          <a:xfrm xmlns:a="http://schemas.openxmlformats.org/drawingml/2006/main">
            <a:off x="609600" y="2856548"/>
            <a:ext cx="2552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a:solidFill>
                  <a:srgbClr val="183D37"/>
                </a:solidFill>
                <a:latin typeface="Arial"/>
                <a:ea typeface="Arial"/>
                <a:cs typeface="Arial"/>
              </a:defRPr>
            </a:defPPr>
            <a:lvl1pPr algn="r">
              <a:defRPr sz="1050" b="0">
                <a:solidFill>
                  <a:srgbClr val="183D37"/>
                </a:solidFill>
                <a:latin typeface="Arial"/>
                <a:ea typeface="Arial"/>
                <a:cs typeface="Arial"/>
              </a:defRPr>
            </a:lvl1pPr>
            <a:lvl2pPr algn="r">
              <a:defRPr sz="1050" b="0">
                <a:solidFill>
                  <a:srgbClr val="183D37"/>
                </a:solidFill>
                <a:latin typeface="Arial"/>
                <a:ea typeface="Arial"/>
                <a:cs typeface="Arial"/>
              </a:defRPr>
            </a:lvl2pPr>
            <a:lvl3pPr algn="r">
              <a:defRPr sz="1050" b="0">
                <a:solidFill>
                  <a:srgbClr val="183D37"/>
                </a:solidFill>
                <a:latin typeface="Arial"/>
                <a:ea typeface="Arial"/>
                <a:cs typeface="Arial"/>
              </a:defRPr>
            </a:lvl3pPr>
            <a:lvl4pPr algn="r">
              <a:defRPr sz="1050" b="0">
                <a:solidFill>
                  <a:srgbClr val="183D37"/>
                </a:solidFill>
                <a:latin typeface="Arial"/>
                <a:ea typeface="Arial"/>
                <a:cs typeface="Arial"/>
              </a:defRPr>
            </a:lvl4pPr>
            <a:lvl5pPr algn="r">
              <a:defRPr sz="1050" b="0">
                <a:solidFill>
                  <a:srgbClr val="183D37"/>
                </a:solidFill>
                <a:latin typeface="Arial"/>
                <a:ea typeface="Arial"/>
                <a:cs typeface="Arial"/>
              </a:defRPr>
            </a:lvl5pPr>
            <a:lvl6pPr algn="r">
              <a:defRPr sz="1050" b="0">
                <a:solidFill>
                  <a:srgbClr val="183D37"/>
                </a:solidFill>
                <a:latin typeface="Arial"/>
                <a:ea typeface="Arial"/>
                <a:cs typeface="Arial"/>
              </a:defRPr>
            </a:lvl6pPr>
            <a:lvl7pPr algn="r">
              <a:defRPr sz="1050" b="0">
                <a:solidFill>
                  <a:srgbClr val="183D37"/>
                </a:solidFill>
                <a:latin typeface="Arial"/>
                <a:ea typeface="Arial"/>
                <a:cs typeface="Arial"/>
              </a:defRPr>
            </a:lvl7pPr>
            <a:lvl8pPr algn="r">
              <a:defRPr sz="1050" b="0">
                <a:solidFill>
                  <a:srgbClr val="183D37"/>
                </a:solidFill>
                <a:latin typeface="Arial"/>
                <a:ea typeface="Arial"/>
                <a:cs typeface="Arial"/>
              </a:defRPr>
            </a:lvl8pPr>
            <a:lvl9pPr algn="r">
              <a:defRPr sz="1050" b="0">
                <a:solidFill>
                  <a:srgbClr val="183D37"/>
                </a:solidFill>
                <a:latin typeface="Arial"/>
                <a:ea typeface="Arial"/>
                <a:cs typeface="Arial"/>
              </a:defRPr>
            </a:lvl9pPr>
          </a:lstStyle>
          <a:p xmlns:a="http://schemas.openxmlformats.org/drawingml/2006/main">
            <a:pPr algn="r">
              <a:defRPr sz="1050" b="0">
                <a:solidFill>
                  <a:srgbClr val="183D37"/>
                </a:solidFill>
                <a:latin typeface="Arial"/>
                <a:ea typeface="Arial"/>
                <a:cs typeface="Arial"/>
              </a:defRPr>
            </a:pPr>
            <a:r>
              <a:rPr sz="1050" b="0">
                <a:solidFill>
                  <a:srgbClr val="183D37"/>
                </a:solidFill>
                <a:latin typeface="Arial"/>
                <a:ea typeface="Arial"/>
                <a:cs typeface="Arial"/>
              </a:rPr>
              <a:t>Fashion + Sports &amp; Outdoors</a:t>
            </a:r>
          </a:p>
        </p:txBody>
      </p:sp>
      <p:sp>
        <p:nvSpPr>
          <p:cNvPr id="24" name="bar-mark-basket-1">
            <a:extLst xmlns:a="http://schemas.openxmlformats.org/drawingml/2006/main">
              <a:ext uri="{FF2B5EF4-FFF2-40B4-BE49-F238E27FC236}">
                <a16:creationId xmlns:a16="http://schemas.microsoft.com/office/drawing/2014/main" id="{7EFC3949-5A40-4CD3-AAB4-84F421748ADD}"/>
              </a:ext>
            </a:extLst>
          </p:cNvPr>
          <p:cNvSpPr>
            <a:spLocks xmlns:a="http://schemas.openxmlformats.org/drawingml/2006/main" noGrp="1"/>
          </p:cNvSpPr>
          <p:nvPr/>
        </p:nvSpPr>
        <p:spPr>
          <a:xfrm xmlns:a="http://schemas.openxmlformats.org/drawingml/2006/main">
            <a:off x="3276600" y="2918460"/>
            <a:ext cx="3030347" cy="238125"/>
          </a:xfrm>
          <a:prstGeom xmlns:a="http://schemas.openxmlformats.org/drawingml/2006/main" prst="roundRect">
            <a:avLst>
              <a:gd name="adj" fmla="val 32000"/>
            </a:avLst>
          </a:prstGeom>
          <a:solidFill xmlns:a="http://schemas.openxmlformats.org/drawingml/2006/main">
            <a:srgbClr val="177F69"/>
          </a:solidFill>
          <a:ln xmlns:a="http://schemas.openxmlformats.org/drawingml/2006/main" w="0">
            <a:noFill/>
            <a:prstDash val="solid"/>
          </a:ln>
        </p:spPr>
      </p:sp>
      <p:sp>
        <p:nvSpPr>
          <p:cNvPr id="25" name="bar-value-basket-1">
            <a:extLst xmlns:a="http://schemas.openxmlformats.org/drawingml/2006/main">
              <a:ext uri="{FF2B5EF4-FFF2-40B4-BE49-F238E27FC236}">
                <a16:creationId xmlns:a16="http://schemas.microsoft.com/office/drawing/2014/main" id="{CF776065-ABC0-4CAC-ADBB-5D4BD132985C}"/>
              </a:ext>
            </a:extLst>
          </p:cNvPr>
          <p:cNvSpPr>
            <a:spLocks xmlns:a="http://schemas.openxmlformats.org/drawingml/2006/main" noGrp="1"/>
          </p:cNvSpPr>
          <p:nvPr/>
        </p:nvSpPr>
        <p:spPr>
          <a:xfrm xmlns:a="http://schemas.openxmlformats.org/drawingml/2006/main">
            <a:off x="7429500" y="2913698"/>
            <a:ext cx="72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183D37"/>
                </a:solidFill>
                <a:latin typeface="Arial"/>
                <a:ea typeface="Arial"/>
                <a:cs typeface="Arial"/>
              </a:defRPr>
            </a:defPPr>
            <a:lvl1pPr algn="l">
              <a:defRPr sz="975" b="1">
                <a:solidFill>
                  <a:srgbClr val="183D37"/>
                </a:solidFill>
                <a:latin typeface="Arial"/>
                <a:ea typeface="Arial"/>
                <a:cs typeface="Arial"/>
              </a:defRPr>
            </a:lvl1pPr>
            <a:lvl2pPr algn="l">
              <a:defRPr sz="975" b="1">
                <a:solidFill>
                  <a:srgbClr val="183D37"/>
                </a:solidFill>
                <a:latin typeface="Arial"/>
                <a:ea typeface="Arial"/>
                <a:cs typeface="Arial"/>
              </a:defRPr>
            </a:lvl2pPr>
            <a:lvl3pPr algn="l">
              <a:defRPr sz="975" b="1">
                <a:solidFill>
                  <a:srgbClr val="183D37"/>
                </a:solidFill>
                <a:latin typeface="Arial"/>
                <a:ea typeface="Arial"/>
                <a:cs typeface="Arial"/>
              </a:defRPr>
            </a:lvl3pPr>
            <a:lvl4pPr algn="l">
              <a:defRPr sz="975" b="1">
                <a:solidFill>
                  <a:srgbClr val="183D37"/>
                </a:solidFill>
                <a:latin typeface="Arial"/>
                <a:ea typeface="Arial"/>
                <a:cs typeface="Arial"/>
              </a:defRPr>
            </a:lvl4pPr>
            <a:lvl5pPr algn="l">
              <a:defRPr sz="975" b="1">
                <a:solidFill>
                  <a:srgbClr val="183D37"/>
                </a:solidFill>
                <a:latin typeface="Arial"/>
                <a:ea typeface="Arial"/>
                <a:cs typeface="Arial"/>
              </a:defRPr>
            </a:lvl5pPr>
            <a:lvl6pPr algn="l">
              <a:defRPr sz="975" b="1">
                <a:solidFill>
                  <a:srgbClr val="183D37"/>
                </a:solidFill>
                <a:latin typeface="Arial"/>
                <a:ea typeface="Arial"/>
                <a:cs typeface="Arial"/>
              </a:defRPr>
            </a:lvl6pPr>
            <a:lvl7pPr algn="l">
              <a:defRPr sz="975" b="1">
                <a:solidFill>
                  <a:srgbClr val="183D37"/>
                </a:solidFill>
                <a:latin typeface="Arial"/>
                <a:ea typeface="Arial"/>
                <a:cs typeface="Arial"/>
              </a:defRPr>
            </a:lvl7pPr>
            <a:lvl8pPr algn="l">
              <a:defRPr sz="975" b="1">
                <a:solidFill>
                  <a:srgbClr val="183D37"/>
                </a:solidFill>
                <a:latin typeface="Arial"/>
                <a:ea typeface="Arial"/>
                <a:cs typeface="Arial"/>
              </a:defRPr>
            </a:lvl8pPr>
            <a:lvl9pPr algn="l">
              <a:defRPr sz="975" b="1">
                <a:solidFill>
                  <a:srgbClr val="183D37"/>
                </a:solidFill>
                <a:latin typeface="Arial"/>
                <a:ea typeface="Arial"/>
                <a:cs typeface="Arial"/>
              </a:defRPr>
            </a:lvl9pPr>
          </a:lstStyle>
          <a:p xmlns:a="http://schemas.openxmlformats.org/drawingml/2006/main">
            <a:pPr algn="l">
              <a:defRPr sz="975" b="1">
                <a:solidFill>
                  <a:srgbClr val="183D37"/>
                </a:solidFill>
                <a:latin typeface="Arial"/>
                <a:ea typeface="Arial"/>
                <a:cs typeface="Arial"/>
              </a:defRPr>
            </a:pPr>
            <a:r>
              <a:rPr sz="975" b="1">
                <a:solidFill>
                  <a:srgbClr val="183D37"/>
                </a:solidFill>
                <a:latin typeface="Arial"/>
                <a:ea typeface="Arial"/>
                <a:cs typeface="Arial"/>
              </a:rPr>
              <a:t>223</a:t>
            </a:r>
          </a:p>
        </p:txBody>
      </p:sp>
      <p:sp>
        <p:nvSpPr>
          <p:cNvPr id="26" name="">
            <a:extLst xmlns:a="http://schemas.openxmlformats.org/drawingml/2006/main">
              <a:ext uri="{FF2B5EF4-FFF2-40B4-BE49-F238E27FC236}">
                <a16:creationId xmlns:a16="http://schemas.microsoft.com/office/drawing/2014/main" id="{B1CC9DB1-5D38-440A-84DD-83B9CFA0707F}"/>
              </a:ext>
            </a:extLst>
          </p:cNvPr>
          <p:cNvSpPr>
            <a:spLocks xmlns:a="http://schemas.openxmlformats.org/drawingml/2006/main" noGrp="1"/>
          </p:cNvSpPr>
          <p:nvPr/>
        </p:nvSpPr>
        <p:spPr>
          <a:xfrm xmlns:a="http://schemas.openxmlformats.org/drawingml/2006/main">
            <a:off x="3276600" y="3364230"/>
            <a:ext cx="4076700" cy="0"/>
          </a:xfrm>
          <a:prstGeom xmlns:a="http://schemas.openxmlformats.org/drawingml/2006/main" prst="line">
            <a:avLst/>
          </a:prstGeom>
          <a:noFill xmlns:a="http://schemas.openxmlformats.org/drawingml/2006/main"/>
          <a:ln xmlns:a="http://schemas.openxmlformats.org/drawingml/2006/main" w="9525">
            <a:solidFill>
              <a:srgbClr val="E8EEEA"/>
            </a:solidFill>
            <a:prstDash val="solid"/>
          </a:ln>
        </p:spPr>
      </p:sp>
      <p:sp>
        <p:nvSpPr>
          <p:cNvPr id="27" name="bar-label-basket-2">
            <a:extLst xmlns:a="http://schemas.openxmlformats.org/drawingml/2006/main">
              <a:ext uri="{FF2B5EF4-FFF2-40B4-BE49-F238E27FC236}">
                <a16:creationId xmlns:a16="http://schemas.microsoft.com/office/drawing/2014/main" id="{7C448009-1C3A-4787-947F-52A811191B1D}"/>
              </a:ext>
            </a:extLst>
          </p:cNvPr>
          <p:cNvSpPr>
            <a:spLocks xmlns:a="http://schemas.openxmlformats.org/drawingml/2006/main" noGrp="1"/>
          </p:cNvSpPr>
          <p:nvPr/>
        </p:nvSpPr>
        <p:spPr>
          <a:xfrm xmlns:a="http://schemas.openxmlformats.org/drawingml/2006/main">
            <a:off x="609600" y="3509963"/>
            <a:ext cx="2552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a:solidFill>
                  <a:srgbClr val="183D37"/>
                </a:solidFill>
                <a:latin typeface="Arial"/>
                <a:ea typeface="Arial"/>
                <a:cs typeface="Arial"/>
              </a:defRPr>
            </a:defPPr>
            <a:lvl1pPr algn="r">
              <a:defRPr sz="1050" b="0">
                <a:solidFill>
                  <a:srgbClr val="183D37"/>
                </a:solidFill>
                <a:latin typeface="Arial"/>
                <a:ea typeface="Arial"/>
                <a:cs typeface="Arial"/>
              </a:defRPr>
            </a:lvl1pPr>
            <a:lvl2pPr algn="r">
              <a:defRPr sz="1050" b="0">
                <a:solidFill>
                  <a:srgbClr val="183D37"/>
                </a:solidFill>
                <a:latin typeface="Arial"/>
                <a:ea typeface="Arial"/>
                <a:cs typeface="Arial"/>
              </a:defRPr>
            </a:lvl2pPr>
            <a:lvl3pPr algn="r">
              <a:defRPr sz="1050" b="0">
                <a:solidFill>
                  <a:srgbClr val="183D37"/>
                </a:solidFill>
                <a:latin typeface="Arial"/>
                <a:ea typeface="Arial"/>
                <a:cs typeface="Arial"/>
              </a:defRPr>
            </a:lvl3pPr>
            <a:lvl4pPr algn="r">
              <a:defRPr sz="1050" b="0">
                <a:solidFill>
                  <a:srgbClr val="183D37"/>
                </a:solidFill>
                <a:latin typeface="Arial"/>
                <a:ea typeface="Arial"/>
                <a:cs typeface="Arial"/>
              </a:defRPr>
            </a:lvl4pPr>
            <a:lvl5pPr algn="r">
              <a:defRPr sz="1050" b="0">
                <a:solidFill>
                  <a:srgbClr val="183D37"/>
                </a:solidFill>
                <a:latin typeface="Arial"/>
                <a:ea typeface="Arial"/>
                <a:cs typeface="Arial"/>
              </a:defRPr>
            </a:lvl5pPr>
            <a:lvl6pPr algn="r">
              <a:defRPr sz="1050" b="0">
                <a:solidFill>
                  <a:srgbClr val="183D37"/>
                </a:solidFill>
                <a:latin typeface="Arial"/>
                <a:ea typeface="Arial"/>
                <a:cs typeface="Arial"/>
              </a:defRPr>
            </a:lvl6pPr>
            <a:lvl7pPr algn="r">
              <a:defRPr sz="1050" b="0">
                <a:solidFill>
                  <a:srgbClr val="183D37"/>
                </a:solidFill>
                <a:latin typeface="Arial"/>
                <a:ea typeface="Arial"/>
                <a:cs typeface="Arial"/>
              </a:defRPr>
            </a:lvl7pPr>
            <a:lvl8pPr algn="r">
              <a:defRPr sz="1050" b="0">
                <a:solidFill>
                  <a:srgbClr val="183D37"/>
                </a:solidFill>
                <a:latin typeface="Arial"/>
                <a:ea typeface="Arial"/>
                <a:cs typeface="Arial"/>
              </a:defRPr>
            </a:lvl8pPr>
            <a:lvl9pPr algn="r">
              <a:defRPr sz="1050" b="0">
                <a:solidFill>
                  <a:srgbClr val="183D37"/>
                </a:solidFill>
                <a:latin typeface="Arial"/>
                <a:ea typeface="Arial"/>
                <a:cs typeface="Arial"/>
              </a:defRPr>
            </a:lvl9pPr>
          </a:lstStyle>
          <a:p xmlns:a="http://schemas.openxmlformats.org/drawingml/2006/main">
            <a:pPr algn="r">
              <a:defRPr sz="1050" b="0">
                <a:solidFill>
                  <a:srgbClr val="183D37"/>
                </a:solidFill>
                <a:latin typeface="Arial"/>
                <a:ea typeface="Arial"/>
                <a:cs typeface="Arial"/>
              </a:defRPr>
            </a:pPr>
            <a:r>
              <a:rPr sz="1050" b="0">
                <a:solidFill>
                  <a:srgbClr val="183D37"/>
                </a:solidFill>
                <a:latin typeface="Arial"/>
                <a:ea typeface="Arial"/>
                <a:cs typeface="Arial"/>
              </a:rPr>
              <a:t>Beauty &amp; Care + Sports &amp; Outdoors</a:t>
            </a:r>
          </a:p>
        </p:txBody>
      </p:sp>
      <p:sp>
        <p:nvSpPr>
          <p:cNvPr id="28" name="bar-mark-basket-2">
            <a:extLst xmlns:a="http://schemas.openxmlformats.org/drawingml/2006/main">
              <a:ext uri="{FF2B5EF4-FFF2-40B4-BE49-F238E27FC236}">
                <a16:creationId xmlns:a16="http://schemas.microsoft.com/office/drawing/2014/main" id="{8B43965C-8619-4E42-B250-CFD0903870EB}"/>
              </a:ext>
            </a:extLst>
          </p:cNvPr>
          <p:cNvSpPr>
            <a:spLocks xmlns:a="http://schemas.openxmlformats.org/drawingml/2006/main" noGrp="1"/>
          </p:cNvSpPr>
          <p:nvPr/>
        </p:nvSpPr>
        <p:spPr>
          <a:xfrm xmlns:a="http://schemas.openxmlformats.org/drawingml/2006/main">
            <a:off x="3276600" y="3571875"/>
            <a:ext cx="3016758" cy="238125"/>
          </a:xfrm>
          <a:prstGeom xmlns:a="http://schemas.openxmlformats.org/drawingml/2006/main" prst="roundRect">
            <a:avLst>
              <a:gd name="adj" fmla="val 32000"/>
            </a:avLst>
          </a:prstGeom>
          <a:solidFill xmlns:a="http://schemas.openxmlformats.org/drawingml/2006/main">
            <a:srgbClr val="177F69"/>
          </a:solidFill>
          <a:ln xmlns:a="http://schemas.openxmlformats.org/drawingml/2006/main" w="0">
            <a:noFill/>
            <a:prstDash val="solid"/>
          </a:ln>
        </p:spPr>
      </p:sp>
      <p:sp>
        <p:nvSpPr>
          <p:cNvPr id="29" name="bar-value-basket-2">
            <a:extLst xmlns:a="http://schemas.openxmlformats.org/drawingml/2006/main">
              <a:ext uri="{FF2B5EF4-FFF2-40B4-BE49-F238E27FC236}">
                <a16:creationId xmlns:a16="http://schemas.microsoft.com/office/drawing/2014/main" id="{6E359FD9-6E89-4AE3-85DA-ECB497B1F28C}"/>
              </a:ext>
            </a:extLst>
          </p:cNvPr>
          <p:cNvSpPr>
            <a:spLocks xmlns:a="http://schemas.openxmlformats.org/drawingml/2006/main" noGrp="1"/>
          </p:cNvSpPr>
          <p:nvPr/>
        </p:nvSpPr>
        <p:spPr>
          <a:xfrm xmlns:a="http://schemas.openxmlformats.org/drawingml/2006/main">
            <a:off x="7429500" y="3567113"/>
            <a:ext cx="72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183D37"/>
                </a:solidFill>
                <a:latin typeface="Arial"/>
                <a:ea typeface="Arial"/>
                <a:cs typeface="Arial"/>
              </a:defRPr>
            </a:defPPr>
            <a:lvl1pPr algn="l">
              <a:defRPr sz="975" b="1">
                <a:solidFill>
                  <a:srgbClr val="183D37"/>
                </a:solidFill>
                <a:latin typeface="Arial"/>
                <a:ea typeface="Arial"/>
                <a:cs typeface="Arial"/>
              </a:defRPr>
            </a:lvl1pPr>
            <a:lvl2pPr algn="l">
              <a:defRPr sz="975" b="1">
                <a:solidFill>
                  <a:srgbClr val="183D37"/>
                </a:solidFill>
                <a:latin typeface="Arial"/>
                <a:ea typeface="Arial"/>
                <a:cs typeface="Arial"/>
              </a:defRPr>
            </a:lvl2pPr>
            <a:lvl3pPr algn="l">
              <a:defRPr sz="975" b="1">
                <a:solidFill>
                  <a:srgbClr val="183D37"/>
                </a:solidFill>
                <a:latin typeface="Arial"/>
                <a:ea typeface="Arial"/>
                <a:cs typeface="Arial"/>
              </a:defRPr>
            </a:lvl3pPr>
            <a:lvl4pPr algn="l">
              <a:defRPr sz="975" b="1">
                <a:solidFill>
                  <a:srgbClr val="183D37"/>
                </a:solidFill>
                <a:latin typeface="Arial"/>
                <a:ea typeface="Arial"/>
                <a:cs typeface="Arial"/>
              </a:defRPr>
            </a:lvl4pPr>
            <a:lvl5pPr algn="l">
              <a:defRPr sz="975" b="1">
                <a:solidFill>
                  <a:srgbClr val="183D37"/>
                </a:solidFill>
                <a:latin typeface="Arial"/>
                <a:ea typeface="Arial"/>
                <a:cs typeface="Arial"/>
              </a:defRPr>
            </a:lvl5pPr>
            <a:lvl6pPr algn="l">
              <a:defRPr sz="975" b="1">
                <a:solidFill>
                  <a:srgbClr val="183D37"/>
                </a:solidFill>
                <a:latin typeface="Arial"/>
                <a:ea typeface="Arial"/>
                <a:cs typeface="Arial"/>
              </a:defRPr>
            </a:lvl6pPr>
            <a:lvl7pPr algn="l">
              <a:defRPr sz="975" b="1">
                <a:solidFill>
                  <a:srgbClr val="183D37"/>
                </a:solidFill>
                <a:latin typeface="Arial"/>
                <a:ea typeface="Arial"/>
                <a:cs typeface="Arial"/>
              </a:defRPr>
            </a:lvl7pPr>
            <a:lvl8pPr algn="l">
              <a:defRPr sz="975" b="1">
                <a:solidFill>
                  <a:srgbClr val="183D37"/>
                </a:solidFill>
                <a:latin typeface="Arial"/>
                <a:ea typeface="Arial"/>
                <a:cs typeface="Arial"/>
              </a:defRPr>
            </a:lvl8pPr>
            <a:lvl9pPr algn="l">
              <a:defRPr sz="975" b="1">
                <a:solidFill>
                  <a:srgbClr val="183D37"/>
                </a:solidFill>
                <a:latin typeface="Arial"/>
                <a:ea typeface="Arial"/>
                <a:cs typeface="Arial"/>
              </a:defRPr>
            </a:lvl9pPr>
          </a:lstStyle>
          <a:p xmlns:a="http://schemas.openxmlformats.org/drawingml/2006/main">
            <a:pPr algn="l">
              <a:defRPr sz="975" b="1">
                <a:solidFill>
                  <a:srgbClr val="183D37"/>
                </a:solidFill>
                <a:latin typeface="Arial"/>
                <a:ea typeface="Arial"/>
                <a:cs typeface="Arial"/>
              </a:defRPr>
            </a:pPr>
            <a:r>
              <a:rPr sz="975" b="1">
                <a:solidFill>
                  <a:srgbClr val="183D37"/>
                </a:solidFill>
                <a:latin typeface="Arial"/>
                <a:ea typeface="Arial"/>
                <a:cs typeface="Arial"/>
              </a:rPr>
              <a:t>222</a:t>
            </a:r>
          </a:p>
        </p:txBody>
      </p:sp>
      <p:sp>
        <p:nvSpPr>
          <p:cNvPr id="30" name="">
            <a:extLst xmlns:a="http://schemas.openxmlformats.org/drawingml/2006/main">
              <a:ext uri="{FF2B5EF4-FFF2-40B4-BE49-F238E27FC236}">
                <a16:creationId xmlns:a16="http://schemas.microsoft.com/office/drawing/2014/main" id="{24CA98B9-2DC5-45E6-94CC-3649EDE8E595}"/>
              </a:ext>
            </a:extLst>
          </p:cNvPr>
          <p:cNvSpPr>
            <a:spLocks xmlns:a="http://schemas.openxmlformats.org/drawingml/2006/main" noGrp="1"/>
          </p:cNvSpPr>
          <p:nvPr/>
        </p:nvSpPr>
        <p:spPr>
          <a:xfrm xmlns:a="http://schemas.openxmlformats.org/drawingml/2006/main">
            <a:off x="3276600" y="4017645"/>
            <a:ext cx="4076700" cy="0"/>
          </a:xfrm>
          <a:prstGeom xmlns:a="http://schemas.openxmlformats.org/drawingml/2006/main" prst="line">
            <a:avLst/>
          </a:prstGeom>
          <a:noFill xmlns:a="http://schemas.openxmlformats.org/drawingml/2006/main"/>
          <a:ln xmlns:a="http://schemas.openxmlformats.org/drawingml/2006/main" w="9525">
            <a:solidFill>
              <a:srgbClr val="E8EEEA"/>
            </a:solidFill>
            <a:prstDash val="solid"/>
          </a:ln>
        </p:spPr>
      </p:sp>
      <p:sp>
        <p:nvSpPr>
          <p:cNvPr id="31" name="bar-label-basket-3">
            <a:extLst xmlns:a="http://schemas.openxmlformats.org/drawingml/2006/main">
              <a:ext uri="{FF2B5EF4-FFF2-40B4-BE49-F238E27FC236}">
                <a16:creationId xmlns:a16="http://schemas.microsoft.com/office/drawing/2014/main" id="{A375C58F-F61F-4DEB-88D9-B563D221749E}"/>
              </a:ext>
            </a:extLst>
          </p:cNvPr>
          <p:cNvSpPr>
            <a:spLocks xmlns:a="http://schemas.openxmlformats.org/drawingml/2006/main" noGrp="1"/>
          </p:cNvSpPr>
          <p:nvPr/>
        </p:nvSpPr>
        <p:spPr>
          <a:xfrm xmlns:a="http://schemas.openxmlformats.org/drawingml/2006/main">
            <a:off x="609600" y="4163377"/>
            <a:ext cx="2552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a:solidFill>
                  <a:srgbClr val="183D37"/>
                </a:solidFill>
                <a:latin typeface="Arial"/>
                <a:ea typeface="Arial"/>
                <a:cs typeface="Arial"/>
              </a:defRPr>
            </a:defPPr>
            <a:lvl1pPr algn="r">
              <a:defRPr sz="1050" b="0">
                <a:solidFill>
                  <a:srgbClr val="183D37"/>
                </a:solidFill>
                <a:latin typeface="Arial"/>
                <a:ea typeface="Arial"/>
                <a:cs typeface="Arial"/>
              </a:defRPr>
            </a:lvl1pPr>
            <a:lvl2pPr algn="r">
              <a:defRPr sz="1050" b="0">
                <a:solidFill>
                  <a:srgbClr val="183D37"/>
                </a:solidFill>
                <a:latin typeface="Arial"/>
                <a:ea typeface="Arial"/>
                <a:cs typeface="Arial"/>
              </a:defRPr>
            </a:lvl2pPr>
            <a:lvl3pPr algn="r">
              <a:defRPr sz="1050" b="0">
                <a:solidFill>
                  <a:srgbClr val="183D37"/>
                </a:solidFill>
                <a:latin typeface="Arial"/>
                <a:ea typeface="Arial"/>
                <a:cs typeface="Arial"/>
              </a:defRPr>
            </a:lvl3pPr>
            <a:lvl4pPr algn="r">
              <a:defRPr sz="1050" b="0">
                <a:solidFill>
                  <a:srgbClr val="183D37"/>
                </a:solidFill>
                <a:latin typeface="Arial"/>
                <a:ea typeface="Arial"/>
                <a:cs typeface="Arial"/>
              </a:defRPr>
            </a:lvl4pPr>
            <a:lvl5pPr algn="r">
              <a:defRPr sz="1050" b="0">
                <a:solidFill>
                  <a:srgbClr val="183D37"/>
                </a:solidFill>
                <a:latin typeface="Arial"/>
                <a:ea typeface="Arial"/>
                <a:cs typeface="Arial"/>
              </a:defRPr>
            </a:lvl5pPr>
            <a:lvl6pPr algn="r">
              <a:defRPr sz="1050" b="0">
                <a:solidFill>
                  <a:srgbClr val="183D37"/>
                </a:solidFill>
                <a:latin typeface="Arial"/>
                <a:ea typeface="Arial"/>
                <a:cs typeface="Arial"/>
              </a:defRPr>
            </a:lvl6pPr>
            <a:lvl7pPr algn="r">
              <a:defRPr sz="1050" b="0">
                <a:solidFill>
                  <a:srgbClr val="183D37"/>
                </a:solidFill>
                <a:latin typeface="Arial"/>
                <a:ea typeface="Arial"/>
                <a:cs typeface="Arial"/>
              </a:defRPr>
            </a:lvl7pPr>
            <a:lvl8pPr algn="r">
              <a:defRPr sz="1050" b="0">
                <a:solidFill>
                  <a:srgbClr val="183D37"/>
                </a:solidFill>
                <a:latin typeface="Arial"/>
                <a:ea typeface="Arial"/>
                <a:cs typeface="Arial"/>
              </a:defRPr>
            </a:lvl8pPr>
            <a:lvl9pPr algn="r">
              <a:defRPr sz="1050" b="0">
                <a:solidFill>
                  <a:srgbClr val="183D37"/>
                </a:solidFill>
                <a:latin typeface="Arial"/>
                <a:ea typeface="Arial"/>
                <a:cs typeface="Arial"/>
              </a:defRPr>
            </a:lvl9pPr>
          </a:lstStyle>
          <a:p xmlns:a="http://schemas.openxmlformats.org/drawingml/2006/main">
            <a:pPr algn="r">
              <a:defRPr sz="1050" b="0">
                <a:solidFill>
                  <a:srgbClr val="183D37"/>
                </a:solidFill>
                <a:latin typeface="Arial"/>
                <a:ea typeface="Arial"/>
                <a:cs typeface="Arial"/>
              </a:defRPr>
            </a:pPr>
            <a:r>
              <a:rPr sz="1050" b="0">
                <a:solidFill>
                  <a:srgbClr val="183D37"/>
                </a:solidFill>
                <a:latin typeface="Arial"/>
                <a:ea typeface="Arial"/>
                <a:cs typeface="Arial"/>
              </a:rPr>
              <a:t>Beauty &amp; Care + Home &amp; Living</a:t>
            </a:r>
          </a:p>
        </p:txBody>
      </p:sp>
      <p:sp>
        <p:nvSpPr>
          <p:cNvPr id="32" name="bar-mark-basket-3">
            <a:extLst xmlns:a="http://schemas.openxmlformats.org/drawingml/2006/main">
              <a:ext uri="{FF2B5EF4-FFF2-40B4-BE49-F238E27FC236}">
                <a16:creationId xmlns:a16="http://schemas.microsoft.com/office/drawing/2014/main" id="{275F6826-EF18-4E1B-AA87-C353B7289946}"/>
              </a:ext>
            </a:extLst>
          </p:cNvPr>
          <p:cNvSpPr>
            <a:spLocks xmlns:a="http://schemas.openxmlformats.org/drawingml/2006/main" noGrp="1"/>
          </p:cNvSpPr>
          <p:nvPr/>
        </p:nvSpPr>
        <p:spPr>
          <a:xfrm xmlns:a="http://schemas.openxmlformats.org/drawingml/2006/main">
            <a:off x="3276600" y="4225290"/>
            <a:ext cx="2989580" cy="238125"/>
          </a:xfrm>
          <a:prstGeom xmlns:a="http://schemas.openxmlformats.org/drawingml/2006/main" prst="roundRect">
            <a:avLst>
              <a:gd name="adj" fmla="val 32000"/>
            </a:avLst>
          </a:prstGeom>
          <a:solidFill xmlns:a="http://schemas.openxmlformats.org/drawingml/2006/main">
            <a:srgbClr val="177F69"/>
          </a:solidFill>
          <a:ln xmlns:a="http://schemas.openxmlformats.org/drawingml/2006/main" w="0">
            <a:noFill/>
            <a:prstDash val="solid"/>
          </a:ln>
        </p:spPr>
      </p:sp>
      <p:sp>
        <p:nvSpPr>
          <p:cNvPr id="33" name="bar-value-basket-3">
            <a:extLst xmlns:a="http://schemas.openxmlformats.org/drawingml/2006/main">
              <a:ext uri="{FF2B5EF4-FFF2-40B4-BE49-F238E27FC236}">
                <a16:creationId xmlns:a16="http://schemas.microsoft.com/office/drawing/2014/main" id="{3A3A5AA8-866D-4C63-9010-143B7EC0F5E4}"/>
              </a:ext>
            </a:extLst>
          </p:cNvPr>
          <p:cNvSpPr>
            <a:spLocks xmlns:a="http://schemas.openxmlformats.org/drawingml/2006/main" noGrp="1"/>
          </p:cNvSpPr>
          <p:nvPr/>
        </p:nvSpPr>
        <p:spPr>
          <a:xfrm xmlns:a="http://schemas.openxmlformats.org/drawingml/2006/main">
            <a:off x="7429500" y="4220528"/>
            <a:ext cx="72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183D37"/>
                </a:solidFill>
                <a:latin typeface="Arial"/>
                <a:ea typeface="Arial"/>
                <a:cs typeface="Arial"/>
              </a:defRPr>
            </a:defPPr>
            <a:lvl1pPr algn="l">
              <a:defRPr sz="975" b="1">
                <a:solidFill>
                  <a:srgbClr val="183D37"/>
                </a:solidFill>
                <a:latin typeface="Arial"/>
                <a:ea typeface="Arial"/>
                <a:cs typeface="Arial"/>
              </a:defRPr>
            </a:lvl1pPr>
            <a:lvl2pPr algn="l">
              <a:defRPr sz="975" b="1">
                <a:solidFill>
                  <a:srgbClr val="183D37"/>
                </a:solidFill>
                <a:latin typeface="Arial"/>
                <a:ea typeface="Arial"/>
                <a:cs typeface="Arial"/>
              </a:defRPr>
            </a:lvl2pPr>
            <a:lvl3pPr algn="l">
              <a:defRPr sz="975" b="1">
                <a:solidFill>
                  <a:srgbClr val="183D37"/>
                </a:solidFill>
                <a:latin typeface="Arial"/>
                <a:ea typeface="Arial"/>
                <a:cs typeface="Arial"/>
              </a:defRPr>
            </a:lvl3pPr>
            <a:lvl4pPr algn="l">
              <a:defRPr sz="975" b="1">
                <a:solidFill>
                  <a:srgbClr val="183D37"/>
                </a:solidFill>
                <a:latin typeface="Arial"/>
                <a:ea typeface="Arial"/>
                <a:cs typeface="Arial"/>
              </a:defRPr>
            </a:lvl4pPr>
            <a:lvl5pPr algn="l">
              <a:defRPr sz="975" b="1">
                <a:solidFill>
                  <a:srgbClr val="183D37"/>
                </a:solidFill>
                <a:latin typeface="Arial"/>
                <a:ea typeface="Arial"/>
                <a:cs typeface="Arial"/>
              </a:defRPr>
            </a:lvl5pPr>
            <a:lvl6pPr algn="l">
              <a:defRPr sz="975" b="1">
                <a:solidFill>
                  <a:srgbClr val="183D37"/>
                </a:solidFill>
                <a:latin typeface="Arial"/>
                <a:ea typeface="Arial"/>
                <a:cs typeface="Arial"/>
              </a:defRPr>
            </a:lvl6pPr>
            <a:lvl7pPr algn="l">
              <a:defRPr sz="975" b="1">
                <a:solidFill>
                  <a:srgbClr val="183D37"/>
                </a:solidFill>
                <a:latin typeface="Arial"/>
                <a:ea typeface="Arial"/>
                <a:cs typeface="Arial"/>
              </a:defRPr>
            </a:lvl7pPr>
            <a:lvl8pPr algn="l">
              <a:defRPr sz="975" b="1">
                <a:solidFill>
                  <a:srgbClr val="183D37"/>
                </a:solidFill>
                <a:latin typeface="Arial"/>
                <a:ea typeface="Arial"/>
                <a:cs typeface="Arial"/>
              </a:defRPr>
            </a:lvl8pPr>
            <a:lvl9pPr algn="l">
              <a:defRPr sz="975" b="1">
                <a:solidFill>
                  <a:srgbClr val="183D37"/>
                </a:solidFill>
                <a:latin typeface="Arial"/>
                <a:ea typeface="Arial"/>
                <a:cs typeface="Arial"/>
              </a:defRPr>
            </a:lvl9pPr>
          </a:lstStyle>
          <a:p xmlns:a="http://schemas.openxmlformats.org/drawingml/2006/main">
            <a:pPr algn="l">
              <a:defRPr sz="975" b="1">
                <a:solidFill>
                  <a:srgbClr val="183D37"/>
                </a:solidFill>
                <a:latin typeface="Arial"/>
                <a:ea typeface="Arial"/>
                <a:cs typeface="Arial"/>
              </a:defRPr>
            </a:pPr>
            <a:r>
              <a:rPr sz="975" b="1">
                <a:solidFill>
                  <a:srgbClr val="183D37"/>
                </a:solidFill>
                <a:latin typeface="Arial"/>
                <a:ea typeface="Arial"/>
                <a:cs typeface="Arial"/>
              </a:rPr>
              <a:t>220</a:t>
            </a:r>
          </a:p>
        </p:txBody>
      </p:sp>
      <p:sp>
        <p:nvSpPr>
          <p:cNvPr id="34" name="">
            <a:extLst xmlns:a="http://schemas.openxmlformats.org/drawingml/2006/main">
              <a:ext uri="{FF2B5EF4-FFF2-40B4-BE49-F238E27FC236}">
                <a16:creationId xmlns:a16="http://schemas.microsoft.com/office/drawing/2014/main" id="{BF96E2FE-5724-449B-9AF8-3402B9D57E5E}"/>
              </a:ext>
            </a:extLst>
          </p:cNvPr>
          <p:cNvSpPr>
            <a:spLocks xmlns:a="http://schemas.openxmlformats.org/drawingml/2006/main" noGrp="1"/>
          </p:cNvSpPr>
          <p:nvPr/>
        </p:nvSpPr>
        <p:spPr>
          <a:xfrm xmlns:a="http://schemas.openxmlformats.org/drawingml/2006/main">
            <a:off x="3276600" y="4671060"/>
            <a:ext cx="4076700" cy="0"/>
          </a:xfrm>
          <a:prstGeom xmlns:a="http://schemas.openxmlformats.org/drawingml/2006/main" prst="line">
            <a:avLst/>
          </a:prstGeom>
          <a:noFill xmlns:a="http://schemas.openxmlformats.org/drawingml/2006/main"/>
          <a:ln xmlns:a="http://schemas.openxmlformats.org/drawingml/2006/main" w="9525">
            <a:solidFill>
              <a:srgbClr val="E8EEEA"/>
            </a:solidFill>
            <a:prstDash val="solid"/>
          </a:ln>
        </p:spPr>
      </p:sp>
      <p:sp>
        <p:nvSpPr>
          <p:cNvPr id="35" name="bar-label-basket-4">
            <a:extLst xmlns:a="http://schemas.openxmlformats.org/drawingml/2006/main">
              <a:ext uri="{FF2B5EF4-FFF2-40B4-BE49-F238E27FC236}">
                <a16:creationId xmlns:a16="http://schemas.microsoft.com/office/drawing/2014/main" id="{F6C228A4-5A65-4507-B861-EECAAAA34114}"/>
              </a:ext>
            </a:extLst>
          </p:cNvPr>
          <p:cNvSpPr>
            <a:spLocks xmlns:a="http://schemas.openxmlformats.org/drawingml/2006/main" noGrp="1"/>
          </p:cNvSpPr>
          <p:nvPr/>
        </p:nvSpPr>
        <p:spPr>
          <a:xfrm xmlns:a="http://schemas.openxmlformats.org/drawingml/2006/main">
            <a:off x="609600" y="4816793"/>
            <a:ext cx="2552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a:solidFill>
                  <a:srgbClr val="183D37"/>
                </a:solidFill>
                <a:latin typeface="Arial"/>
                <a:ea typeface="Arial"/>
                <a:cs typeface="Arial"/>
              </a:defRPr>
            </a:defPPr>
            <a:lvl1pPr algn="r">
              <a:defRPr sz="1050" b="0">
                <a:solidFill>
                  <a:srgbClr val="183D37"/>
                </a:solidFill>
                <a:latin typeface="Arial"/>
                <a:ea typeface="Arial"/>
                <a:cs typeface="Arial"/>
              </a:defRPr>
            </a:lvl1pPr>
            <a:lvl2pPr algn="r">
              <a:defRPr sz="1050" b="0">
                <a:solidFill>
                  <a:srgbClr val="183D37"/>
                </a:solidFill>
                <a:latin typeface="Arial"/>
                <a:ea typeface="Arial"/>
                <a:cs typeface="Arial"/>
              </a:defRPr>
            </a:lvl2pPr>
            <a:lvl3pPr algn="r">
              <a:defRPr sz="1050" b="0">
                <a:solidFill>
                  <a:srgbClr val="183D37"/>
                </a:solidFill>
                <a:latin typeface="Arial"/>
                <a:ea typeface="Arial"/>
                <a:cs typeface="Arial"/>
              </a:defRPr>
            </a:lvl3pPr>
            <a:lvl4pPr algn="r">
              <a:defRPr sz="1050" b="0">
                <a:solidFill>
                  <a:srgbClr val="183D37"/>
                </a:solidFill>
                <a:latin typeface="Arial"/>
                <a:ea typeface="Arial"/>
                <a:cs typeface="Arial"/>
              </a:defRPr>
            </a:lvl4pPr>
            <a:lvl5pPr algn="r">
              <a:defRPr sz="1050" b="0">
                <a:solidFill>
                  <a:srgbClr val="183D37"/>
                </a:solidFill>
                <a:latin typeface="Arial"/>
                <a:ea typeface="Arial"/>
                <a:cs typeface="Arial"/>
              </a:defRPr>
            </a:lvl5pPr>
            <a:lvl6pPr algn="r">
              <a:defRPr sz="1050" b="0">
                <a:solidFill>
                  <a:srgbClr val="183D37"/>
                </a:solidFill>
                <a:latin typeface="Arial"/>
                <a:ea typeface="Arial"/>
                <a:cs typeface="Arial"/>
              </a:defRPr>
            </a:lvl6pPr>
            <a:lvl7pPr algn="r">
              <a:defRPr sz="1050" b="0">
                <a:solidFill>
                  <a:srgbClr val="183D37"/>
                </a:solidFill>
                <a:latin typeface="Arial"/>
                <a:ea typeface="Arial"/>
                <a:cs typeface="Arial"/>
              </a:defRPr>
            </a:lvl7pPr>
            <a:lvl8pPr algn="r">
              <a:defRPr sz="1050" b="0">
                <a:solidFill>
                  <a:srgbClr val="183D37"/>
                </a:solidFill>
                <a:latin typeface="Arial"/>
                <a:ea typeface="Arial"/>
                <a:cs typeface="Arial"/>
              </a:defRPr>
            </a:lvl8pPr>
            <a:lvl9pPr algn="r">
              <a:defRPr sz="1050" b="0">
                <a:solidFill>
                  <a:srgbClr val="183D37"/>
                </a:solidFill>
                <a:latin typeface="Arial"/>
                <a:ea typeface="Arial"/>
                <a:cs typeface="Arial"/>
              </a:defRPr>
            </a:lvl9pPr>
          </a:lstStyle>
          <a:p xmlns:a="http://schemas.openxmlformats.org/drawingml/2006/main">
            <a:pPr algn="r">
              <a:defRPr sz="1050" b="0">
                <a:solidFill>
                  <a:srgbClr val="183D37"/>
                </a:solidFill>
                <a:latin typeface="Arial"/>
                <a:ea typeface="Arial"/>
                <a:cs typeface="Arial"/>
              </a:defRPr>
            </a:pPr>
            <a:r>
              <a:rPr sz="1050" b="0">
                <a:solidFill>
                  <a:srgbClr val="183D37"/>
                </a:solidFill>
                <a:latin typeface="Arial"/>
                <a:ea typeface="Arial"/>
                <a:cs typeface="Arial"/>
              </a:rPr>
              <a:t>Electronics + Sports &amp; Outdoors</a:t>
            </a:r>
          </a:p>
        </p:txBody>
      </p:sp>
      <p:sp>
        <p:nvSpPr>
          <p:cNvPr id="36" name="bar-mark-basket-4">
            <a:extLst xmlns:a="http://schemas.openxmlformats.org/drawingml/2006/main">
              <a:ext uri="{FF2B5EF4-FFF2-40B4-BE49-F238E27FC236}">
                <a16:creationId xmlns:a16="http://schemas.microsoft.com/office/drawing/2014/main" id="{C28DD012-28E6-42BF-BAC0-1BFE03F805A9}"/>
              </a:ext>
            </a:extLst>
          </p:cNvPr>
          <p:cNvSpPr>
            <a:spLocks xmlns:a="http://schemas.openxmlformats.org/drawingml/2006/main" noGrp="1"/>
          </p:cNvSpPr>
          <p:nvPr/>
        </p:nvSpPr>
        <p:spPr>
          <a:xfrm xmlns:a="http://schemas.openxmlformats.org/drawingml/2006/main">
            <a:off x="3276600" y="4878705"/>
            <a:ext cx="2975991" cy="238125"/>
          </a:xfrm>
          <a:prstGeom xmlns:a="http://schemas.openxmlformats.org/drawingml/2006/main" prst="roundRect">
            <a:avLst>
              <a:gd name="adj" fmla="val 32000"/>
            </a:avLst>
          </a:prstGeom>
          <a:solidFill xmlns:a="http://schemas.openxmlformats.org/drawingml/2006/main">
            <a:srgbClr val="177F69"/>
          </a:solidFill>
          <a:ln xmlns:a="http://schemas.openxmlformats.org/drawingml/2006/main" w="0">
            <a:noFill/>
            <a:prstDash val="solid"/>
          </a:ln>
        </p:spPr>
      </p:sp>
      <p:sp>
        <p:nvSpPr>
          <p:cNvPr id="37" name="bar-value-basket-4">
            <a:extLst xmlns:a="http://schemas.openxmlformats.org/drawingml/2006/main">
              <a:ext uri="{FF2B5EF4-FFF2-40B4-BE49-F238E27FC236}">
                <a16:creationId xmlns:a16="http://schemas.microsoft.com/office/drawing/2014/main" id="{37D335DA-2BEB-4002-8C46-0EE806C4C753}"/>
              </a:ext>
            </a:extLst>
          </p:cNvPr>
          <p:cNvSpPr>
            <a:spLocks xmlns:a="http://schemas.openxmlformats.org/drawingml/2006/main" noGrp="1"/>
          </p:cNvSpPr>
          <p:nvPr/>
        </p:nvSpPr>
        <p:spPr>
          <a:xfrm xmlns:a="http://schemas.openxmlformats.org/drawingml/2006/main">
            <a:off x="7429500" y="4873943"/>
            <a:ext cx="72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183D37"/>
                </a:solidFill>
                <a:latin typeface="Arial"/>
                <a:ea typeface="Arial"/>
                <a:cs typeface="Arial"/>
              </a:defRPr>
            </a:defPPr>
            <a:lvl1pPr algn="l">
              <a:defRPr sz="975" b="1">
                <a:solidFill>
                  <a:srgbClr val="183D37"/>
                </a:solidFill>
                <a:latin typeface="Arial"/>
                <a:ea typeface="Arial"/>
                <a:cs typeface="Arial"/>
              </a:defRPr>
            </a:lvl1pPr>
            <a:lvl2pPr algn="l">
              <a:defRPr sz="975" b="1">
                <a:solidFill>
                  <a:srgbClr val="183D37"/>
                </a:solidFill>
                <a:latin typeface="Arial"/>
                <a:ea typeface="Arial"/>
                <a:cs typeface="Arial"/>
              </a:defRPr>
            </a:lvl2pPr>
            <a:lvl3pPr algn="l">
              <a:defRPr sz="975" b="1">
                <a:solidFill>
                  <a:srgbClr val="183D37"/>
                </a:solidFill>
                <a:latin typeface="Arial"/>
                <a:ea typeface="Arial"/>
                <a:cs typeface="Arial"/>
              </a:defRPr>
            </a:lvl3pPr>
            <a:lvl4pPr algn="l">
              <a:defRPr sz="975" b="1">
                <a:solidFill>
                  <a:srgbClr val="183D37"/>
                </a:solidFill>
                <a:latin typeface="Arial"/>
                <a:ea typeface="Arial"/>
                <a:cs typeface="Arial"/>
              </a:defRPr>
            </a:lvl4pPr>
            <a:lvl5pPr algn="l">
              <a:defRPr sz="975" b="1">
                <a:solidFill>
                  <a:srgbClr val="183D37"/>
                </a:solidFill>
                <a:latin typeface="Arial"/>
                <a:ea typeface="Arial"/>
                <a:cs typeface="Arial"/>
              </a:defRPr>
            </a:lvl5pPr>
            <a:lvl6pPr algn="l">
              <a:defRPr sz="975" b="1">
                <a:solidFill>
                  <a:srgbClr val="183D37"/>
                </a:solidFill>
                <a:latin typeface="Arial"/>
                <a:ea typeface="Arial"/>
                <a:cs typeface="Arial"/>
              </a:defRPr>
            </a:lvl6pPr>
            <a:lvl7pPr algn="l">
              <a:defRPr sz="975" b="1">
                <a:solidFill>
                  <a:srgbClr val="183D37"/>
                </a:solidFill>
                <a:latin typeface="Arial"/>
                <a:ea typeface="Arial"/>
                <a:cs typeface="Arial"/>
              </a:defRPr>
            </a:lvl7pPr>
            <a:lvl8pPr algn="l">
              <a:defRPr sz="975" b="1">
                <a:solidFill>
                  <a:srgbClr val="183D37"/>
                </a:solidFill>
                <a:latin typeface="Arial"/>
                <a:ea typeface="Arial"/>
                <a:cs typeface="Arial"/>
              </a:defRPr>
            </a:lvl8pPr>
            <a:lvl9pPr algn="l">
              <a:defRPr sz="975" b="1">
                <a:solidFill>
                  <a:srgbClr val="183D37"/>
                </a:solidFill>
                <a:latin typeface="Arial"/>
                <a:ea typeface="Arial"/>
                <a:cs typeface="Arial"/>
              </a:defRPr>
            </a:lvl9pPr>
          </a:lstStyle>
          <a:p xmlns:a="http://schemas.openxmlformats.org/drawingml/2006/main">
            <a:pPr algn="l">
              <a:defRPr sz="975" b="1">
                <a:solidFill>
                  <a:srgbClr val="183D37"/>
                </a:solidFill>
                <a:latin typeface="Arial"/>
                <a:ea typeface="Arial"/>
                <a:cs typeface="Arial"/>
              </a:defRPr>
            </a:pPr>
            <a:r>
              <a:rPr sz="975" b="1">
                <a:solidFill>
                  <a:srgbClr val="183D37"/>
                </a:solidFill>
                <a:latin typeface="Arial"/>
                <a:ea typeface="Arial"/>
                <a:cs typeface="Arial"/>
              </a:rPr>
              <a:t>219</a:t>
            </a:r>
          </a:p>
        </p:txBody>
      </p:sp>
      <p:sp>
        <p:nvSpPr>
          <p:cNvPr id="38" name="">
            <a:extLst xmlns:a="http://schemas.openxmlformats.org/drawingml/2006/main">
              <a:ext uri="{FF2B5EF4-FFF2-40B4-BE49-F238E27FC236}">
                <a16:creationId xmlns:a16="http://schemas.microsoft.com/office/drawing/2014/main" id="{89BE831B-C32A-488A-9E16-0A93A5E01186}"/>
              </a:ext>
            </a:extLst>
          </p:cNvPr>
          <p:cNvSpPr>
            <a:spLocks xmlns:a="http://schemas.openxmlformats.org/drawingml/2006/main" noGrp="1"/>
          </p:cNvSpPr>
          <p:nvPr/>
        </p:nvSpPr>
        <p:spPr>
          <a:xfrm xmlns:a="http://schemas.openxmlformats.org/drawingml/2006/main">
            <a:off x="8505825" y="1981200"/>
            <a:ext cx="0" cy="3590925"/>
          </a:xfrm>
          <a:prstGeom xmlns:a="http://schemas.openxmlformats.org/drawingml/2006/main" prst="line">
            <a:avLst/>
          </a:prstGeom>
          <a:noFill xmlns:a="http://schemas.openxmlformats.org/drawingml/2006/main"/>
          <a:ln xmlns:a="http://schemas.openxmlformats.org/drawingml/2006/main" w="9525">
            <a:solidFill>
              <a:srgbClr val="CCD7D1"/>
            </a:solidFill>
            <a:prstDash val="solid"/>
          </a:ln>
        </p:spPr>
      </p:sp>
      <p:sp>
        <p:nvSpPr>
          <p:cNvPr id="39" name="basket-count">
            <a:extLst xmlns:a="http://schemas.openxmlformats.org/drawingml/2006/main">
              <a:ext uri="{FF2B5EF4-FFF2-40B4-BE49-F238E27FC236}">
                <a16:creationId xmlns:a16="http://schemas.microsoft.com/office/drawing/2014/main" id="{8BF6A5B6-9D92-45CB-B0F9-EC9BF599DD7F}"/>
              </a:ext>
            </a:extLst>
          </p:cNvPr>
          <p:cNvSpPr>
            <a:spLocks xmlns:a="http://schemas.openxmlformats.org/drawingml/2006/main" noGrp="1"/>
          </p:cNvSpPr>
          <p:nvPr/>
        </p:nvSpPr>
        <p:spPr>
          <a:xfrm xmlns:a="http://schemas.openxmlformats.org/drawingml/2006/main">
            <a:off x="8877300" y="2333625"/>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77F69"/>
                </a:solidFill>
                <a:latin typeface="Arial"/>
                <a:ea typeface="Arial"/>
                <a:cs typeface="Arial"/>
              </a:defRPr>
            </a:defPPr>
            <a:lvl1pPr algn="l">
              <a:defRPr sz="3150" b="1">
                <a:solidFill>
                  <a:srgbClr val="177F69"/>
                </a:solidFill>
                <a:latin typeface="Arial"/>
                <a:ea typeface="Arial"/>
                <a:cs typeface="Arial"/>
              </a:defRPr>
            </a:lvl1pPr>
            <a:lvl2pPr algn="l">
              <a:defRPr sz="3150" b="1">
                <a:solidFill>
                  <a:srgbClr val="177F69"/>
                </a:solidFill>
                <a:latin typeface="Arial"/>
                <a:ea typeface="Arial"/>
                <a:cs typeface="Arial"/>
              </a:defRPr>
            </a:lvl2pPr>
            <a:lvl3pPr algn="l">
              <a:defRPr sz="3150" b="1">
                <a:solidFill>
                  <a:srgbClr val="177F69"/>
                </a:solidFill>
                <a:latin typeface="Arial"/>
                <a:ea typeface="Arial"/>
                <a:cs typeface="Arial"/>
              </a:defRPr>
            </a:lvl3pPr>
            <a:lvl4pPr algn="l">
              <a:defRPr sz="3150" b="1">
                <a:solidFill>
                  <a:srgbClr val="177F69"/>
                </a:solidFill>
                <a:latin typeface="Arial"/>
                <a:ea typeface="Arial"/>
                <a:cs typeface="Arial"/>
              </a:defRPr>
            </a:lvl4pPr>
            <a:lvl5pPr algn="l">
              <a:defRPr sz="3150" b="1">
                <a:solidFill>
                  <a:srgbClr val="177F69"/>
                </a:solidFill>
                <a:latin typeface="Arial"/>
                <a:ea typeface="Arial"/>
                <a:cs typeface="Arial"/>
              </a:defRPr>
            </a:lvl5pPr>
            <a:lvl6pPr algn="l">
              <a:defRPr sz="3150" b="1">
                <a:solidFill>
                  <a:srgbClr val="177F69"/>
                </a:solidFill>
                <a:latin typeface="Arial"/>
                <a:ea typeface="Arial"/>
                <a:cs typeface="Arial"/>
              </a:defRPr>
            </a:lvl6pPr>
            <a:lvl7pPr algn="l">
              <a:defRPr sz="3150" b="1">
                <a:solidFill>
                  <a:srgbClr val="177F69"/>
                </a:solidFill>
                <a:latin typeface="Arial"/>
                <a:ea typeface="Arial"/>
                <a:cs typeface="Arial"/>
              </a:defRPr>
            </a:lvl7pPr>
            <a:lvl8pPr algn="l">
              <a:defRPr sz="3150" b="1">
                <a:solidFill>
                  <a:srgbClr val="177F69"/>
                </a:solidFill>
                <a:latin typeface="Arial"/>
                <a:ea typeface="Arial"/>
                <a:cs typeface="Arial"/>
              </a:defRPr>
            </a:lvl8pPr>
            <a:lvl9pPr algn="l">
              <a:defRPr sz="3150" b="1">
                <a:solidFill>
                  <a:srgbClr val="177F69"/>
                </a:solidFill>
                <a:latin typeface="Arial"/>
                <a:ea typeface="Arial"/>
                <a:cs typeface="Arial"/>
              </a:defRPr>
            </a:lvl9pPr>
          </a:lstStyle>
          <a:p xmlns:a="http://schemas.openxmlformats.org/drawingml/2006/main">
            <a:pPr algn="l">
              <a:defRPr sz="3150" b="1">
                <a:solidFill>
                  <a:srgbClr val="177F69"/>
                </a:solidFill>
                <a:latin typeface="Arial"/>
                <a:ea typeface="Arial"/>
                <a:cs typeface="Arial"/>
              </a:defRPr>
            </a:pPr>
            <a:r>
              <a:rPr sz="3150" b="1">
                <a:solidFill>
                  <a:srgbClr val="177F69"/>
                </a:solidFill>
                <a:latin typeface="Arial"/>
                <a:ea typeface="Arial"/>
                <a:cs typeface="Arial"/>
              </a:rPr>
              <a:t>1,376</a:t>
            </a:r>
          </a:p>
        </p:txBody>
      </p:sp>
      <p:sp>
        <p:nvSpPr>
          <p:cNvPr id="40" name="basket-label">
            <a:extLst xmlns:a="http://schemas.openxmlformats.org/drawingml/2006/main">
              <a:ext uri="{FF2B5EF4-FFF2-40B4-BE49-F238E27FC236}">
                <a16:creationId xmlns:a16="http://schemas.microsoft.com/office/drawing/2014/main" id="{7E97C4AF-3D7D-4BDE-8D45-A26981531328}"/>
              </a:ext>
            </a:extLst>
          </p:cNvPr>
          <p:cNvSpPr>
            <a:spLocks xmlns:a="http://schemas.openxmlformats.org/drawingml/2006/main" noGrp="1"/>
          </p:cNvSpPr>
          <p:nvPr/>
        </p:nvSpPr>
        <p:spPr>
          <a:xfrm xmlns:a="http://schemas.openxmlformats.org/drawingml/2006/main">
            <a:off x="8877300" y="29337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83D37"/>
                </a:solidFill>
                <a:latin typeface="Arial"/>
                <a:ea typeface="Arial"/>
                <a:cs typeface="Arial"/>
              </a:defRPr>
            </a:defPPr>
            <a:lvl1pPr algn="l">
              <a:defRPr sz="1275" b="1">
                <a:solidFill>
                  <a:srgbClr val="183D37"/>
                </a:solidFill>
                <a:latin typeface="Arial"/>
                <a:ea typeface="Arial"/>
                <a:cs typeface="Arial"/>
              </a:defRPr>
            </a:lvl1pPr>
            <a:lvl2pPr algn="l">
              <a:defRPr sz="1275" b="1">
                <a:solidFill>
                  <a:srgbClr val="183D37"/>
                </a:solidFill>
                <a:latin typeface="Arial"/>
                <a:ea typeface="Arial"/>
                <a:cs typeface="Arial"/>
              </a:defRPr>
            </a:lvl2pPr>
            <a:lvl3pPr algn="l">
              <a:defRPr sz="1275" b="1">
                <a:solidFill>
                  <a:srgbClr val="183D37"/>
                </a:solidFill>
                <a:latin typeface="Arial"/>
                <a:ea typeface="Arial"/>
                <a:cs typeface="Arial"/>
              </a:defRPr>
            </a:lvl3pPr>
            <a:lvl4pPr algn="l">
              <a:defRPr sz="1275" b="1">
                <a:solidFill>
                  <a:srgbClr val="183D37"/>
                </a:solidFill>
                <a:latin typeface="Arial"/>
                <a:ea typeface="Arial"/>
                <a:cs typeface="Arial"/>
              </a:defRPr>
            </a:lvl4pPr>
            <a:lvl5pPr algn="l">
              <a:defRPr sz="1275" b="1">
                <a:solidFill>
                  <a:srgbClr val="183D37"/>
                </a:solidFill>
                <a:latin typeface="Arial"/>
                <a:ea typeface="Arial"/>
                <a:cs typeface="Arial"/>
              </a:defRPr>
            </a:lvl5pPr>
            <a:lvl6pPr algn="l">
              <a:defRPr sz="1275" b="1">
                <a:solidFill>
                  <a:srgbClr val="183D37"/>
                </a:solidFill>
                <a:latin typeface="Arial"/>
                <a:ea typeface="Arial"/>
                <a:cs typeface="Arial"/>
              </a:defRPr>
            </a:lvl6pPr>
            <a:lvl7pPr algn="l">
              <a:defRPr sz="1275" b="1">
                <a:solidFill>
                  <a:srgbClr val="183D37"/>
                </a:solidFill>
                <a:latin typeface="Arial"/>
                <a:ea typeface="Arial"/>
                <a:cs typeface="Arial"/>
              </a:defRPr>
            </a:lvl7pPr>
            <a:lvl8pPr algn="l">
              <a:defRPr sz="1275" b="1">
                <a:solidFill>
                  <a:srgbClr val="183D37"/>
                </a:solidFill>
                <a:latin typeface="Arial"/>
                <a:ea typeface="Arial"/>
                <a:cs typeface="Arial"/>
              </a:defRPr>
            </a:lvl8pPr>
            <a:lvl9pPr algn="l">
              <a:defRPr sz="1275" b="1">
                <a:solidFill>
                  <a:srgbClr val="183D37"/>
                </a:solidFill>
                <a:latin typeface="Arial"/>
                <a:ea typeface="Arial"/>
                <a:cs typeface="Arial"/>
              </a:defRPr>
            </a:lvl9pPr>
          </a:lstStyle>
          <a:p xmlns:a="http://schemas.openxmlformats.org/drawingml/2006/main">
            <a:pPr algn="l">
              <a:defRPr sz="1275" b="1">
                <a:solidFill>
                  <a:srgbClr val="183D37"/>
                </a:solidFill>
                <a:latin typeface="Arial"/>
                <a:ea typeface="Arial"/>
                <a:cs typeface="Arial"/>
              </a:defRPr>
            </a:pPr>
            <a:r>
              <a:rPr sz="1275" b="1">
                <a:solidFill>
                  <a:srgbClr val="183D37"/>
                </a:solidFill>
                <a:latin typeface="Arial"/>
                <a:ea typeface="Arial"/>
                <a:cs typeface="Arial"/>
              </a:rPr>
              <a:t>multi-category orders</a:t>
            </a:r>
          </a:p>
        </p:txBody>
      </p:sp>
      <p:sp>
        <p:nvSpPr>
          <p:cNvPr id="41" name="basket-share">
            <a:extLst xmlns:a="http://schemas.openxmlformats.org/drawingml/2006/main">
              <a:ext uri="{FF2B5EF4-FFF2-40B4-BE49-F238E27FC236}">
                <a16:creationId xmlns:a16="http://schemas.microsoft.com/office/drawing/2014/main" id="{BEC8CAFF-690E-4DDD-9BF6-7EC52E1212CB}"/>
              </a:ext>
            </a:extLst>
          </p:cNvPr>
          <p:cNvSpPr>
            <a:spLocks xmlns:a="http://schemas.openxmlformats.org/drawingml/2006/main" noGrp="1"/>
          </p:cNvSpPr>
          <p:nvPr/>
        </p:nvSpPr>
        <p:spPr>
          <a:xfrm xmlns:a="http://schemas.openxmlformats.org/drawingml/2006/main">
            <a:off x="8877300" y="3686175"/>
            <a:ext cx="2333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183D37"/>
                </a:solidFill>
                <a:latin typeface="Arial"/>
                <a:ea typeface="Arial"/>
                <a:cs typeface="Arial"/>
              </a:defRPr>
            </a:defPPr>
            <a:lvl1pPr algn="l">
              <a:defRPr sz="2850" b="1">
                <a:solidFill>
                  <a:srgbClr val="183D37"/>
                </a:solidFill>
                <a:latin typeface="Arial"/>
                <a:ea typeface="Arial"/>
                <a:cs typeface="Arial"/>
              </a:defRPr>
            </a:lvl1pPr>
            <a:lvl2pPr algn="l">
              <a:defRPr sz="2850" b="1">
                <a:solidFill>
                  <a:srgbClr val="183D37"/>
                </a:solidFill>
                <a:latin typeface="Arial"/>
                <a:ea typeface="Arial"/>
                <a:cs typeface="Arial"/>
              </a:defRPr>
            </a:lvl2pPr>
            <a:lvl3pPr algn="l">
              <a:defRPr sz="2850" b="1">
                <a:solidFill>
                  <a:srgbClr val="183D37"/>
                </a:solidFill>
                <a:latin typeface="Arial"/>
                <a:ea typeface="Arial"/>
                <a:cs typeface="Arial"/>
              </a:defRPr>
            </a:lvl3pPr>
            <a:lvl4pPr algn="l">
              <a:defRPr sz="2850" b="1">
                <a:solidFill>
                  <a:srgbClr val="183D37"/>
                </a:solidFill>
                <a:latin typeface="Arial"/>
                <a:ea typeface="Arial"/>
                <a:cs typeface="Arial"/>
              </a:defRPr>
            </a:lvl4pPr>
            <a:lvl5pPr algn="l">
              <a:defRPr sz="2850" b="1">
                <a:solidFill>
                  <a:srgbClr val="183D37"/>
                </a:solidFill>
                <a:latin typeface="Arial"/>
                <a:ea typeface="Arial"/>
                <a:cs typeface="Arial"/>
              </a:defRPr>
            </a:lvl5pPr>
            <a:lvl6pPr algn="l">
              <a:defRPr sz="2850" b="1">
                <a:solidFill>
                  <a:srgbClr val="183D37"/>
                </a:solidFill>
                <a:latin typeface="Arial"/>
                <a:ea typeface="Arial"/>
                <a:cs typeface="Arial"/>
              </a:defRPr>
            </a:lvl6pPr>
            <a:lvl7pPr algn="l">
              <a:defRPr sz="2850" b="1">
                <a:solidFill>
                  <a:srgbClr val="183D37"/>
                </a:solidFill>
                <a:latin typeface="Arial"/>
                <a:ea typeface="Arial"/>
                <a:cs typeface="Arial"/>
              </a:defRPr>
            </a:lvl7pPr>
            <a:lvl8pPr algn="l">
              <a:defRPr sz="2850" b="1">
                <a:solidFill>
                  <a:srgbClr val="183D37"/>
                </a:solidFill>
                <a:latin typeface="Arial"/>
                <a:ea typeface="Arial"/>
                <a:cs typeface="Arial"/>
              </a:defRPr>
            </a:lvl8pPr>
            <a:lvl9pPr algn="l">
              <a:defRPr sz="2850" b="1">
                <a:solidFill>
                  <a:srgbClr val="183D37"/>
                </a:solidFill>
                <a:latin typeface="Arial"/>
                <a:ea typeface="Arial"/>
                <a:cs typeface="Arial"/>
              </a:defRPr>
            </a:lvl9pPr>
          </a:lstStyle>
          <a:p xmlns:a="http://schemas.openxmlformats.org/drawingml/2006/main">
            <a:pPr algn="l">
              <a:defRPr sz="2850" b="1">
                <a:solidFill>
                  <a:srgbClr val="183D37"/>
                </a:solidFill>
                <a:latin typeface="Arial"/>
                <a:ea typeface="Arial"/>
                <a:cs typeface="Arial"/>
              </a:defRPr>
            </a:pPr>
            <a:r>
              <a:rPr sz="2850" b="1">
                <a:solidFill>
                  <a:srgbClr val="183D37"/>
                </a:solidFill>
                <a:latin typeface="Arial"/>
                <a:ea typeface="Arial"/>
                <a:cs typeface="Arial"/>
              </a:rPr>
              <a:t>57.3%</a:t>
            </a:r>
          </a:p>
        </p:txBody>
      </p:sp>
      <p:sp>
        <p:nvSpPr>
          <p:cNvPr id="42" name="basket-share-label">
            <a:extLst xmlns:a="http://schemas.openxmlformats.org/drawingml/2006/main">
              <a:ext uri="{FF2B5EF4-FFF2-40B4-BE49-F238E27FC236}">
                <a16:creationId xmlns:a16="http://schemas.microsoft.com/office/drawing/2014/main" id="{A36BCEA7-E558-4066-9D95-8B06B072EEE0}"/>
              </a:ext>
            </a:extLst>
          </p:cNvPr>
          <p:cNvSpPr>
            <a:spLocks xmlns:a="http://schemas.openxmlformats.org/drawingml/2006/main" noGrp="1"/>
          </p:cNvSpPr>
          <p:nvPr/>
        </p:nvSpPr>
        <p:spPr>
          <a:xfrm xmlns:a="http://schemas.openxmlformats.org/drawingml/2006/main">
            <a:off x="8877300" y="4238625"/>
            <a:ext cx="2381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E807B"/>
                </a:solidFill>
                <a:latin typeface="Arial"/>
                <a:ea typeface="Arial"/>
                <a:cs typeface="Arial"/>
              </a:defRPr>
            </a:defPPr>
            <a:lvl1pPr algn="l">
              <a:defRPr sz="1200" b="0">
                <a:solidFill>
                  <a:srgbClr val="6E807B"/>
                </a:solidFill>
                <a:latin typeface="Arial"/>
                <a:ea typeface="Arial"/>
                <a:cs typeface="Arial"/>
              </a:defRPr>
            </a:lvl1pPr>
            <a:lvl2pPr algn="l">
              <a:defRPr sz="1200" b="0">
                <a:solidFill>
                  <a:srgbClr val="6E807B"/>
                </a:solidFill>
                <a:latin typeface="Arial"/>
                <a:ea typeface="Arial"/>
                <a:cs typeface="Arial"/>
              </a:defRPr>
            </a:lvl2pPr>
            <a:lvl3pPr algn="l">
              <a:defRPr sz="1200" b="0">
                <a:solidFill>
                  <a:srgbClr val="6E807B"/>
                </a:solidFill>
                <a:latin typeface="Arial"/>
                <a:ea typeface="Arial"/>
                <a:cs typeface="Arial"/>
              </a:defRPr>
            </a:lvl3pPr>
            <a:lvl4pPr algn="l">
              <a:defRPr sz="1200" b="0">
                <a:solidFill>
                  <a:srgbClr val="6E807B"/>
                </a:solidFill>
                <a:latin typeface="Arial"/>
                <a:ea typeface="Arial"/>
                <a:cs typeface="Arial"/>
              </a:defRPr>
            </a:lvl4pPr>
            <a:lvl5pPr algn="l">
              <a:defRPr sz="1200" b="0">
                <a:solidFill>
                  <a:srgbClr val="6E807B"/>
                </a:solidFill>
                <a:latin typeface="Arial"/>
                <a:ea typeface="Arial"/>
                <a:cs typeface="Arial"/>
              </a:defRPr>
            </a:lvl5pPr>
            <a:lvl6pPr algn="l">
              <a:defRPr sz="1200" b="0">
                <a:solidFill>
                  <a:srgbClr val="6E807B"/>
                </a:solidFill>
                <a:latin typeface="Arial"/>
                <a:ea typeface="Arial"/>
                <a:cs typeface="Arial"/>
              </a:defRPr>
            </a:lvl6pPr>
            <a:lvl7pPr algn="l">
              <a:defRPr sz="1200" b="0">
                <a:solidFill>
                  <a:srgbClr val="6E807B"/>
                </a:solidFill>
                <a:latin typeface="Arial"/>
                <a:ea typeface="Arial"/>
                <a:cs typeface="Arial"/>
              </a:defRPr>
            </a:lvl7pPr>
            <a:lvl8pPr algn="l">
              <a:defRPr sz="1200" b="0">
                <a:solidFill>
                  <a:srgbClr val="6E807B"/>
                </a:solidFill>
                <a:latin typeface="Arial"/>
                <a:ea typeface="Arial"/>
                <a:cs typeface="Arial"/>
              </a:defRPr>
            </a:lvl8pPr>
            <a:lvl9pPr algn="l">
              <a:defRPr sz="1200" b="0">
                <a:solidFill>
                  <a:srgbClr val="6E807B"/>
                </a:solidFill>
                <a:latin typeface="Arial"/>
                <a:ea typeface="Arial"/>
                <a:cs typeface="Arial"/>
              </a:defRPr>
            </a:lvl9pPr>
          </a:lstStyle>
          <a:p xmlns:a="http://schemas.openxmlformats.org/drawingml/2006/main">
            <a:pPr algn="l">
              <a:defRPr sz="1200" b="0">
                <a:solidFill>
                  <a:srgbClr val="6E807B"/>
                </a:solidFill>
                <a:latin typeface="Arial"/>
                <a:ea typeface="Arial"/>
                <a:cs typeface="Arial"/>
              </a:defRPr>
            </a:pPr>
            <a:r>
              <a:rPr sz="1200" b="0">
                <a:solidFill>
                  <a:srgbClr val="6E807B"/>
                </a:solidFill>
                <a:latin typeface="Arial"/>
                <a:ea typeface="Arial"/>
                <a:cs typeface="Arial"/>
              </a:rPr>
              <a:t>of all sample orders</a:t>
            </a:r>
          </a:p>
        </p:txBody>
      </p:sp>
      <p:sp>
        <p:nvSpPr>
          <p:cNvPr id="43" name="causality-note-bg">
            <a:extLst xmlns:a="http://schemas.openxmlformats.org/drawingml/2006/main">
              <a:ext uri="{FF2B5EF4-FFF2-40B4-BE49-F238E27FC236}">
                <a16:creationId xmlns:a16="http://schemas.microsoft.com/office/drawing/2014/main" id="{628E1C4A-6DA4-487B-9D30-7E0627EB6E36}"/>
              </a:ext>
            </a:extLst>
          </p:cNvPr>
          <p:cNvSpPr>
            <a:spLocks xmlns:a="http://schemas.openxmlformats.org/drawingml/2006/main" noGrp="1"/>
          </p:cNvSpPr>
          <p:nvPr/>
        </p:nvSpPr>
        <p:spPr>
          <a:xfrm xmlns:a="http://schemas.openxmlformats.org/drawingml/2006/main">
            <a:off x="8877300" y="4876800"/>
            <a:ext cx="2571750" cy="666750"/>
          </a:xfrm>
          <a:prstGeom xmlns:a="http://schemas.openxmlformats.org/drawingml/2006/main" prst="roundRect">
            <a:avLst>
              <a:gd name="adj" fmla="val 11429"/>
            </a:avLst>
          </a:prstGeom>
          <a:solidFill xmlns:a="http://schemas.openxmlformats.org/drawingml/2006/main">
            <a:srgbClr val="E7EFE8"/>
          </a:solidFill>
          <a:ln xmlns:a="http://schemas.openxmlformats.org/drawingml/2006/main" w="0">
            <a:noFill/>
            <a:prstDash val="solid"/>
          </a:ln>
        </p:spPr>
      </p:sp>
      <p:sp>
        <p:nvSpPr>
          <p:cNvPr id="44" name="causality-note">
            <a:extLst xmlns:a="http://schemas.openxmlformats.org/drawingml/2006/main">
              <a:ext uri="{FF2B5EF4-FFF2-40B4-BE49-F238E27FC236}">
                <a16:creationId xmlns:a16="http://schemas.microsoft.com/office/drawing/2014/main" id="{4FCF2258-A463-46BA-A82E-FCDC66560DE0}"/>
              </a:ext>
            </a:extLst>
          </p:cNvPr>
          <p:cNvSpPr>
            <a:spLocks xmlns:a="http://schemas.openxmlformats.org/drawingml/2006/main" noGrp="1"/>
          </p:cNvSpPr>
          <p:nvPr/>
        </p:nvSpPr>
        <p:spPr>
          <a:xfrm xmlns:a="http://schemas.openxmlformats.org/drawingml/2006/main">
            <a:off x="9029700" y="4991100"/>
            <a:ext cx="22574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89"/>
          </a:bodyPr>
          <a:lstStyle xmlns:a="http://schemas.openxmlformats.org/drawingml/2006/main">
            <a:defPPr algn="l">
              <a:defRPr sz="1050" b="1">
                <a:solidFill>
                  <a:srgbClr val="153E39"/>
                </a:solidFill>
                <a:latin typeface="Arial"/>
                <a:ea typeface="Arial"/>
                <a:cs typeface="Arial"/>
              </a:defRPr>
            </a:defPPr>
            <a:lvl1pPr algn="l">
              <a:defRPr sz="1050" b="1">
                <a:solidFill>
                  <a:srgbClr val="153E39"/>
                </a:solidFill>
                <a:latin typeface="Arial"/>
                <a:ea typeface="Arial"/>
                <a:cs typeface="Arial"/>
              </a:defRPr>
            </a:lvl1pPr>
            <a:lvl2pPr algn="l">
              <a:defRPr sz="1050" b="1">
                <a:solidFill>
                  <a:srgbClr val="153E39"/>
                </a:solidFill>
                <a:latin typeface="Arial"/>
                <a:ea typeface="Arial"/>
                <a:cs typeface="Arial"/>
              </a:defRPr>
            </a:lvl2pPr>
            <a:lvl3pPr algn="l">
              <a:defRPr sz="1050" b="1">
                <a:solidFill>
                  <a:srgbClr val="153E39"/>
                </a:solidFill>
                <a:latin typeface="Arial"/>
                <a:ea typeface="Arial"/>
                <a:cs typeface="Arial"/>
              </a:defRPr>
            </a:lvl3pPr>
            <a:lvl4pPr algn="l">
              <a:defRPr sz="1050" b="1">
                <a:solidFill>
                  <a:srgbClr val="153E39"/>
                </a:solidFill>
                <a:latin typeface="Arial"/>
                <a:ea typeface="Arial"/>
                <a:cs typeface="Arial"/>
              </a:defRPr>
            </a:lvl4pPr>
            <a:lvl5pPr algn="l">
              <a:defRPr sz="1050" b="1">
                <a:solidFill>
                  <a:srgbClr val="153E39"/>
                </a:solidFill>
                <a:latin typeface="Arial"/>
                <a:ea typeface="Arial"/>
                <a:cs typeface="Arial"/>
              </a:defRPr>
            </a:lvl5pPr>
            <a:lvl6pPr algn="l">
              <a:defRPr sz="1050" b="1">
                <a:solidFill>
                  <a:srgbClr val="153E39"/>
                </a:solidFill>
                <a:latin typeface="Arial"/>
                <a:ea typeface="Arial"/>
                <a:cs typeface="Arial"/>
              </a:defRPr>
            </a:lvl6pPr>
            <a:lvl7pPr algn="l">
              <a:defRPr sz="1050" b="1">
                <a:solidFill>
                  <a:srgbClr val="153E39"/>
                </a:solidFill>
                <a:latin typeface="Arial"/>
                <a:ea typeface="Arial"/>
                <a:cs typeface="Arial"/>
              </a:defRPr>
            </a:lvl7pPr>
            <a:lvl8pPr algn="l">
              <a:defRPr sz="1050" b="1">
                <a:solidFill>
                  <a:srgbClr val="153E39"/>
                </a:solidFill>
                <a:latin typeface="Arial"/>
                <a:ea typeface="Arial"/>
                <a:cs typeface="Arial"/>
              </a:defRPr>
            </a:lvl8pPr>
            <a:lvl9pPr algn="l">
              <a:defRPr sz="1050" b="1">
                <a:solidFill>
                  <a:srgbClr val="153E39"/>
                </a:solidFill>
                <a:latin typeface="Arial"/>
                <a:ea typeface="Arial"/>
                <a:cs typeface="Arial"/>
              </a:defRPr>
            </a:lvl9pPr>
          </a:lstStyle>
          <a:p xmlns:a="http://schemas.openxmlformats.org/drawingml/2006/main">
            <a:pPr algn="l">
              <a:defRPr sz="1050" b="1">
                <a:solidFill>
                  <a:srgbClr val="153E39"/>
                </a:solidFill>
                <a:latin typeface="Arial"/>
                <a:ea typeface="Arial"/>
                <a:cs typeface="Arial"/>
              </a:defRPr>
            </a:pPr>
            <a:r>
              <a:rPr sz="1050" b="1">
                <a:solidFill>
                  <a:srgbClr val="153E39"/>
                </a:solidFill>
                <a:latin typeface="Arial"/>
                <a:ea typeface="Arial"/>
                <a:cs typeface="Arial"/>
              </a:rPr>
              <a:t>Co-occurrence suggests a question to test. It does not show causation.</a:t>
            </a:r>
          </a:p>
        </p:txBody>
      </p:sp>
    </p:spTree>
    <p:extLst>
      <p:ext uri="{BB962C8B-B14F-4D97-AF65-F5344CB8AC3E}">
        <p14:creationId xmlns:p14="http://schemas.microsoft.com/office/powerpoint/2010/main" val="943101685"/>
      </p:ext>
    </p:extLst>
  </p:cSld>
</p:sld>
</file>

<file path=ppt/slides/slide10.xml><?xml version="1.0" encoding="utf-8"?>
<p:sld xmlns:p="http://schemas.openxmlformats.org/presentationml/2006/main">
  <p:cSld>
    <p:bg>
      <p:bgPr>
        <a:solidFill xmlns:a="http://schemas.openxmlformats.org/drawingml/2006/main">
          <a:srgbClr val="F4F5EF"/>
        </a:solidFill>
      </p:bgPr>
    </p:bg>
    <p:spTree>
      <p:nvGrpSpPr>
        <p:cNvPr id="1" name=""/>
        <p:cNvGrpSpPr/>
        <p:nvPr/>
      </p:nvGrpSpPr>
      <p:grpSpPr>
        <a:xfrm xmlns:a="http://schemas.openxmlformats.org/drawingml/2006/main"/>
      </p:grpSpPr>
      <p:sp>
        <p:nvSpPr>
          <p:cNvPr id="35" name="section-label">
            <a:extLst xmlns:a="http://schemas.openxmlformats.org/drawingml/2006/main">
              <a:ext uri="{FF2B5EF4-FFF2-40B4-BE49-F238E27FC236}">
                <a16:creationId xmlns:a16="http://schemas.microsoft.com/office/drawing/2014/main" id="{1803726C-94C3-4072-91DD-91EC5D13FB69}"/>
              </a:ext>
            </a:extLst>
          </p:cNvPr>
          <p:cNvSpPr>
            <a:spLocks xmlns:a="http://schemas.openxmlformats.org/drawingml/2006/main" noGrp="1"/>
          </p:cNvSpPr>
          <p:nvPr/>
        </p:nvSpPr>
        <p:spPr>
          <a:xfrm xmlns:a="http://schemas.openxmlformats.org/drawingml/2006/main">
            <a:off x="609600" y="381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77F69"/>
                </a:solidFill>
                <a:latin typeface="Arial"/>
                <a:ea typeface="Arial"/>
                <a:cs typeface="Arial"/>
              </a:defRPr>
            </a:defPPr>
            <a:lvl1pPr algn="l">
              <a:defRPr sz="900" b="1">
                <a:solidFill>
                  <a:srgbClr val="177F69"/>
                </a:solidFill>
                <a:latin typeface="Arial"/>
                <a:ea typeface="Arial"/>
                <a:cs typeface="Arial"/>
              </a:defRPr>
            </a:lvl1pPr>
            <a:lvl2pPr algn="l">
              <a:defRPr sz="900" b="1">
                <a:solidFill>
                  <a:srgbClr val="177F69"/>
                </a:solidFill>
                <a:latin typeface="Arial"/>
                <a:ea typeface="Arial"/>
                <a:cs typeface="Arial"/>
              </a:defRPr>
            </a:lvl2pPr>
            <a:lvl3pPr algn="l">
              <a:defRPr sz="900" b="1">
                <a:solidFill>
                  <a:srgbClr val="177F69"/>
                </a:solidFill>
                <a:latin typeface="Arial"/>
                <a:ea typeface="Arial"/>
                <a:cs typeface="Arial"/>
              </a:defRPr>
            </a:lvl3pPr>
            <a:lvl4pPr algn="l">
              <a:defRPr sz="900" b="1">
                <a:solidFill>
                  <a:srgbClr val="177F69"/>
                </a:solidFill>
                <a:latin typeface="Arial"/>
                <a:ea typeface="Arial"/>
                <a:cs typeface="Arial"/>
              </a:defRPr>
            </a:lvl4pPr>
            <a:lvl5pPr algn="l">
              <a:defRPr sz="900" b="1">
                <a:solidFill>
                  <a:srgbClr val="177F69"/>
                </a:solidFill>
                <a:latin typeface="Arial"/>
                <a:ea typeface="Arial"/>
                <a:cs typeface="Arial"/>
              </a:defRPr>
            </a:lvl5pPr>
            <a:lvl6pPr algn="l">
              <a:defRPr sz="900" b="1">
                <a:solidFill>
                  <a:srgbClr val="177F69"/>
                </a:solidFill>
                <a:latin typeface="Arial"/>
                <a:ea typeface="Arial"/>
                <a:cs typeface="Arial"/>
              </a:defRPr>
            </a:lvl6pPr>
            <a:lvl7pPr algn="l">
              <a:defRPr sz="900" b="1">
                <a:solidFill>
                  <a:srgbClr val="177F69"/>
                </a:solidFill>
                <a:latin typeface="Arial"/>
                <a:ea typeface="Arial"/>
                <a:cs typeface="Arial"/>
              </a:defRPr>
            </a:lvl7pPr>
            <a:lvl8pPr algn="l">
              <a:defRPr sz="900" b="1">
                <a:solidFill>
                  <a:srgbClr val="177F69"/>
                </a:solidFill>
                <a:latin typeface="Arial"/>
                <a:ea typeface="Arial"/>
                <a:cs typeface="Arial"/>
              </a:defRPr>
            </a:lvl8pPr>
            <a:lvl9pPr algn="l">
              <a:defRPr sz="900" b="1">
                <a:solidFill>
                  <a:srgbClr val="177F69"/>
                </a:solidFill>
                <a:latin typeface="Arial"/>
                <a:ea typeface="Arial"/>
                <a:cs typeface="Arial"/>
              </a:defRPr>
            </a:lvl9pPr>
          </a:lstStyle>
          <a:p xmlns:a="http://schemas.openxmlformats.org/drawingml/2006/main">
            <a:pPr algn="l">
              <a:defRPr sz="900" b="1">
                <a:solidFill>
                  <a:srgbClr val="177F69"/>
                </a:solidFill>
                <a:latin typeface="Arial"/>
                <a:ea typeface="Arial"/>
                <a:cs typeface="Arial"/>
              </a:defRPr>
            </a:pPr>
            <a:r>
              <a:rPr sz="900" b="1">
                <a:solidFill>
                  <a:srgbClr val="177F69"/>
                </a:solidFill>
                <a:latin typeface="Arial"/>
                <a:ea typeface="Arial"/>
                <a:cs typeface="Arial"/>
              </a:rPr>
              <a:t>09  TECHNICAL DESIGN</a:t>
            </a:r>
          </a:p>
        </p:txBody>
      </p:sp>
      <p:sp>
        <p:nvSpPr>
          <p:cNvPr id="2" name="slide-title">
            <a:extLst xmlns:a="http://schemas.openxmlformats.org/drawingml/2006/main">
              <a:ext uri="{FF2B5EF4-FFF2-40B4-BE49-F238E27FC236}">
                <a16:creationId xmlns:a16="http://schemas.microsoft.com/office/drawing/2014/main" id="{9304F87F-2490-4A27-BAA9-CF75DC51EE5E}"/>
              </a:ext>
            </a:extLst>
          </p:cNvPr>
          <p:cNvSpPr>
            <a:spLocks xmlns:a="http://schemas.openxmlformats.org/drawingml/2006/main" noGrp="1"/>
          </p:cNvSpPr>
          <p:nvPr/>
        </p:nvSpPr>
        <p:spPr>
          <a:xfrm xmlns:a="http://schemas.openxmlformats.org/drawingml/2006/main">
            <a:off x="609600" y="714375"/>
            <a:ext cx="10906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83D37"/>
                </a:solidFill>
                <a:latin typeface="Arial"/>
                <a:ea typeface="Arial"/>
                <a:cs typeface="Arial"/>
              </a:defRPr>
            </a:defPPr>
            <a:lvl1pPr algn="l">
              <a:defRPr sz="3225" b="1">
                <a:solidFill>
                  <a:srgbClr val="183D37"/>
                </a:solidFill>
                <a:latin typeface="Arial"/>
                <a:ea typeface="Arial"/>
                <a:cs typeface="Arial"/>
              </a:defRPr>
            </a:lvl1pPr>
            <a:lvl2pPr algn="l">
              <a:defRPr sz="3225" b="1">
                <a:solidFill>
                  <a:srgbClr val="183D37"/>
                </a:solidFill>
                <a:latin typeface="Arial"/>
                <a:ea typeface="Arial"/>
                <a:cs typeface="Arial"/>
              </a:defRPr>
            </a:lvl2pPr>
            <a:lvl3pPr algn="l">
              <a:defRPr sz="3225" b="1">
                <a:solidFill>
                  <a:srgbClr val="183D37"/>
                </a:solidFill>
                <a:latin typeface="Arial"/>
                <a:ea typeface="Arial"/>
                <a:cs typeface="Arial"/>
              </a:defRPr>
            </a:lvl3pPr>
            <a:lvl4pPr algn="l">
              <a:defRPr sz="3225" b="1">
                <a:solidFill>
                  <a:srgbClr val="183D37"/>
                </a:solidFill>
                <a:latin typeface="Arial"/>
                <a:ea typeface="Arial"/>
                <a:cs typeface="Arial"/>
              </a:defRPr>
            </a:lvl4pPr>
            <a:lvl5pPr algn="l">
              <a:defRPr sz="3225" b="1">
                <a:solidFill>
                  <a:srgbClr val="183D37"/>
                </a:solidFill>
                <a:latin typeface="Arial"/>
                <a:ea typeface="Arial"/>
                <a:cs typeface="Arial"/>
              </a:defRPr>
            </a:lvl5pPr>
            <a:lvl6pPr algn="l">
              <a:defRPr sz="3225" b="1">
                <a:solidFill>
                  <a:srgbClr val="183D37"/>
                </a:solidFill>
                <a:latin typeface="Arial"/>
                <a:ea typeface="Arial"/>
                <a:cs typeface="Arial"/>
              </a:defRPr>
            </a:lvl6pPr>
            <a:lvl7pPr algn="l">
              <a:defRPr sz="3225" b="1">
                <a:solidFill>
                  <a:srgbClr val="183D37"/>
                </a:solidFill>
                <a:latin typeface="Arial"/>
                <a:ea typeface="Arial"/>
                <a:cs typeface="Arial"/>
              </a:defRPr>
            </a:lvl7pPr>
            <a:lvl8pPr algn="l">
              <a:defRPr sz="3225" b="1">
                <a:solidFill>
                  <a:srgbClr val="183D37"/>
                </a:solidFill>
                <a:latin typeface="Arial"/>
                <a:ea typeface="Arial"/>
                <a:cs typeface="Arial"/>
              </a:defRPr>
            </a:lvl8pPr>
            <a:lvl9pPr algn="l">
              <a:defRPr sz="3225" b="1">
                <a:solidFill>
                  <a:srgbClr val="183D37"/>
                </a:solidFill>
                <a:latin typeface="Arial"/>
                <a:ea typeface="Arial"/>
                <a:cs typeface="Arial"/>
              </a:defRPr>
            </a:lvl9pPr>
          </a:lstStyle>
          <a:p xmlns:a="http://schemas.openxmlformats.org/drawingml/2006/main">
            <a:pPr algn="l">
              <a:defRPr sz="3225" b="1">
                <a:solidFill>
                  <a:srgbClr val="183D37"/>
                </a:solidFill>
                <a:latin typeface="Arial"/>
                <a:ea typeface="Arial"/>
                <a:cs typeface="Arial"/>
              </a:defRPr>
            </a:pPr>
            <a:r>
              <a:rPr sz="3225" b="1">
                <a:solidFill>
                  <a:srgbClr val="183D37"/>
                </a:solidFill>
                <a:latin typeface="Arial"/>
                <a:ea typeface="Arial"/>
                <a:cs typeface="Arial"/>
              </a:rPr>
              <a:t>A small client-side architecture</a:t>
            </a:r>
          </a:p>
        </p:txBody>
      </p:sp>
      <p:sp>
        <p:nvSpPr>
          <p:cNvPr id="3" name="slide-subtitle">
            <a:extLst xmlns:a="http://schemas.openxmlformats.org/drawingml/2006/main">
              <a:ext uri="{FF2B5EF4-FFF2-40B4-BE49-F238E27FC236}">
                <a16:creationId xmlns:a16="http://schemas.microsoft.com/office/drawing/2014/main" id="{040B5BD9-2CC4-4BD9-B073-469AFC8760AE}"/>
              </a:ext>
            </a:extLst>
          </p:cNvPr>
          <p:cNvSpPr>
            <a:spLocks xmlns:a="http://schemas.openxmlformats.org/drawingml/2006/main" noGrp="1"/>
          </p:cNvSpPr>
          <p:nvPr/>
        </p:nvSpPr>
        <p:spPr>
          <a:xfrm xmlns:a="http://schemas.openxmlformats.org/drawingml/2006/main">
            <a:off x="609600" y="1333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E807B"/>
                </a:solidFill>
                <a:latin typeface="Arial"/>
                <a:ea typeface="Arial"/>
                <a:cs typeface="Arial"/>
              </a:defRPr>
            </a:defPPr>
            <a:lvl1pPr algn="l">
              <a:defRPr sz="1500" b="0">
                <a:solidFill>
                  <a:srgbClr val="6E807B"/>
                </a:solidFill>
                <a:latin typeface="Arial"/>
                <a:ea typeface="Arial"/>
                <a:cs typeface="Arial"/>
              </a:defRPr>
            </a:lvl1pPr>
            <a:lvl2pPr algn="l">
              <a:defRPr sz="1500" b="0">
                <a:solidFill>
                  <a:srgbClr val="6E807B"/>
                </a:solidFill>
                <a:latin typeface="Arial"/>
                <a:ea typeface="Arial"/>
                <a:cs typeface="Arial"/>
              </a:defRPr>
            </a:lvl2pPr>
            <a:lvl3pPr algn="l">
              <a:defRPr sz="1500" b="0">
                <a:solidFill>
                  <a:srgbClr val="6E807B"/>
                </a:solidFill>
                <a:latin typeface="Arial"/>
                <a:ea typeface="Arial"/>
                <a:cs typeface="Arial"/>
              </a:defRPr>
            </a:lvl3pPr>
            <a:lvl4pPr algn="l">
              <a:defRPr sz="1500" b="0">
                <a:solidFill>
                  <a:srgbClr val="6E807B"/>
                </a:solidFill>
                <a:latin typeface="Arial"/>
                <a:ea typeface="Arial"/>
                <a:cs typeface="Arial"/>
              </a:defRPr>
            </a:lvl4pPr>
            <a:lvl5pPr algn="l">
              <a:defRPr sz="1500" b="0">
                <a:solidFill>
                  <a:srgbClr val="6E807B"/>
                </a:solidFill>
                <a:latin typeface="Arial"/>
                <a:ea typeface="Arial"/>
                <a:cs typeface="Arial"/>
              </a:defRPr>
            </a:lvl5pPr>
            <a:lvl6pPr algn="l">
              <a:defRPr sz="1500" b="0">
                <a:solidFill>
                  <a:srgbClr val="6E807B"/>
                </a:solidFill>
                <a:latin typeface="Arial"/>
                <a:ea typeface="Arial"/>
                <a:cs typeface="Arial"/>
              </a:defRPr>
            </a:lvl6pPr>
            <a:lvl7pPr algn="l">
              <a:defRPr sz="1500" b="0">
                <a:solidFill>
                  <a:srgbClr val="6E807B"/>
                </a:solidFill>
                <a:latin typeface="Arial"/>
                <a:ea typeface="Arial"/>
                <a:cs typeface="Arial"/>
              </a:defRPr>
            </a:lvl7pPr>
            <a:lvl8pPr algn="l">
              <a:defRPr sz="1500" b="0">
                <a:solidFill>
                  <a:srgbClr val="6E807B"/>
                </a:solidFill>
                <a:latin typeface="Arial"/>
                <a:ea typeface="Arial"/>
                <a:cs typeface="Arial"/>
              </a:defRPr>
            </a:lvl8pPr>
            <a:lvl9pPr algn="l">
              <a:defRPr sz="1500" b="0">
                <a:solidFill>
                  <a:srgbClr val="6E807B"/>
                </a:solidFill>
                <a:latin typeface="Arial"/>
                <a:ea typeface="Arial"/>
                <a:cs typeface="Arial"/>
              </a:defRPr>
            </a:lvl9pPr>
          </a:lstStyle>
          <a:p xmlns:a="http://schemas.openxmlformats.org/drawingml/2006/main">
            <a:pPr algn="l">
              <a:defRPr sz="1500" b="0">
                <a:solidFill>
                  <a:srgbClr val="6E807B"/>
                </a:solidFill>
                <a:latin typeface="Arial"/>
                <a:ea typeface="Arial"/>
                <a:cs typeface="Arial"/>
              </a:defRPr>
            </a:pPr>
            <a:r>
              <a:rPr sz="1500" b="0">
                <a:solidFill>
                  <a:srgbClr val="6E807B"/>
                </a:solidFill>
                <a:latin typeface="Arial"/>
                <a:ea typeface="Arial"/>
                <a:cs typeface="Arial"/>
              </a:rPr>
              <a:t>The browser holds data, computes measures, and renders each view.</a:t>
            </a:r>
          </a:p>
        </p:txBody>
      </p:sp>
      <p:sp>
        <p:nvSpPr>
          <p:cNvPr id="4" name="">
            <a:extLst xmlns:a="http://schemas.openxmlformats.org/drawingml/2006/main">
              <a:ext uri="{FF2B5EF4-FFF2-40B4-BE49-F238E27FC236}">
                <a16:creationId xmlns:a16="http://schemas.microsoft.com/office/drawing/2014/main" id="{99BD1D28-CE16-4505-A901-1024D2DA9FF6}"/>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CD7D1"/>
            </a:solidFill>
            <a:prstDash val="solid"/>
          </a:ln>
        </p:spPr>
      </p:sp>
      <p:sp>
        <p:nvSpPr>
          <p:cNvPr id="5" name="footer-brand">
            <a:extLst xmlns:a="http://schemas.openxmlformats.org/drawingml/2006/main">
              <a:ext uri="{FF2B5EF4-FFF2-40B4-BE49-F238E27FC236}">
                <a16:creationId xmlns:a16="http://schemas.microsoft.com/office/drawing/2014/main" id="{5216E48C-A458-4D7A-9976-96EBBA913382}"/>
              </a:ext>
            </a:extLst>
          </p:cNvPr>
          <p:cNvSpPr>
            <a:spLocks xmlns:a="http://schemas.openxmlformats.org/drawingml/2006/main" noGrp="1"/>
          </p:cNvSpPr>
          <p:nvPr/>
        </p:nvSpPr>
        <p:spPr>
          <a:xfrm xmlns:a="http://schemas.openxmlformats.org/drawingml/2006/main">
            <a:off x="609600" y="64865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6E807B"/>
                </a:solidFill>
                <a:latin typeface="Arial"/>
                <a:ea typeface="Arial"/>
                <a:cs typeface="Arial"/>
              </a:defRPr>
            </a:defPPr>
            <a:lvl1pPr algn="l">
              <a:defRPr sz="825" b="1">
                <a:solidFill>
                  <a:srgbClr val="6E807B"/>
                </a:solidFill>
                <a:latin typeface="Arial"/>
                <a:ea typeface="Arial"/>
                <a:cs typeface="Arial"/>
              </a:defRPr>
            </a:lvl1pPr>
            <a:lvl2pPr algn="l">
              <a:defRPr sz="825" b="1">
                <a:solidFill>
                  <a:srgbClr val="6E807B"/>
                </a:solidFill>
                <a:latin typeface="Arial"/>
                <a:ea typeface="Arial"/>
                <a:cs typeface="Arial"/>
              </a:defRPr>
            </a:lvl2pPr>
            <a:lvl3pPr algn="l">
              <a:defRPr sz="825" b="1">
                <a:solidFill>
                  <a:srgbClr val="6E807B"/>
                </a:solidFill>
                <a:latin typeface="Arial"/>
                <a:ea typeface="Arial"/>
                <a:cs typeface="Arial"/>
              </a:defRPr>
            </a:lvl3pPr>
            <a:lvl4pPr algn="l">
              <a:defRPr sz="825" b="1">
                <a:solidFill>
                  <a:srgbClr val="6E807B"/>
                </a:solidFill>
                <a:latin typeface="Arial"/>
                <a:ea typeface="Arial"/>
                <a:cs typeface="Arial"/>
              </a:defRPr>
            </a:lvl4pPr>
            <a:lvl5pPr algn="l">
              <a:defRPr sz="825" b="1">
                <a:solidFill>
                  <a:srgbClr val="6E807B"/>
                </a:solidFill>
                <a:latin typeface="Arial"/>
                <a:ea typeface="Arial"/>
                <a:cs typeface="Arial"/>
              </a:defRPr>
            </a:lvl5pPr>
            <a:lvl6pPr algn="l">
              <a:defRPr sz="825" b="1">
                <a:solidFill>
                  <a:srgbClr val="6E807B"/>
                </a:solidFill>
                <a:latin typeface="Arial"/>
                <a:ea typeface="Arial"/>
                <a:cs typeface="Arial"/>
              </a:defRPr>
            </a:lvl6pPr>
            <a:lvl7pPr algn="l">
              <a:defRPr sz="825" b="1">
                <a:solidFill>
                  <a:srgbClr val="6E807B"/>
                </a:solidFill>
                <a:latin typeface="Arial"/>
                <a:ea typeface="Arial"/>
                <a:cs typeface="Arial"/>
              </a:defRPr>
            </a:lvl7pPr>
            <a:lvl8pPr algn="l">
              <a:defRPr sz="825" b="1">
                <a:solidFill>
                  <a:srgbClr val="6E807B"/>
                </a:solidFill>
                <a:latin typeface="Arial"/>
                <a:ea typeface="Arial"/>
                <a:cs typeface="Arial"/>
              </a:defRPr>
            </a:lvl8pPr>
            <a:lvl9pPr algn="l">
              <a:defRPr sz="825" b="1">
                <a:solidFill>
                  <a:srgbClr val="6E807B"/>
                </a:solidFill>
                <a:latin typeface="Arial"/>
                <a:ea typeface="Arial"/>
                <a:cs typeface="Arial"/>
              </a:defRPr>
            </a:lvl9pPr>
          </a:lstStyle>
          <a:p xmlns:a="http://schemas.openxmlformats.org/drawingml/2006/main">
            <a:pPr algn="l">
              <a:defRPr sz="825" b="1">
                <a:solidFill>
                  <a:srgbClr val="6E807B"/>
                </a:solidFill>
                <a:latin typeface="Arial"/>
                <a:ea typeface="Arial"/>
                <a:cs typeface="Arial"/>
              </a:defRPr>
            </a:pPr>
            <a:r>
              <a:rPr sz="825" b="1">
                <a:solidFill>
                  <a:srgbClr val="6E807B"/>
                </a:solidFill>
                <a:latin typeface="Arial"/>
                <a:ea typeface="Arial"/>
                <a:cs typeface="Arial"/>
              </a:rPr>
              <a:t>COMMERCELENS  /  PROJECT 29</a:t>
            </a:r>
          </a:p>
        </p:txBody>
      </p:sp>
      <p:sp>
        <p:nvSpPr>
          <p:cNvPr id="6" name="footer-page">
            <a:extLst xmlns:a="http://schemas.openxmlformats.org/drawingml/2006/main">
              <a:ext uri="{FF2B5EF4-FFF2-40B4-BE49-F238E27FC236}">
                <a16:creationId xmlns:a16="http://schemas.microsoft.com/office/drawing/2014/main" id="{2CE4B8D7-B6C4-4070-ADA5-3C31313DEE25}"/>
              </a:ext>
            </a:extLst>
          </p:cNvPr>
          <p:cNvSpPr>
            <a:spLocks xmlns:a="http://schemas.openxmlformats.org/drawingml/2006/main" noGrp="1"/>
          </p:cNvSpPr>
          <p:nvPr/>
        </p:nvSpPr>
        <p:spPr>
          <a:xfrm xmlns:a="http://schemas.openxmlformats.org/drawingml/2006/main">
            <a:off x="11144250" y="64770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6E807B"/>
                </a:solidFill>
                <a:latin typeface="Arial"/>
                <a:ea typeface="Arial"/>
                <a:cs typeface="Arial"/>
              </a:defRPr>
            </a:defPPr>
            <a:lvl1pPr algn="r">
              <a:defRPr sz="825" b="1">
                <a:solidFill>
                  <a:srgbClr val="6E807B"/>
                </a:solidFill>
                <a:latin typeface="Arial"/>
                <a:ea typeface="Arial"/>
                <a:cs typeface="Arial"/>
              </a:defRPr>
            </a:lvl1pPr>
            <a:lvl2pPr algn="r">
              <a:defRPr sz="825" b="1">
                <a:solidFill>
                  <a:srgbClr val="6E807B"/>
                </a:solidFill>
                <a:latin typeface="Arial"/>
                <a:ea typeface="Arial"/>
                <a:cs typeface="Arial"/>
              </a:defRPr>
            </a:lvl2pPr>
            <a:lvl3pPr algn="r">
              <a:defRPr sz="825" b="1">
                <a:solidFill>
                  <a:srgbClr val="6E807B"/>
                </a:solidFill>
                <a:latin typeface="Arial"/>
                <a:ea typeface="Arial"/>
                <a:cs typeface="Arial"/>
              </a:defRPr>
            </a:lvl3pPr>
            <a:lvl4pPr algn="r">
              <a:defRPr sz="825" b="1">
                <a:solidFill>
                  <a:srgbClr val="6E807B"/>
                </a:solidFill>
                <a:latin typeface="Arial"/>
                <a:ea typeface="Arial"/>
                <a:cs typeface="Arial"/>
              </a:defRPr>
            </a:lvl4pPr>
            <a:lvl5pPr algn="r">
              <a:defRPr sz="825" b="1">
                <a:solidFill>
                  <a:srgbClr val="6E807B"/>
                </a:solidFill>
                <a:latin typeface="Arial"/>
                <a:ea typeface="Arial"/>
                <a:cs typeface="Arial"/>
              </a:defRPr>
            </a:lvl5pPr>
            <a:lvl6pPr algn="r">
              <a:defRPr sz="825" b="1">
                <a:solidFill>
                  <a:srgbClr val="6E807B"/>
                </a:solidFill>
                <a:latin typeface="Arial"/>
                <a:ea typeface="Arial"/>
                <a:cs typeface="Arial"/>
              </a:defRPr>
            </a:lvl6pPr>
            <a:lvl7pPr algn="r">
              <a:defRPr sz="825" b="1">
                <a:solidFill>
                  <a:srgbClr val="6E807B"/>
                </a:solidFill>
                <a:latin typeface="Arial"/>
                <a:ea typeface="Arial"/>
                <a:cs typeface="Arial"/>
              </a:defRPr>
            </a:lvl7pPr>
            <a:lvl8pPr algn="r">
              <a:defRPr sz="825" b="1">
                <a:solidFill>
                  <a:srgbClr val="6E807B"/>
                </a:solidFill>
                <a:latin typeface="Arial"/>
                <a:ea typeface="Arial"/>
                <a:cs typeface="Arial"/>
              </a:defRPr>
            </a:lvl8pPr>
            <a:lvl9pPr algn="r">
              <a:defRPr sz="825" b="1">
                <a:solidFill>
                  <a:srgbClr val="6E807B"/>
                </a:solidFill>
                <a:latin typeface="Arial"/>
                <a:ea typeface="Arial"/>
                <a:cs typeface="Arial"/>
              </a:defRPr>
            </a:lvl9pPr>
          </a:lstStyle>
          <a:p xmlns:a="http://schemas.openxmlformats.org/drawingml/2006/main">
            <a:pPr algn="r">
              <a:defRPr sz="825" b="1">
                <a:solidFill>
                  <a:srgbClr val="6E807B"/>
                </a:solidFill>
                <a:latin typeface="Arial"/>
                <a:ea typeface="Arial"/>
                <a:cs typeface="Arial"/>
              </a:defRPr>
            </a:pPr>
            <a:r>
              <a:rPr sz="825" b="1">
                <a:solidFill>
                  <a:srgbClr val="6E807B"/>
                </a:solidFill>
                <a:latin typeface="Arial"/>
                <a:ea typeface="Arial"/>
                <a:cs typeface="Arial"/>
              </a:rPr>
              <a:t>10</a:t>
            </a:r>
          </a:p>
        </p:txBody>
      </p:sp>
      <p:sp>
        <p:nvSpPr>
          <p:cNvPr id="7" name="architecture-band-0">
            <a:extLst xmlns:a="http://schemas.openxmlformats.org/drawingml/2006/main">
              <a:ext uri="{FF2B5EF4-FFF2-40B4-BE49-F238E27FC236}">
                <a16:creationId xmlns:a16="http://schemas.microsoft.com/office/drawing/2014/main" id="{EBFAB114-AAF2-4324-BB2E-2191654C92FE}"/>
              </a:ext>
            </a:extLst>
          </p:cNvPr>
          <p:cNvSpPr>
            <a:spLocks xmlns:a="http://schemas.openxmlformats.org/drawingml/2006/main" noGrp="1"/>
          </p:cNvSpPr>
          <p:nvPr/>
        </p:nvSpPr>
        <p:spPr>
          <a:xfrm xmlns:a="http://schemas.openxmlformats.org/drawingml/2006/main">
            <a:off x="790575" y="1866900"/>
            <a:ext cx="7524750" cy="561975"/>
          </a:xfrm>
          <a:prstGeom xmlns:a="http://schemas.openxmlformats.org/drawingml/2006/main" prst="roundRect">
            <a:avLst>
              <a:gd name="adj" fmla="val 13559"/>
            </a:avLst>
          </a:prstGeom>
          <a:solidFill xmlns:a="http://schemas.openxmlformats.org/drawingml/2006/main">
            <a:srgbClr val="FFFFFF"/>
          </a:solidFill>
          <a:ln xmlns:a="http://schemas.openxmlformats.org/drawingml/2006/main" w="9525">
            <a:solidFill>
              <a:srgbClr val="D7E1DC"/>
            </a:solidFill>
            <a:prstDash val="solid"/>
          </a:ln>
        </p:spPr>
      </p:sp>
      <p:sp>
        <p:nvSpPr>
          <p:cNvPr id="8" name="architecture-label-0">
            <a:extLst xmlns:a="http://schemas.openxmlformats.org/drawingml/2006/main">
              <a:ext uri="{FF2B5EF4-FFF2-40B4-BE49-F238E27FC236}">
                <a16:creationId xmlns:a16="http://schemas.microsoft.com/office/drawing/2014/main" id="{0E628AF0-597C-426D-931C-04492586BE02}"/>
              </a:ext>
            </a:extLst>
          </p:cNvPr>
          <p:cNvSpPr>
            <a:spLocks xmlns:a="http://schemas.openxmlformats.org/drawingml/2006/main" noGrp="1"/>
          </p:cNvSpPr>
          <p:nvPr/>
        </p:nvSpPr>
        <p:spPr>
          <a:xfrm xmlns:a="http://schemas.openxmlformats.org/drawingml/2006/main">
            <a:off x="981075" y="2019300"/>
            <a:ext cx="1543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77F69"/>
                </a:solidFill>
                <a:latin typeface="Arial"/>
                <a:ea typeface="Arial"/>
                <a:cs typeface="Arial"/>
              </a:defRPr>
            </a:defPPr>
            <a:lvl1pPr algn="l">
              <a:defRPr sz="975" b="1">
                <a:solidFill>
                  <a:srgbClr val="177F69"/>
                </a:solidFill>
                <a:latin typeface="Arial"/>
                <a:ea typeface="Arial"/>
                <a:cs typeface="Arial"/>
              </a:defRPr>
            </a:lvl1pPr>
            <a:lvl2pPr algn="l">
              <a:defRPr sz="975" b="1">
                <a:solidFill>
                  <a:srgbClr val="177F69"/>
                </a:solidFill>
                <a:latin typeface="Arial"/>
                <a:ea typeface="Arial"/>
                <a:cs typeface="Arial"/>
              </a:defRPr>
            </a:lvl2pPr>
            <a:lvl3pPr algn="l">
              <a:defRPr sz="975" b="1">
                <a:solidFill>
                  <a:srgbClr val="177F69"/>
                </a:solidFill>
                <a:latin typeface="Arial"/>
                <a:ea typeface="Arial"/>
                <a:cs typeface="Arial"/>
              </a:defRPr>
            </a:lvl3pPr>
            <a:lvl4pPr algn="l">
              <a:defRPr sz="975" b="1">
                <a:solidFill>
                  <a:srgbClr val="177F69"/>
                </a:solidFill>
                <a:latin typeface="Arial"/>
                <a:ea typeface="Arial"/>
                <a:cs typeface="Arial"/>
              </a:defRPr>
            </a:lvl4pPr>
            <a:lvl5pPr algn="l">
              <a:defRPr sz="975" b="1">
                <a:solidFill>
                  <a:srgbClr val="177F69"/>
                </a:solidFill>
                <a:latin typeface="Arial"/>
                <a:ea typeface="Arial"/>
                <a:cs typeface="Arial"/>
              </a:defRPr>
            </a:lvl5pPr>
            <a:lvl6pPr algn="l">
              <a:defRPr sz="975" b="1">
                <a:solidFill>
                  <a:srgbClr val="177F69"/>
                </a:solidFill>
                <a:latin typeface="Arial"/>
                <a:ea typeface="Arial"/>
                <a:cs typeface="Arial"/>
              </a:defRPr>
            </a:lvl6pPr>
            <a:lvl7pPr algn="l">
              <a:defRPr sz="975" b="1">
                <a:solidFill>
                  <a:srgbClr val="177F69"/>
                </a:solidFill>
                <a:latin typeface="Arial"/>
                <a:ea typeface="Arial"/>
                <a:cs typeface="Arial"/>
              </a:defRPr>
            </a:lvl7pPr>
            <a:lvl8pPr algn="l">
              <a:defRPr sz="975" b="1">
                <a:solidFill>
                  <a:srgbClr val="177F69"/>
                </a:solidFill>
                <a:latin typeface="Arial"/>
                <a:ea typeface="Arial"/>
                <a:cs typeface="Arial"/>
              </a:defRPr>
            </a:lvl8pPr>
            <a:lvl9pPr algn="l">
              <a:defRPr sz="975" b="1">
                <a:solidFill>
                  <a:srgbClr val="177F69"/>
                </a:solidFill>
                <a:latin typeface="Arial"/>
                <a:ea typeface="Arial"/>
                <a:cs typeface="Arial"/>
              </a:defRPr>
            </a:lvl9pPr>
          </a:lstStyle>
          <a:p xmlns:a="http://schemas.openxmlformats.org/drawingml/2006/main">
            <a:pPr algn="l">
              <a:defRPr sz="975" b="1">
                <a:solidFill>
                  <a:srgbClr val="177F69"/>
                </a:solidFill>
                <a:latin typeface="Arial"/>
                <a:ea typeface="Arial"/>
                <a:cs typeface="Arial"/>
              </a:defRPr>
            </a:pPr>
            <a:r>
              <a:rPr sz="975" b="1">
                <a:solidFill>
                  <a:srgbClr val="177F69"/>
                </a:solidFill>
                <a:latin typeface="Arial"/>
                <a:ea typeface="Arial"/>
                <a:cs typeface="Arial"/>
              </a:rPr>
              <a:t>INPUT</a:t>
            </a:r>
          </a:p>
        </p:txBody>
      </p:sp>
      <p:sp>
        <p:nvSpPr>
          <p:cNvPr id="9" name="architecture-copy-0">
            <a:extLst xmlns:a="http://schemas.openxmlformats.org/drawingml/2006/main">
              <a:ext uri="{FF2B5EF4-FFF2-40B4-BE49-F238E27FC236}">
                <a16:creationId xmlns:a16="http://schemas.microsoft.com/office/drawing/2014/main" id="{0B8E384D-69D6-4BD9-B617-594A4606C56F}"/>
              </a:ext>
            </a:extLst>
          </p:cNvPr>
          <p:cNvSpPr>
            <a:spLocks xmlns:a="http://schemas.openxmlformats.org/drawingml/2006/main" noGrp="1"/>
          </p:cNvSpPr>
          <p:nvPr/>
        </p:nvSpPr>
        <p:spPr>
          <a:xfrm xmlns:a="http://schemas.openxmlformats.org/drawingml/2006/main">
            <a:off x="2686050" y="2000250"/>
            <a:ext cx="538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83D37"/>
                </a:solidFill>
                <a:latin typeface="Arial"/>
                <a:ea typeface="Arial"/>
                <a:cs typeface="Arial"/>
              </a:defRPr>
            </a:defPPr>
            <a:lvl1pPr algn="l">
              <a:defRPr sz="1350" b="0">
                <a:solidFill>
                  <a:srgbClr val="183D37"/>
                </a:solidFill>
                <a:latin typeface="Arial"/>
                <a:ea typeface="Arial"/>
                <a:cs typeface="Arial"/>
              </a:defRPr>
            </a:lvl1pPr>
            <a:lvl2pPr algn="l">
              <a:defRPr sz="1350" b="0">
                <a:solidFill>
                  <a:srgbClr val="183D37"/>
                </a:solidFill>
                <a:latin typeface="Arial"/>
                <a:ea typeface="Arial"/>
                <a:cs typeface="Arial"/>
              </a:defRPr>
            </a:lvl2pPr>
            <a:lvl3pPr algn="l">
              <a:defRPr sz="1350" b="0">
                <a:solidFill>
                  <a:srgbClr val="183D37"/>
                </a:solidFill>
                <a:latin typeface="Arial"/>
                <a:ea typeface="Arial"/>
                <a:cs typeface="Arial"/>
              </a:defRPr>
            </a:lvl3pPr>
            <a:lvl4pPr algn="l">
              <a:defRPr sz="1350" b="0">
                <a:solidFill>
                  <a:srgbClr val="183D37"/>
                </a:solidFill>
                <a:latin typeface="Arial"/>
                <a:ea typeface="Arial"/>
                <a:cs typeface="Arial"/>
              </a:defRPr>
            </a:lvl4pPr>
            <a:lvl5pPr algn="l">
              <a:defRPr sz="1350" b="0">
                <a:solidFill>
                  <a:srgbClr val="183D37"/>
                </a:solidFill>
                <a:latin typeface="Arial"/>
                <a:ea typeface="Arial"/>
                <a:cs typeface="Arial"/>
              </a:defRPr>
            </a:lvl5pPr>
            <a:lvl6pPr algn="l">
              <a:defRPr sz="1350" b="0">
                <a:solidFill>
                  <a:srgbClr val="183D37"/>
                </a:solidFill>
                <a:latin typeface="Arial"/>
                <a:ea typeface="Arial"/>
                <a:cs typeface="Arial"/>
              </a:defRPr>
            </a:lvl6pPr>
            <a:lvl7pPr algn="l">
              <a:defRPr sz="1350" b="0">
                <a:solidFill>
                  <a:srgbClr val="183D37"/>
                </a:solidFill>
                <a:latin typeface="Arial"/>
                <a:ea typeface="Arial"/>
                <a:cs typeface="Arial"/>
              </a:defRPr>
            </a:lvl7pPr>
            <a:lvl8pPr algn="l">
              <a:defRPr sz="1350" b="0">
                <a:solidFill>
                  <a:srgbClr val="183D37"/>
                </a:solidFill>
                <a:latin typeface="Arial"/>
                <a:ea typeface="Arial"/>
                <a:cs typeface="Arial"/>
              </a:defRPr>
            </a:lvl8pPr>
            <a:lvl9pPr algn="l">
              <a:defRPr sz="1350" b="0">
                <a:solidFill>
                  <a:srgbClr val="183D37"/>
                </a:solidFill>
                <a:latin typeface="Arial"/>
                <a:ea typeface="Arial"/>
                <a:cs typeface="Arial"/>
              </a:defRPr>
            </a:lvl9pPr>
          </a:lstStyle>
          <a:p xmlns:a="http://schemas.openxmlformats.org/drawingml/2006/main">
            <a:pPr algn="l">
              <a:defRPr sz="1350" b="0">
                <a:solidFill>
                  <a:srgbClr val="183D37"/>
                </a:solidFill>
                <a:latin typeface="Arial"/>
                <a:ea typeface="Arial"/>
                <a:cs typeface="Arial"/>
              </a:defRPr>
            </a:pPr>
            <a:r>
              <a:rPr sz="1350" b="0">
                <a:solidFill>
                  <a:srgbClr val="183D37"/>
                </a:solidFill>
                <a:latin typeface="Arial"/>
                <a:ea typeface="Arial"/>
                <a:cs typeface="Arial"/>
              </a:rPr>
              <a:t>Bundled records  /  CSV upload</a:t>
            </a:r>
          </a:p>
        </p:txBody>
      </p:sp>
      <p:sp>
        <p:nvSpPr>
          <p:cNvPr id="10" name="">
            <a:extLst xmlns:a="http://schemas.openxmlformats.org/drawingml/2006/main">
              <a:ext uri="{FF2B5EF4-FFF2-40B4-BE49-F238E27FC236}">
                <a16:creationId xmlns:a16="http://schemas.microsoft.com/office/drawing/2014/main" id="{AB1933FC-183D-4E8A-9A9A-3E5B25C9C555}"/>
              </a:ext>
            </a:extLst>
          </p:cNvPr>
          <p:cNvSpPr>
            <a:spLocks xmlns:a="http://schemas.openxmlformats.org/drawingml/2006/main" noGrp="1"/>
          </p:cNvSpPr>
          <p:nvPr/>
        </p:nvSpPr>
        <p:spPr>
          <a:xfrm xmlns:a="http://schemas.openxmlformats.org/drawingml/2006/main">
            <a:off x="4552950" y="2438400"/>
            <a:ext cx="0" cy="190500"/>
          </a:xfrm>
          <a:prstGeom xmlns:a="http://schemas.openxmlformats.org/drawingml/2006/main" prst="line">
            <a:avLst/>
          </a:prstGeom>
          <a:noFill xmlns:a="http://schemas.openxmlformats.org/drawingml/2006/main"/>
          <a:ln xmlns:a="http://schemas.openxmlformats.org/drawingml/2006/main" w="19050">
            <a:solidFill>
              <a:srgbClr val="177F69"/>
            </a:solidFill>
            <a:prstDash val="solid"/>
          </a:ln>
        </p:spPr>
      </p:sp>
      <p:sp>
        <p:nvSpPr>
          <p:cNvPr id="11" name="architecture-band-1">
            <a:extLst xmlns:a="http://schemas.openxmlformats.org/drawingml/2006/main">
              <a:ext uri="{FF2B5EF4-FFF2-40B4-BE49-F238E27FC236}">
                <a16:creationId xmlns:a16="http://schemas.microsoft.com/office/drawing/2014/main" id="{837D2AC7-CAC7-4358-9F11-1F9D49C4F89D}"/>
              </a:ext>
            </a:extLst>
          </p:cNvPr>
          <p:cNvSpPr>
            <a:spLocks xmlns:a="http://schemas.openxmlformats.org/drawingml/2006/main" noGrp="1"/>
          </p:cNvSpPr>
          <p:nvPr/>
        </p:nvSpPr>
        <p:spPr>
          <a:xfrm xmlns:a="http://schemas.openxmlformats.org/drawingml/2006/main">
            <a:off x="790575" y="2657475"/>
            <a:ext cx="7524750" cy="561975"/>
          </a:xfrm>
          <a:prstGeom xmlns:a="http://schemas.openxmlformats.org/drawingml/2006/main" prst="roundRect">
            <a:avLst>
              <a:gd name="adj" fmla="val 13559"/>
            </a:avLst>
          </a:prstGeom>
          <a:solidFill xmlns:a="http://schemas.openxmlformats.org/drawingml/2006/main">
            <a:srgbClr val="FFFFFF"/>
          </a:solidFill>
          <a:ln xmlns:a="http://schemas.openxmlformats.org/drawingml/2006/main" w="9525">
            <a:solidFill>
              <a:srgbClr val="D7E1DC"/>
            </a:solidFill>
            <a:prstDash val="solid"/>
          </a:ln>
        </p:spPr>
      </p:sp>
      <p:sp>
        <p:nvSpPr>
          <p:cNvPr id="12" name="architecture-label-1">
            <a:extLst xmlns:a="http://schemas.openxmlformats.org/drawingml/2006/main">
              <a:ext uri="{FF2B5EF4-FFF2-40B4-BE49-F238E27FC236}">
                <a16:creationId xmlns:a16="http://schemas.microsoft.com/office/drawing/2014/main" id="{DE5E9292-5D30-4ECB-8777-314E7F23FEF6}"/>
              </a:ext>
            </a:extLst>
          </p:cNvPr>
          <p:cNvSpPr>
            <a:spLocks xmlns:a="http://schemas.openxmlformats.org/drawingml/2006/main" noGrp="1"/>
          </p:cNvSpPr>
          <p:nvPr/>
        </p:nvSpPr>
        <p:spPr>
          <a:xfrm xmlns:a="http://schemas.openxmlformats.org/drawingml/2006/main">
            <a:off x="981075" y="2809875"/>
            <a:ext cx="1543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77F69"/>
                </a:solidFill>
                <a:latin typeface="Arial"/>
                <a:ea typeface="Arial"/>
                <a:cs typeface="Arial"/>
              </a:defRPr>
            </a:defPPr>
            <a:lvl1pPr algn="l">
              <a:defRPr sz="975" b="1">
                <a:solidFill>
                  <a:srgbClr val="177F69"/>
                </a:solidFill>
                <a:latin typeface="Arial"/>
                <a:ea typeface="Arial"/>
                <a:cs typeface="Arial"/>
              </a:defRPr>
            </a:lvl1pPr>
            <a:lvl2pPr algn="l">
              <a:defRPr sz="975" b="1">
                <a:solidFill>
                  <a:srgbClr val="177F69"/>
                </a:solidFill>
                <a:latin typeface="Arial"/>
                <a:ea typeface="Arial"/>
                <a:cs typeface="Arial"/>
              </a:defRPr>
            </a:lvl2pPr>
            <a:lvl3pPr algn="l">
              <a:defRPr sz="975" b="1">
                <a:solidFill>
                  <a:srgbClr val="177F69"/>
                </a:solidFill>
                <a:latin typeface="Arial"/>
                <a:ea typeface="Arial"/>
                <a:cs typeface="Arial"/>
              </a:defRPr>
            </a:lvl3pPr>
            <a:lvl4pPr algn="l">
              <a:defRPr sz="975" b="1">
                <a:solidFill>
                  <a:srgbClr val="177F69"/>
                </a:solidFill>
                <a:latin typeface="Arial"/>
                <a:ea typeface="Arial"/>
                <a:cs typeface="Arial"/>
              </a:defRPr>
            </a:lvl4pPr>
            <a:lvl5pPr algn="l">
              <a:defRPr sz="975" b="1">
                <a:solidFill>
                  <a:srgbClr val="177F69"/>
                </a:solidFill>
                <a:latin typeface="Arial"/>
                <a:ea typeface="Arial"/>
                <a:cs typeface="Arial"/>
              </a:defRPr>
            </a:lvl5pPr>
            <a:lvl6pPr algn="l">
              <a:defRPr sz="975" b="1">
                <a:solidFill>
                  <a:srgbClr val="177F69"/>
                </a:solidFill>
                <a:latin typeface="Arial"/>
                <a:ea typeface="Arial"/>
                <a:cs typeface="Arial"/>
              </a:defRPr>
            </a:lvl6pPr>
            <a:lvl7pPr algn="l">
              <a:defRPr sz="975" b="1">
                <a:solidFill>
                  <a:srgbClr val="177F69"/>
                </a:solidFill>
                <a:latin typeface="Arial"/>
                <a:ea typeface="Arial"/>
                <a:cs typeface="Arial"/>
              </a:defRPr>
            </a:lvl7pPr>
            <a:lvl8pPr algn="l">
              <a:defRPr sz="975" b="1">
                <a:solidFill>
                  <a:srgbClr val="177F69"/>
                </a:solidFill>
                <a:latin typeface="Arial"/>
                <a:ea typeface="Arial"/>
                <a:cs typeface="Arial"/>
              </a:defRPr>
            </a:lvl8pPr>
            <a:lvl9pPr algn="l">
              <a:defRPr sz="975" b="1">
                <a:solidFill>
                  <a:srgbClr val="177F69"/>
                </a:solidFill>
                <a:latin typeface="Arial"/>
                <a:ea typeface="Arial"/>
                <a:cs typeface="Arial"/>
              </a:defRPr>
            </a:lvl9pPr>
          </a:lstStyle>
          <a:p xmlns:a="http://schemas.openxmlformats.org/drawingml/2006/main">
            <a:pPr algn="l">
              <a:defRPr sz="975" b="1">
                <a:solidFill>
                  <a:srgbClr val="177F69"/>
                </a:solidFill>
                <a:latin typeface="Arial"/>
                <a:ea typeface="Arial"/>
                <a:cs typeface="Arial"/>
              </a:defRPr>
            </a:pPr>
            <a:r>
              <a:rPr sz="975" b="1">
                <a:solidFill>
                  <a:srgbClr val="177F69"/>
                </a:solidFill>
                <a:latin typeface="Arial"/>
                <a:ea typeface="Arial"/>
                <a:cs typeface="Arial"/>
              </a:rPr>
              <a:t>PREPARATION</a:t>
            </a:r>
          </a:p>
        </p:txBody>
      </p:sp>
      <p:sp>
        <p:nvSpPr>
          <p:cNvPr id="13" name="architecture-copy-1">
            <a:extLst xmlns:a="http://schemas.openxmlformats.org/drawingml/2006/main">
              <a:ext uri="{FF2B5EF4-FFF2-40B4-BE49-F238E27FC236}">
                <a16:creationId xmlns:a16="http://schemas.microsoft.com/office/drawing/2014/main" id="{3004CC2D-3E1A-4726-A922-F1821E534803}"/>
              </a:ext>
            </a:extLst>
          </p:cNvPr>
          <p:cNvSpPr>
            <a:spLocks xmlns:a="http://schemas.openxmlformats.org/drawingml/2006/main" noGrp="1"/>
          </p:cNvSpPr>
          <p:nvPr/>
        </p:nvSpPr>
        <p:spPr>
          <a:xfrm xmlns:a="http://schemas.openxmlformats.org/drawingml/2006/main">
            <a:off x="2686050" y="2790825"/>
            <a:ext cx="538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83D37"/>
                </a:solidFill>
                <a:latin typeface="Arial"/>
                <a:ea typeface="Arial"/>
                <a:cs typeface="Arial"/>
              </a:defRPr>
            </a:defPPr>
            <a:lvl1pPr algn="l">
              <a:defRPr sz="1350" b="0">
                <a:solidFill>
                  <a:srgbClr val="183D37"/>
                </a:solidFill>
                <a:latin typeface="Arial"/>
                <a:ea typeface="Arial"/>
                <a:cs typeface="Arial"/>
              </a:defRPr>
            </a:lvl1pPr>
            <a:lvl2pPr algn="l">
              <a:defRPr sz="1350" b="0">
                <a:solidFill>
                  <a:srgbClr val="183D37"/>
                </a:solidFill>
                <a:latin typeface="Arial"/>
                <a:ea typeface="Arial"/>
                <a:cs typeface="Arial"/>
              </a:defRPr>
            </a:lvl2pPr>
            <a:lvl3pPr algn="l">
              <a:defRPr sz="1350" b="0">
                <a:solidFill>
                  <a:srgbClr val="183D37"/>
                </a:solidFill>
                <a:latin typeface="Arial"/>
                <a:ea typeface="Arial"/>
                <a:cs typeface="Arial"/>
              </a:defRPr>
            </a:lvl3pPr>
            <a:lvl4pPr algn="l">
              <a:defRPr sz="1350" b="0">
                <a:solidFill>
                  <a:srgbClr val="183D37"/>
                </a:solidFill>
                <a:latin typeface="Arial"/>
                <a:ea typeface="Arial"/>
                <a:cs typeface="Arial"/>
              </a:defRPr>
            </a:lvl4pPr>
            <a:lvl5pPr algn="l">
              <a:defRPr sz="1350" b="0">
                <a:solidFill>
                  <a:srgbClr val="183D37"/>
                </a:solidFill>
                <a:latin typeface="Arial"/>
                <a:ea typeface="Arial"/>
                <a:cs typeface="Arial"/>
              </a:defRPr>
            </a:lvl5pPr>
            <a:lvl6pPr algn="l">
              <a:defRPr sz="1350" b="0">
                <a:solidFill>
                  <a:srgbClr val="183D37"/>
                </a:solidFill>
                <a:latin typeface="Arial"/>
                <a:ea typeface="Arial"/>
                <a:cs typeface="Arial"/>
              </a:defRPr>
            </a:lvl6pPr>
            <a:lvl7pPr algn="l">
              <a:defRPr sz="1350" b="0">
                <a:solidFill>
                  <a:srgbClr val="183D37"/>
                </a:solidFill>
                <a:latin typeface="Arial"/>
                <a:ea typeface="Arial"/>
                <a:cs typeface="Arial"/>
              </a:defRPr>
            </a:lvl7pPr>
            <a:lvl8pPr algn="l">
              <a:defRPr sz="1350" b="0">
                <a:solidFill>
                  <a:srgbClr val="183D37"/>
                </a:solidFill>
                <a:latin typeface="Arial"/>
                <a:ea typeface="Arial"/>
                <a:cs typeface="Arial"/>
              </a:defRPr>
            </a:lvl8pPr>
            <a:lvl9pPr algn="l">
              <a:defRPr sz="1350" b="0">
                <a:solidFill>
                  <a:srgbClr val="183D37"/>
                </a:solidFill>
                <a:latin typeface="Arial"/>
                <a:ea typeface="Arial"/>
                <a:cs typeface="Arial"/>
              </a:defRPr>
            </a:lvl9pPr>
          </a:lstStyle>
          <a:p xmlns:a="http://schemas.openxmlformats.org/drawingml/2006/main">
            <a:pPr algn="l">
              <a:defRPr sz="1350" b="0">
                <a:solidFill>
                  <a:srgbClr val="183D37"/>
                </a:solidFill>
                <a:latin typeface="Arial"/>
                <a:ea typeface="Arial"/>
                <a:cs typeface="Arial"/>
              </a:defRPr>
            </a:pPr>
            <a:r>
              <a:rPr sz="1350" b="0">
                <a:solidFill>
                  <a:srgbClr val="183D37"/>
                </a:solidFill>
                <a:latin typeface="Arial"/>
                <a:ea typeface="Arial"/>
                <a:cs typeface="Arial"/>
              </a:rPr>
              <a:t>Header checks  ·  date and numeric parsing</a:t>
            </a:r>
          </a:p>
        </p:txBody>
      </p:sp>
      <p:sp>
        <p:nvSpPr>
          <p:cNvPr id="14" name="">
            <a:extLst xmlns:a="http://schemas.openxmlformats.org/drawingml/2006/main">
              <a:ext uri="{FF2B5EF4-FFF2-40B4-BE49-F238E27FC236}">
                <a16:creationId xmlns:a16="http://schemas.microsoft.com/office/drawing/2014/main" id="{4B5F49B4-937E-4FA5-8B98-D9794A6F4D53}"/>
              </a:ext>
            </a:extLst>
          </p:cNvPr>
          <p:cNvSpPr>
            <a:spLocks xmlns:a="http://schemas.openxmlformats.org/drawingml/2006/main" noGrp="1"/>
          </p:cNvSpPr>
          <p:nvPr/>
        </p:nvSpPr>
        <p:spPr>
          <a:xfrm xmlns:a="http://schemas.openxmlformats.org/drawingml/2006/main">
            <a:off x="4552950" y="3228975"/>
            <a:ext cx="0" cy="190500"/>
          </a:xfrm>
          <a:prstGeom xmlns:a="http://schemas.openxmlformats.org/drawingml/2006/main" prst="line">
            <a:avLst/>
          </a:prstGeom>
          <a:noFill xmlns:a="http://schemas.openxmlformats.org/drawingml/2006/main"/>
          <a:ln xmlns:a="http://schemas.openxmlformats.org/drawingml/2006/main" w="19050">
            <a:solidFill>
              <a:srgbClr val="177F69"/>
            </a:solidFill>
            <a:prstDash val="solid"/>
          </a:ln>
        </p:spPr>
      </p:sp>
      <p:sp>
        <p:nvSpPr>
          <p:cNvPr id="15" name="architecture-band-2">
            <a:extLst xmlns:a="http://schemas.openxmlformats.org/drawingml/2006/main">
              <a:ext uri="{FF2B5EF4-FFF2-40B4-BE49-F238E27FC236}">
                <a16:creationId xmlns:a16="http://schemas.microsoft.com/office/drawing/2014/main" id="{65C86243-70A5-4048-93E9-055CE6FBB892}"/>
              </a:ext>
            </a:extLst>
          </p:cNvPr>
          <p:cNvSpPr>
            <a:spLocks xmlns:a="http://schemas.openxmlformats.org/drawingml/2006/main" noGrp="1"/>
          </p:cNvSpPr>
          <p:nvPr/>
        </p:nvSpPr>
        <p:spPr>
          <a:xfrm xmlns:a="http://schemas.openxmlformats.org/drawingml/2006/main">
            <a:off x="790575" y="3448050"/>
            <a:ext cx="7524750" cy="561975"/>
          </a:xfrm>
          <a:prstGeom xmlns:a="http://schemas.openxmlformats.org/drawingml/2006/main" prst="roundRect">
            <a:avLst>
              <a:gd name="adj" fmla="val 13559"/>
            </a:avLst>
          </a:prstGeom>
          <a:solidFill xmlns:a="http://schemas.openxmlformats.org/drawingml/2006/main">
            <a:srgbClr val="153E39"/>
          </a:solidFill>
          <a:ln xmlns:a="http://schemas.openxmlformats.org/drawingml/2006/main" w="9525">
            <a:solidFill>
              <a:srgbClr val="153E39"/>
            </a:solidFill>
            <a:prstDash val="solid"/>
          </a:ln>
        </p:spPr>
      </p:sp>
      <p:sp>
        <p:nvSpPr>
          <p:cNvPr id="16" name="architecture-label-2">
            <a:extLst xmlns:a="http://schemas.openxmlformats.org/drawingml/2006/main">
              <a:ext uri="{FF2B5EF4-FFF2-40B4-BE49-F238E27FC236}">
                <a16:creationId xmlns:a16="http://schemas.microsoft.com/office/drawing/2014/main" id="{7AB9CA70-7CA2-492F-939F-A409ADA8C3A2}"/>
              </a:ext>
            </a:extLst>
          </p:cNvPr>
          <p:cNvSpPr>
            <a:spLocks xmlns:a="http://schemas.openxmlformats.org/drawingml/2006/main" noGrp="1"/>
          </p:cNvSpPr>
          <p:nvPr/>
        </p:nvSpPr>
        <p:spPr>
          <a:xfrm xmlns:a="http://schemas.openxmlformats.org/drawingml/2006/main">
            <a:off x="981075" y="3600450"/>
            <a:ext cx="1543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D7EBA5"/>
                </a:solidFill>
                <a:latin typeface="Arial"/>
                <a:ea typeface="Arial"/>
                <a:cs typeface="Arial"/>
              </a:defRPr>
            </a:defPPr>
            <a:lvl1pPr algn="l">
              <a:defRPr sz="975" b="1">
                <a:solidFill>
                  <a:srgbClr val="D7EBA5"/>
                </a:solidFill>
                <a:latin typeface="Arial"/>
                <a:ea typeface="Arial"/>
                <a:cs typeface="Arial"/>
              </a:defRPr>
            </a:lvl1pPr>
            <a:lvl2pPr algn="l">
              <a:defRPr sz="975" b="1">
                <a:solidFill>
                  <a:srgbClr val="D7EBA5"/>
                </a:solidFill>
                <a:latin typeface="Arial"/>
                <a:ea typeface="Arial"/>
                <a:cs typeface="Arial"/>
              </a:defRPr>
            </a:lvl2pPr>
            <a:lvl3pPr algn="l">
              <a:defRPr sz="975" b="1">
                <a:solidFill>
                  <a:srgbClr val="D7EBA5"/>
                </a:solidFill>
                <a:latin typeface="Arial"/>
                <a:ea typeface="Arial"/>
                <a:cs typeface="Arial"/>
              </a:defRPr>
            </a:lvl3pPr>
            <a:lvl4pPr algn="l">
              <a:defRPr sz="975" b="1">
                <a:solidFill>
                  <a:srgbClr val="D7EBA5"/>
                </a:solidFill>
                <a:latin typeface="Arial"/>
                <a:ea typeface="Arial"/>
                <a:cs typeface="Arial"/>
              </a:defRPr>
            </a:lvl4pPr>
            <a:lvl5pPr algn="l">
              <a:defRPr sz="975" b="1">
                <a:solidFill>
                  <a:srgbClr val="D7EBA5"/>
                </a:solidFill>
                <a:latin typeface="Arial"/>
                <a:ea typeface="Arial"/>
                <a:cs typeface="Arial"/>
              </a:defRPr>
            </a:lvl5pPr>
            <a:lvl6pPr algn="l">
              <a:defRPr sz="975" b="1">
                <a:solidFill>
                  <a:srgbClr val="D7EBA5"/>
                </a:solidFill>
                <a:latin typeface="Arial"/>
                <a:ea typeface="Arial"/>
                <a:cs typeface="Arial"/>
              </a:defRPr>
            </a:lvl6pPr>
            <a:lvl7pPr algn="l">
              <a:defRPr sz="975" b="1">
                <a:solidFill>
                  <a:srgbClr val="D7EBA5"/>
                </a:solidFill>
                <a:latin typeface="Arial"/>
                <a:ea typeface="Arial"/>
                <a:cs typeface="Arial"/>
              </a:defRPr>
            </a:lvl7pPr>
            <a:lvl8pPr algn="l">
              <a:defRPr sz="975" b="1">
                <a:solidFill>
                  <a:srgbClr val="D7EBA5"/>
                </a:solidFill>
                <a:latin typeface="Arial"/>
                <a:ea typeface="Arial"/>
                <a:cs typeface="Arial"/>
              </a:defRPr>
            </a:lvl8pPr>
            <a:lvl9pPr algn="l">
              <a:defRPr sz="975" b="1">
                <a:solidFill>
                  <a:srgbClr val="D7EBA5"/>
                </a:solidFill>
                <a:latin typeface="Arial"/>
                <a:ea typeface="Arial"/>
                <a:cs typeface="Arial"/>
              </a:defRPr>
            </a:lvl9pPr>
          </a:lstStyle>
          <a:p xmlns:a="http://schemas.openxmlformats.org/drawingml/2006/main">
            <a:pPr algn="l">
              <a:defRPr sz="975" b="1">
                <a:solidFill>
                  <a:srgbClr val="D7EBA5"/>
                </a:solidFill>
                <a:latin typeface="Arial"/>
                <a:ea typeface="Arial"/>
                <a:cs typeface="Arial"/>
              </a:defRPr>
            </a:pPr>
            <a:r>
              <a:rPr sz="975" b="1">
                <a:solidFill>
                  <a:srgbClr val="D7EBA5"/>
                </a:solidFill>
                <a:latin typeface="Arial"/>
                <a:ea typeface="Arial"/>
                <a:cs typeface="Arial"/>
              </a:rPr>
              <a:t>ANALYTICS</a:t>
            </a:r>
          </a:p>
        </p:txBody>
      </p:sp>
      <p:sp>
        <p:nvSpPr>
          <p:cNvPr id="17" name="architecture-copy-2">
            <a:extLst xmlns:a="http://schemas.openxmlformats.org/drawingml/2006/main">
              <a:ext uri="{FF2B5EF4-FFF2-40B4-BE49-F238E27FC236}">
                <a16:creationId xmlns:a16="http://schemas.microsoft.com/office/drawing/2014/main" id="{0D830211-8650-4619-9B40-218AC3DD9F7F}"/>
              </a:ext>
            </a:extLst>
          </p:cNvPr>
          <p:cNvSpPr>
            <a:spLocks xmlns:a="http://schemas.openxmlformats.org/drawingml/2006/main" noGrp="1"/>
          </p:cNvSpPr>
          <p:nvPr/>
        </p:nvSpPr>
        <p:spPr>
          <a:xfrm xmlns:a="http://schemas.openxmlformats.org/drawingml/2006/main">
            <a:off x="2686050" y="3581400"/>
            <a:ext cx="538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FFFFF"/>
                </a:solidFill>
                <a:latin typeface="Arial"/>
                <a:ea typeface="Arial"/>
                <a:cs typeface="Arial"/>
              </a:defRPr>
            </a:defPPr>
            <a:lvl1pPr algn="l">
              <a:defRPr sz="1350" b="1">
                <a:solidFill>
                  <a:srgbClr val="FFFFFF"/>
                </a:solidFill>
                <a:latin typeface="Arial"/>
                <a:ea typeface="Arial"/>
                <a:cs typeface="Arial"/>
              </a:defRPr>
            </a:lvl1pPr>
            <a:lvl2pPr algn="l">
              <a:defRPr sz="1350" b="1">
                <a:solidFill>
                  <a:srgbClr val="FFFFFF"/>
                </a:solidFill>
                <a:latin typeface="Arial"/>
                <a:ea typeface="Arial"/>
                <a:cs typeface="Arial"/>
              </a:defRPr>
            </a:lvl2pPr>
            <a:lvl3pPr algn="l">
              <a:defRPr sz="1350" b="1">
                <a:solidFill>
                  <a:srgbClr val="FFFFFF"/>
                </a:solidFill>
                <a:latin typeface="Arial"/>
                <a:ea typeface="Arial"/>
                <a:cs typeface="Arial"/>
              </a:defRPr>
            </a:lvl3pPr>
            <a:lvl4pPr algn="l">
              <a:defRPr sz="1350" b="1">
                <a:solidFill>
                  <a:srgbClr val="FFFFFF"/>
                </a:solidFill>
                <a:latin typeface="Arial"/>
                <a:ea typeface="Arial"/>
                <a:cs typeface="Arial"/>
              </a:defRPr>
            </a:lvl4pPr>
            <a:lvl5pPr algn="l">
              <a:defRPr sz="1350" b="1">
                <a:solidFill>
                  <a:srgbClr val="FFFFFF"/>
                </a:solidFill>
                <a:latin typeface="Arial"/>
                <a:ea typeface="Arial"/>
                <a:cs typeface="Arial"/>
              </a:defRPr>
            </a:lvl5pPr>
            <a:lvl6pPr algn="l">
              <a:defRPr sz="1350" b="1">
                <a:solidFill>
                  <a:srgbClr val="FFFFFF"/>
                </a:solidFill>
                <a:latin typeface="Arial"/>
                <a:ea typeface="Arial"/>
                <a:cs typeface="Arial"/>
              </a:defRPr>
            </a:lvl6pPr>
            <a:lvl7pPr algn="l">
              <a:defRPr sz="1350" b="1">
                <a:solidFill>
                  <a:srgbClr val="FFFFFF"/>
                </a:solidFill>
                <a:latin typeface="Arial"/>
                <a:ea typeface="Arial"/>
                <a:cs typeface="Arial"/>
              </a:defRPr>
            </a:lvl7pPr>
            <a:lvl8pPr algn="l">
              <a:defRPr sz="1350" b="1">
                <a:solidFill>
                  <a:srgbClr val="FFFFFF"/>
                </a:solidFill>
                <a:latin typeface="Arial"/>
                <a:ea typeface="Arial"/>
                <a:cs typeface="Arial"/>
              </a:defRPr>
            </a:lvl8pPr>
            <a:lvl9pPr algn="l">
              <a:defRPr sz="1350" b="1">
                <a:solidFill>
                  <a:srgbClr val="FFFFFF"/>
                </a:solidFill>
                <a:latin typeface="Arial"/>
                <a:ea typeface="Arial"/>
                <a:cs typeface="Arial"/>
              </a:defRPr>
            </a:lvl9pPr>
          </a:lstStyle>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Sales aggregates  ·  RFM  ·  category pairs</a:t>
            </a:r>
          </a:p>
        </p:txBody>
      </p:sp>
      <p:sp>
        <p:nvSpPr>
          <p:cNvPr id="18" name="">
            <a:extLst xmlns:a="http://schemas.openxmlformats.org/drawingml/2006/main">
              <a:ext uri="{FF2B5EF4-FFF2-40B4-BE49-F238E27FC236}">
                <a16:creationId xmlns:a16="http://schemas.microsoft.com/office/drawing/2014/main" id="{7B2A87DB-2CF5-42E2-8B26-33072A26650B}"/>
              </a:ext>
            </a:extLst>
          </p:cNvPr>
          <p:cNvSpPr>
            <a:spLocks xmlns:a="http://schemas.openxmlformats.org/drawingml/2006/main" noGrp="1"/>
          </p:cNvSpPr>
          <p:nvPr/>
        </p:nvSpPr>
        <p:spPr>
          <a:xfrm xmlns:a="http://schemas.openxmlformats.org/drawingml/2006/main">
            <a:off x="4552950" y="4019550"/>
            <a:ext cx="0" cy="190500"/>
          </a:xfrm>
          <a:prstGeom xmlns:a="http://schemas.openxmlformats.org/drawingml/2006/main" prst="line">
            <a:avLst/>
          </a:prstGeom>
          <a:noFill xmlns:a="http://schemas.openxmlformats.org/drawingml/2006/main"/>
          <a:ln xmlns:a="http://schemas.openxmlformats.org/drawingml/2006/main" w="19050">
            <a:solidFill>
              <a:srgbClr val="177F69"/>
            </a:solidFill>
            <a:prstDash val="solid"/>
          </a:ln>
        </p:spPr>
      </p:sp>
      <p:sp>
        <p:nvSpPr>
          <p:cNvPr id="19" name="architecture-band-3">
            <a:extLst xmlns:a="http://schemas.openxmlformats.org/drawingml/2006/main">
              <a:ext uri="{FF2B5EF4-FFF2-40B4-BE49-F238E27FC236}">
                <a16:creationId xmlns:a16="http://schemas.microsoft.com/office/drawing/2014/main" id="{FCBD4DE1-4A2E-4ABA-9D67-8834FD486305}"/>
              </a:ext>
            </a:extLst>
          </p:cNvPr>
          <p:cNvSpPr>
            <a:spLocks xmlns:a="http://schemas.openxmlformats.org/drawingml/2006/main" noGrp="1"/>
          </p:cNvSpPr>
          <p:nvPr/>
        </p:nvSpPr>
        <p:spPr>
          <a:xfrm xmlns:a="http://schemas.openxmlformats.org/drawingml/2006/main">
            <a:off x="790575" y="4238625"/>
            <a:ext cx="7524750" cy="561975"/>
          </a:xfrm>
          <a:prstGeom xmlns:a="http://schemas.openxmlformats.org/drawingml/2006/main" prst="roundRect">
            <a:avLst>
              <a:gd name="adj" fmla="val 13559"/>
            </a:avLst>
          </a:prstGeom>
          <a:solidFill xmlns:a="http://schemas.openxmlformats.org/drawingml/2006/main">
            <a:srgbClr val="FFFFFF"/>
          </a:solidFill>
          <a:ln xmlns:a="http://schemas.openxmlformats.org/drawingml/2006/main" w="9525">
            <a:solidFill>
              <a:srgbClr val="D7E1DC"/>
            </a:solidFill>
            <a:prstDash val="solid"/>
          </a:ln>
        </p:spPr>
      </p:sp>
      <p:sp>
        <p:nvSpPr>
          <p:cNvPr id="20" name="architecture-label-3">
            <a:extLst xmlns:a="http://schemas.openxmlformats.org/drawingml/2006/main">
              <a:ext uri="{FF2B5EF4-FFF2-40B4-BE49-F238E27FC236}">
                <a16:creationId xmlns:a16="http://schemas.microsoft.com/office/drawing/2014/main" id="{055445DC-ED82-4C51-B2DB-538D2FDB0453}"/>
              </a:ext>
            </a:extLst>
          </p:cNvPr>
          <p:cNvSpPr>
            <a:spLocks xmlns:a="http://schemas.openxmlformats.org/drawingml/2006/main" noGrp="1"/>
          </p:cNvSpPr>
          <p:nvPr/>
        </p:nvSpPr>
        <p:spPr>
          <a:xfrm xmlns:a="http://schemas.openxmlformats.org/drawingml/2006/main">
            <a:off x="981075" y="4391025"/>
            <a:ext cx="1543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77F69"/>
                </a:solidFill>
                <a:latin typeface="Arial"/>
                <a:ea typeface="Arial"/>
                <a:cs typeface="Arial"/>
              </a:defRPr>
            </a:defPPr>
            <a:lvl1pPr algn="l">
              <a:defRPr sz="975" b="1">
                <a:solidFill>
                  <a:srgbClr val="177F69"/>
                </a:solidFill>
                <a:latin typeface="Arial"/>
                <a:ea typeface="Arial"/>
                <a:cs typeface="Arial"/>
              </a:defRPr>
            </a:lvl1pPr>
            <a:lvl2pPr algn="l">
              <a:defRPr sz="975" b="1">
                <a:solidFill>
                  <a:srgbClr val="177F69"/>
                </a:solidFill>
                <a:latin typeface="Arial"/>
                <a:ea typeface="Arial"/>
                <a:cs typeface="Arial"/>
              </a:defRPr>
            </a:lvl2pPr>
            <a:lvl3pPr algn="l">
              <a:defRPr sz="975" b="1">
                <a:solidFill>
                  <a:srgbClr val="177F69"/>
                </a:solidFill>
                <a:latin typeface="Arial"/>
                <a:ea typeface="Arial"/>
                <a:cs typeface="Arial"/>
              </a:defRPr>
            </a:lvl3pPr>
            <a:lvl4pPr algn="l">
              <a:defRPr sz="975" b="1">
                <a:solidFill>
                  <a:srgbClr val="177F69"/>
                </a:solidFill>
                <a:latin typeface="Arial"/>
                <a:ea typeface="Arial"/>
                <a:cs typeface="Arial"/>
              </a:defRPr>
            </a:lvl4pPr>
            <a:lvl5pPr algn="l">
              <a:defRPr sz="975" b="1">
                <a:solidFill>
                  <a:srgbClr val="177F69"/>
                </a:solidFill>
                <a:latin typeface="Arial"/>
                <a:ea typeface="Arial"/>
                <a:cs typeface="Arial"/>
              </a:defRPr>
            </a:lvl5pPr>
            <a:lvl6pPr algn="l">
              <a:defRPr sz="975" b="1">
                <a:solidFill>
                  <a:srgbClr val="177F69"/>
                </a:solidFill>
                <a:latin typeface="Arial"/>
                <a:ea typeface="Arial"/>
                <a:cs typeface="Arial"/>
              </a:defRPr>
            </a:lvl6pPr>
            <a:lvl7pPr algn="l">
              <a:defRPr sz="975" b="1">
                <a:solidFill>
                  <a:srgbClr val="177F69"/>
                </a:solidFill>
                <a:latin typeface="Arial"/>
                <a:ea typeface="Arial"/>
                <a:cs typeface="Arial"/>
              </a:defRPr>
            </a:lvl7pPr>
            <a:lvl8pPr algn="l">
              <a:defRPr sz="975" b="1">
                <a:solidFill>
                  <a:srgbClr val="177F69"/>
                </a:solidFill>
                <a:latin typeface="Arial"/>
                <a:ea typeface="Arial"/>
                <a:cs typeface="Arial"/>
              </a:defRPr>
            </a:lvl8pPr>
            <a:lvl9pPr algn="l">
              <a:defRPr sz="975" b="1">
                <a:solidFill>
                  <a:srgbClr val="177F69"/>
                </a:solidFill>
                <a:latin typeface="Arial"/>
                <a:ea typeface="Arial"/>
                <a:cs typeface="Arial"/>
              </a:defRPr>
            </a:lvl9pPr>
          </a:lstStyle>
          <a:p xmlns:a="http://schemas.openxmlformats.org/drawingml/2006/main">
            <a:pPr algn="l">
              <a:defRPr sz="975" b="1">
                <a:solidFill>
                  <a:srgbClr val="177F69"/>
                </a:solidFill>
                <a:latin typeface="Arial"/>
                <a:ea typeface="Arial"/>
                <a:cs typeface="Arial"/>
              </a:defRPr>
            </a:pPr>
            <a:r>
              <a:rPr sz="975" b="1">
                <a:solidFill>
                  <a:srgbClr val="177F69"/>
                </a:solidFill>
                <a:latin typeface="Arial"/>
                <a:ea typeface="Arial"/>
                <a:cs typeface="Arial"/>
              </a:rPr>
              <a:t>PRESENTATION</a:t>
            </a:r>
          </a:p>
        </p:txBody>
      </p:sp>
      <p:sp>
        <p:nvSpPr>
          <p:cNvPr id="21" name="architecture-copy-3">
            <a:extLst xmlns:a="http://schemas.openxmlformats.org/drawingml/2006/main">
              <a:ext uri="{FF2B5EF4-FFF2-40B4-BE49-F238E27FC236}">
                <a16:creationId xmlns:a16="http://schemas.microsoft.com/office/drawing/2014/main" id="{3C0B8BC2-FAC5-4653-A56D-411C28F95B66}"/>
              </a:ext>
            </a:extLst>
          </p:cNvPr>
          <p:cNvSpPr>
            <a:spLocks xmlns:a="http://schemas.openxmlformats.org/drawingml/2006/main" noGrp="1"/>
          </p:cNvSpPr>
          <p:nvPr/>
        </p:nvSpPr>
        <p:spPr>
          <a:xfrm xmlns:a="http://schemas.openxmlformats.org/drawingml/2006/main">
            <a:off x="2686050" y="4371975"/>
            <a:ext cx="538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83D37"/>
                </a:solidFill>
                <a:latin typeface="Arial"/>
                <a:ea typeface="Arial"/>
                <a:cs typeface="Arial"/>
              </a:defRPr>
            </a:defPPr>
            <a:lvl1pPr algn="l">
              <a:defRPr sz="1350" b="0">
                <a:solidFill>
                  <a:srgbClr val="183D37"/>
                </a:solidFill>
                <a:latin typeface="Arial"/>
                <a:ea typeface="Arial"/>
                <a:cs typeface="Arial"/>
              </a:defRPr>
            </a:lvl1pPr>
            <a:lvl2pPr algn="l">
              <a:defRPr sz="1350" b="0">
                <a:solidFill>
                  <a:srgbClr val="183D37"/>
                </a:solidFill>
                <a:latin typeface="Arial"/>
                <a:ea typeface="Arial"/>
                <a:cs typeface="Arial"/>
              </a:defRPr>
            </a:lvl2pPr>
            <a:lvl3pPr algn="l">
              <a:defRPr sz="1350" b="0">
                <a:solidFill>
                  <a:srgbClr val="183D37"/>
                </a:solidFill>
                <a:latin typeface="Arial"/>
                <a:ea typeface="Arial"/>
                <a:cs typeface="Arial"/>
              </a:defRPr>
            </a:lvl3pPr>
            <a:lvl4pPr algn="l">
              <a:defRPr sz="1350" b="0">
                <a:solidFill>
                  <a:srgbClr val="183D37"/>
                </a:solidFill>
                <a:latin typeface="Arial"/>
                <a:ea typeface="Arial"/>
                <a:cs typeface="Arial"/>
              </a:defRPr>
            </a:lvl4pPr>
            <a:lvl5pPr algn="l">
              <a:defRPr sz="1350" b="0">
                <a:solidFill>
                  <a:srgbClr val="183D37"/>
                </a:solidFill>
                <a:latin typeface="Arial"/>
                <a:ea typeface="Arial"/>
                <a:cs typeface="Arial"/>
              </a:defRPr>
            </a:lvl5pPr>
            <a:lvl6pPr algn="l">
              <a:defRPr sz="1350" b="0">
                <a:solidFill>
                  <a:srgbClr val="183D37"/>
                </a:solidFill>
                <a:latin typeface="Arial"/>
                <a:ea typeface="Arial"/>
                <a:cs typeface="Arial"/>
              </a:defRPr>
            </a:lvl6pPr>
            <a:lvl7pPr algn="l">
              <a:defRPr sz="1350" b="0">
                <a:solidFill>
                  <a:srgbClr val="183D37"/>
                </a:solidFill>
                <a:latin typeface="Arial"/>
                <a:ea typeface="Arial"/>
                <a:cs typeface="Arial"/>
              </a:defRPr>
            </a:lvl7pPr>
            <a:lvl8pPr algn="l">
              <a:defRPr sz="1350" b="0">
                <a:solidFill>
                  <a:srgbClr val="183D37"/>
                </a:solidFill>
                <a:latin typeface="Arial"/>
                <a:ea typeface="Arial"/>
                <a:cs typeface="Arial"/>
              </a:defRPr>
            </a:lvl8pPr>
            <a:lvl9pPr algn="l">
              <a:defRPr sz="1350" b="0">
                <a:solidFill>
                  <a:srgbClr val="183D37"/>
                </a:solidFill>
                <a:latin typeface="Arial"/>
                <a:ea typeface="Arial"/>
                <a:cs typeface="Arial"/>
              </a:defRPr>
            </a:lvl9pPr>
          </a:lstStyle>
          <a:p xmlns:a="http://schemas.openxmlformats.org/drawingml/2006/main">
            <a:pPr algn="l">
              <a:defRPr sz="1350" b="0">
                <a:solidFill>
                  <a:srgbClr val="183D37"/>
                </a:solidFill>
                <a:latin typeface="Arial"/>
                <a:ea typeface="Arial"/>
                <a:cs typeface="Arial"/>
              </a:defRPr>
            </a:pPr>
            <a:r>
              <a:rPr sz="1350" b="0">
                <a:solidFill>
                  <a:srgbClr val="183D37"/>
                </a:solidFill>
                <a:latin typeface="Arial"/>
                <a:ea typeface="Arial"/>
                <a:cs typeface="Arial"/>
              </a:rPr>
              <a:t>Canvas charts  ·  tables  ·  insight text</a:t>
            </a:r>
          </a:p>
        </p:txBody>
      </p:sp>
      <p:sp>
        <p:nvSpPr>
          <p:cNvPr id="22" name="">
            <a:extLst xmlns:a="http://schemas.openxmlformats.org/drawingml/2006/main">
              <a:ext uri="{FF2B5EF4-FFF2-40B4-BE49-F238E27FC236}">
                <a16:creationId xmlns:a16="http://schemas.microsoft.com/office/drawing/2014/main" id="{3A8209C4-A3AC-4800-8C3A-E47BF1FBCC2E}"/>
              </a:ext>
            </a:extLst>
          </p:cNvPr>
          <p:cNvSpPr>
            <a:spLocks xmlns:a="http://schemas.openxmlformats.org/drawingml/2006/main" noGrp="1"/>
          </p:cNvSpPr>
          <p:nvPr/>
        </p:nvSpPr>
        <p:spPr>
          <a:xfrm xmlns:a="http://schemas.openxmlformats.org/drawingml/2006/main">
            <a:off x="4552950" y="4810125"/>
            <a:ext cx="0" cy="190500"/>
          </a:xfrm>
          <a:prstGeom xmlns:a="http://schemas.openxmlformats.org/drawingml/2006/main" prst="line">
            <a:avLst/>
          </a:prstGeom>
          <a:noFill xmlns:a="http://schemas.openxmlformats.org/drawingml/2006/main"/>
          <a:ln xmlns:a="http://schemas.openxmlformats.org/drawingml/2006/main" w="19050">
            <a:solidFill>
              <a:srgbClr val="177F69"/>
            </a:solidFill>
            <a:prstDash val="solid"/>
          </a:ln>
        </p:spPr>
      </p:sp>
      <p:sp>
        <p:nvSpPr>
          <p:cNvPr id="23" name="architecture-band-4">
            <a:extLst xmlns:a="http://schemas.openxmlformats.org/drawingml/2006/main">
              <a:ext uri="{FF2B5EF4-FFF2-40B4-BE49-F238E27FC236}">
                <a16:creationId xmlns:a16="http://schemas.microsoft.com/office/drawing/2014/main" id="{31030AF5-DAB2-4ED9-A671-6B1392E47529}"/>
              </a:ext>
            </a:extLst>
          </p:cNvPr>
          <p:cNvSpPr>
            <a:spLocks xmlns:a="http://schemas.openxmlformats.org/drawingml/2006/main" noGrp="1"/>
          </p:cNvSpPr>
          <p:nvPr/>
        </p:nvSpPr>
        <p:spPr>
          <a:xfrm xmlns:a="http://schemas.openxmlformats.org/drawingml/2006/main">
            <a:off x="790575" y="5029200"/>
            <a:ext cx="7524750" cy="561975"/>
          </a:xfrm>
          <a:prstGeom xmlns:a="http://schemas.openxmlformats.org/drawingml/2006/main" prst="roundRect">
            <a:avLst>
              <a:gd name="adj" fmla="val 13559"/>
            </a:avLst>
          </a:prstGeom>
          <a:solidFill xmlns:a="http://schemas.openxmlformats.org/drawingml/2006/main">
            <a:srgbClr val="FFFFFF"/>
          </a:solidFill>
          <a:ln xmlns:a="http://schemas.openxmlformats.org/drawingml/2006/main" w="9525">
            <a:solidFill>
              <a:srgbClr val="D7E1DC"/>
            </a:solidFill>
            <a:prstDash val="solid"/>
          </a:ln>
        </p:spPr>
      </p:sp>
      <p:sp>
        <p:nvSpPr>
          <p:cNvPr id="24" name="architecture-label-4">
            <a:extLst xmlns:a="http://schemas.openxmlformats.org/drawingml/2006/main">
              <a:ext uri="{FF2B5EF4-FFF2-40B4-BE49-F238E27FC236}">
                <a16:creationId xmlns:a16="http://schemas.microsoft.com/office/drawing/2014/main" id="{7B92EA36-8126-4F96-BC47-00546ACF2F1B}"/>
              </a:ext>
            </a:extLst>
          </p:cNvPr>
          <p:cNvSpPr>
            <a:spLocks xmlns:a="http://schemas.openxmlformats.org/drawingml/2006/main" noGrp="1"/>
          </p:cNvSpPr>
          <p:nvPr/>
        </p:nvSpPr>
        <p:spPr>
          <a:xfrm xmlns:a="http://schemas.openxmlformats.org/drawingml/2006/main">
            <a:off x="981075" y="5181600"/>
            <a:ext cx="1543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77F69"/>
                </a:solidFill>
                <a:latin typeface="Arial"/>
                <a:ea typeface="Arial"/>
                <a:cs typeface="Arial"/>
              </a:defRPr>
            </a:defPPr>
            <a:lvl1pPr algn="l">
              <a:defRPr sz="975" b="1">
                <a:solidFill>
                  <a:srgbClr val="177F69"/>
                </a:solidFill>
                <a:latin typeface="Arial"/>
                <a:ea typeface="Arial"/>
                <a:cs typeface="Arial"/>
              </a:defRPr>
            </a:lvl1pPr>
            <a:lvl2pPr algn="l">
              <a:defRPr sz="975" b="1">
                <a:solidFill>
                  <a:srgbClr val="177F69"/>
                </a:solidFill>
                <a:latin typeface="Arial"/>
                <a:ea typeface="Arial"/>
                <a:cs typeface="Arial"/>
              </a:defRPr>
            </a:lvl2pPr>
            <a:lvl3pPr algn="l">
              <a:defRPr sz="975" b="1">
                <a:solidFill>
                  <a:srgbClr val="177F69"/>
                </a:solidFill>
                <a:latin typeface="Arial"/>
                <a:ea typeface="Arial"/>
                <a:cs typeface="Arial"/>
              </a:defRPr>
            </a:lvl3pPr>
            <a:lvl4pPr algn="l">
              <a:defRPr sz="975" b="1">
                <a:solidFill>
                  <a:srgbClr val="177F69"/>
                </a:solidFill>
                <a:latin typeface="Arial"/>
                <a:ea typeface="Arial"/>
                <a:cs typeface="Arial"/>
              </a:defRPr>
            </a:lvl4pPr>
            <a:lvl5pPr algn="l">
              <a:defRPr sz="975" b="1">
                <a:solidFill>
                  <a:srgbClr val="177F69"/>
                </a:solidFill>
                <a:latin typeface="Arial"/>
                <a:ea typeface="Arial"/>
                <a:cs typeface="Arial"/>
              </a:defRPr>
            </a:lvl5pPr>
            <a:lvl6pPr algn="l">
              <a:defRPr sz="975" b="1">
                <a:solidFill>
                  <a:srgbClr val="177F69"/>
                </a:solidFill>
                <a:latin typeface="Arial"/>
                <a:ea typeface="Arial"/>
                <a:cs typeface="Arial"/>
              </a:defRPr>
            </a:lvl6pPr>
            <a:lvl7pPr algn="l">
              <a:defRPr sz="975" b="1">
                <a:solidFill>
                  <a:srgbClr val="177F69"/>
                </a:solidFill>
                <a:latin typeface="Arial"/>
                <a:ea typeface="Arial"/>
                <a:cs typeface="Arial"/>
              </a:defRPr>
            </a:lvl7pPr>
            <a:lvl8pPr algn="l">
              <a:defRPr sz="975" b="1">
                <a:solidFill>
                  <a:srgbClr val="177F69"/>
                </a:solidFill>
                <a:latin typeface="Arial"/>
                <a:ea typeface="Arial"/>
                <a:cs typeface="Arial"/>
              </a:defRPr>
            </a:lvl8pPr>
            <a:lvl9pPr algn="l">
              <a:defRPr sz="975" b="1">
                <a:solidFill>
                  <a:srgbClr val="177F69"/>
                </a:solidFill>
                <a:latin typeface="Arial"/>
                <a:ea typeface="Arial"/>
                <a:cs typeface="Arial"/>
              </a:defRPr>
            </a:lvl9pPr>
          </a:lstStyle>
          <a:p xmlns:a="http://schemas.openxmlformats.org/drawingml/2006/main">
            <a:pPr algn="l">
              <a:defRPr sz="975" b="1">
                <a:solidFill>
                  <a:srgbClr val="177F69"/>
                </a:solidFill>
                <a:latin typeface="Arial"/>
                <a:ea typeface="Arial"/>
                <a:cs typeface="Arial"/>
              </a:defRPr>
            </a:pPr>
            <a:r>
              <a:rPr sz="975" b="1">
                <a:solidFill>
                  <a:srgbClr val="177F69"/>
                </a:solidFill>
                <a:latin typeface="Arial"/>
                <a:ea typeface="Arial"/>
                <a:cs typeface="Arial"/>
              </a:rPr>
              <a:t>OUTPUT</a:t>
            </a:r>
          </a:p>
        </p:txBody>
      </p:sp>
      <p:sp>
        <p:nvSpPr>
          <p:cNvPr id="25" name="architecture-copy-4">
            <a:extLst xmlns:a="http://schemas.openxmlformats.org/drawingml/2006/main">
              <a:ext uri="{FF2B5EF4-FFF2-40B4-BE49-F238E27FC236}">
                <a16:creationId xmlns:a16="http://schemas.microsoft.com/office/drawing/2014/main" id="{503FAF82-00D2-47F9-9317-52B679D11A60}"/>
              </a:ext>
            </a:extLst>
          </p:cNvPr>
          <p:cNvSpPr>
            <a:spLocks xmlns:a="http://schemas.openxmlformats.org/drawingml/2006/main" noGrp="1"/>
          </p:cNvSpPr>
          <p:nvPr/>
        </p:nvSpPr>
        <p:spPr>
          <a:xfrm xmlns:a="http://schemas.openxmlformats.org/drawingml/2006/main">
            <a:off x="2686050" y="5162550"/>
            <a:ext cx="538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83D37"/>
                </a:solidFill>
                <a:latin typeface="Arial"/>
                <a:ea typeface="Arial"/>
                <a:cs typeface="Arial"/>
              </a:defRPr>
            </a:defPPr>
            <a:lvl1pPr algn="l">
              <a:defRPr sz="1350" b="0">
                <a:solidFill>
                  <a:srgbClr val="183D37"/>
                </a:solidFill>
                <a:latin typeface="Arial"/>
                <a:ea typeface="Arial"/>
                <a:cs typeface="Arial"/>
              </a:defRPr>
            </a:lvl1pPr>
            <a:lvl2pPr algn="l">
              <a:defRPr sz="1350" b="0">
                <a:solidFill>
                  <a:srgbClr val="183D37"/>
                </a:solidFill>
                <a:latin typeface="Arial"/>
                <a:ea typeface="Arial"/>
                <a:cs typeface="Arial"/>
              </a:defRPr>
            </a:lvl2pPr>
            <a:lvl3pPr algn="l">
              <a:defRPr sz="1350" b="0">
                <a:solidFill>
                  <a:srgbClr val="183D37"/>
                </a:solidFill>
                <a:latin typeface="Arial"/>
                <a:ea typeface="Arial"/>
                <a:cs typeface="Arial"/>
              </a:defRPr>
            </a:lvl3pPr>
            <a:lvl4pPr algn="l">
              <a:defRPr sz="1350" b="0">
                <a:solidFill>
                  <a:srgbClr val="183D37"/>
                </a:solidFill>
                <a:latin typeface="Arial"/>
                <a:ea typeface="Arial"/>
                <a:cs typeface="Arial"/>
              </a:defRPr>
            </a:lvl4pPr>
            <a:lvl5pPr algn="l">
              <a:defRPr sz="1350" b="0">
                <a:solidFill>
                  <a:srgbClr val="183D37"/>
                </a:solidFill>
                <a:latin typeface="Arial"/>
                <a:ea typeface="Arial"/>
                <a:cs typeface="Arial"/>
              </a:defRPr>
            </a:lvl5pPr>
            <a:lvl6pPr algn="l">
              <a:defRPr sz="1350" b="0">
                <a:solidFill>
                  <a:srgbClr val="183D37"/>
                </a:solidFill>
                <a:latin typeface="Arial"/>
                <a:ea typeface="Arial"/>
                <a:cs typeface="Arial"/>
              </a:defRPr>
            </a:lvl6pPr>
            <a:lvl7pPr algn="l">
              <a:defRPr sz="1350" b="0">
                <a:solidFill>
                  <a:srgbClr val="183D37"/>
                </a:solidFill>
                <a:latin typeface="Arial"/>
                <a:ea typeface="Arial"/>
                <a:cs typeface="Arial"/>
              </a:defRPr>
            </a:lvl7pPr>
            <a:lvl8pPr algn="l">
              <a:defRPr sz="1350" b="0">
                <a:solidFill>
                  <a:srgbClr val="183D37"/>
                </a:solidFill>
                <a:latin typeface="Arial"/>
                <a:ea typeface="Arial"/>
                <a:cs typeface="Arial"/>
              </a:defRPr>
            </a:lvl8pPr>
            <a:lvl9pPr algn="l">
              <a:defRPr sz="1350" b="0">
                <a:solidFill>
                  <a:srgbClr val="183D37"/>
                </a:solidFill>
                <a:latin typeface="Arial"/>
                <a:ea typeface="Arial"/>
                <a:cs typeface="Arial"/>
              </a:defRPr>
            </a:lvl9pPr>
          </a:lstStyle>
          <a:p xmlns:a="http://schemas.openxmlformats.org/drawingml/2006/main">
            <a:pPr algn="l">
              <a:defRPr sz="1350" b="0">
                <a:solidFill>
                  <a:srgbClr val="183D37"/>
                </a:solidFill>
                <a:latin typeface="Arial"/>
                <a:ea typeface="Arial"/>
                <a:cs typeface="Arial"/>
              </a:defRPr>
            </a:pPr>
            <a:r>
              <a:rPr sz="1350" b="0">
                <a:solidFill>
                  <a:srgbClr val="183D37"/>
                </a:solidFill>
                <a:latin typeface="Arial"/>
                <a:ea typeface="Arial"/>
                <a:cs typeface="Arial"/>
              </a:rPr>
              <a:t>Filtered CSV download</a:t>
            </a:r>
          </a:p>
        </p:txBody>
      </p:sp>
      <p:sp>
        <p:nvSpPr>
          <p:cNvPr id="26" name="">
            <a:extLst xmlns:a="http://schemas.openxmlformats.org/drawingml/2006/main">
              <a:ext uri="{FF2B5EF4-FFF2-40B4-BE49-F238E27FC236}">
                <a16:creationId xmlns:a16="http://schemas.microsoft.com/office/drawing/2014/main" id="{3618C31A-0537-4560-BEBD-89B55C6319BB}"/>
              </a:ext>
            </a:extLst>
          </p:cNvPr>
          <p:cNvSpPr>
            <a:spLocks xmlns:a="http://schemas.openxmlformats.org/drawingml/2006/main" noGrp="1"/>
          </p:cNvSpPr>
          <p:nvPr/>
        </p:nvSpPr>
        <p:spPr>
          <a:xfrm xmlns:a="http://schemas.openxmlformats.org/drawingml/2006/main">
            <a:off x="8782050" y="1885950"/>
            <a:ext cx="0" cy="3638550"/>
          </a:xfrm>
          <a:prstGeom xmlns:a="http://schemas.openxmlformats.org/drawingml/2006/main" prst="line">
            <a:avLst/>
          </a:prstGeom>
          <a:noFill xmlns:a="http://schemas.openxmlformats.org/drawingml/2006/main"/>
          <a:ln xmlns:a="http://schemas.openxmlformats.org/drawingml/2006/main" w="9525">
            <a:solidFill>
              <a:srgbClr val="CCD7D1"/>
            </a:solidFill>
            <a:prstDash val="solid"/>
          </a:ln>
        </p:spPr>
      </p:sp>
      <p:sp>
        <p:nvSpPr>
          <p:cNvPr id="27" name="stack-title">
            <a:extLst xmlns:a="http://schemas.openxmlformats.org/drawingml/2006/main">
              <a:ext uri="{FF2B5EF4-FFF2-40B4-BE49-F238E27FC236}">
                <a16:creationId xmlns:a16="http://schemas.microsoft.com/office/drawing/2014/main" id="{9CE3C6A4-ED15-4FEB-8954-C9E862EA9C7C}"/>
              </a:ext>
            </a:extLst>
          </p:cNvPr>
          <p:cNvSpPr>
            <a:spLocks xmlns:a="http://schemas.openxmlformats.org/drawingml/2006/main" noGrp="1"/>
          </p:cNvSpPr>
          <p:nvPr/>
        </p:nvSpPr>
        <p:spPr>
          <a:xfrm xmlns:a="http://schemas.openxmlformats.org/drawingml/2006/main">
            <a:off x="9144000" y="2038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77F69"/>
                </a:solidFill>
                <a:latin typeface="Arial"/>
                <a:ea typeface="Arial"/>
                <a:cs typeface="Arial"/>
              </a:defRPr>
            </a:defPPr>
            <a:lvl1pPr algn="l">
              <a:defRPr sz="975" b="1">
                <a:solidFill>
                  <a:srgbClr val="177F69"/>
                </a:solidFill>
                <a:latin typeface="Arial"/>
                <a:ea typeface="Arial"/>
                <a:cs typeface="Arial"/>
              </a:defRPr>
            </a:lvl1pPr>
            <a:lvl2pPr algn="l">
              <a:defRPr sz="975" b="1">
                <a:solidFill>
                  <a:srgbClr val="177F69"/>
                </a:solidFill>
                <a:latin typeface="Arial"/>
                <a:ea typeface="Arial"/>
                <a:cs typeface="Arial"/>
              </a:defRPr>
            </a:lvl2pPr>
            <a:lvl3pPr algn="l">
              <a:defRPr sz="975" b="1">
                <a:solidFill>
                  <a:srgbClr val="177F69"/>
                </a:solidFill>
                <a:latin typeface="Arial"/>
                <a:ea typeface="Arial"/>
                <a:cs typeface="Arial"/>
              </a:defRPr>
            </a:lvl3pPr>
            <a:lvl4pPr algn="l">
              <a:defRPr sz="975" b="1">
                <a:solidFill>
                  <a:srgbClr val="177F69"/>
                </a:solidFill>
                <a:latin typeface="Arial"/>
                <a:ea typeface="Arial"/>
                <a:cs typeface="Arial"/>
              </a:defRPr>
            </a:lvl4pPr>
            <a:lvl5pPr algn="l">
              <a:defRPr sz="975" b="1">
                <a:solidFill>
                  <a:srgbClr val="177F69"/>
                </a:solidFill>
                <a:latin typeface="Arial"/>
                <a:ea typeface="Arial"/>
                <a:cs typeface="Arial"/>
              </a:defRPr>
            </a:lvl5pPr>
            <a:lvl6pPr algn="l">
              <a:defRPr sz="975" b="1">
                <a:solidFill>
                  <a:srgbClr val="177F69"/>
                </a:solidFill>
                <a:latin typeface="Arial"/>
                <a:ea typeface="Arial"/>
                <a:cs typeface="Arial"/>
              </a:defRPr>
            </a:lvl6pPr>
            <a:lvl7pPr algn="l">
              <a:defRPr sz="975" b="1">
                <a:solidFill>
                  <a:srgbClr val="177F69"/>
                </a:solidFill>
                <a:latin typeface="Arial"/>
                <a:ea typeface="Arial"/>
                <a:cs typeface="Arial"/>
              </a:defRPr>
            </a:lvl7pPr>
            <a:lvl8pPr algn="l">
              <a:defRPr sz="975" b="1">
                <a:solidFill>
                  <a:srgbClr val="177F69"/>
                </a:solidFill>
                <a:latin typeface="Arial"/>
                <a:ea typeface="Arial"/>
                <a:cs typeface="Arial"/>
              </a:defRPr>
            </a:lvl8pPr>
            <a:lvl9pPr algn="l">
              <a:defRPr sz="975" b="1">
                <a:solidFill>
                  <a:srgbClr val="177F69"/>
                </a:solidFill>
                <a:latin typeface="Arial"/>
                <a:ea typeface="Arial"/>
                <a:cs typeface="Arial"/>
              </a:defRPr>
            </a:lvl9pPr>
          </a:lstStyle>
          <a:p xmlns:a="http://schemas.openxmlformats.org/drawingml/2006/main">
            <a:pPr algn="l">
              <a:defRPr sz="975" b="1">
                <a:solidFill>
                  <a:srgbClr val="177F69"/>
                </a:solidFill>
                <a:latin typeface="Arial"/>
                <a:ea typeface="Arial"/>
                <a:cs typeface="Arial"/>
              </a:defRPr>
            </a:pPr>
            <a:r>
              <a:rPr sz="975" b="1">
                <a:solidFill>
                  <a:srgbClr val="177F69"/>
                </a:solidFill>
                <a:latin typeface="Arial"/>
                <a:ea typeface="Arial"/>
                <a:cs typeface="Arial"/>
              </a:rPr>
              <a:t>IMPLEMENTED WITH</a:t>
            </a:r>
          </a:p>
        </p:txBody>
      </p:sp>
      <p:sp>
        <p:nvSpPr>
          <p:cNvPr id="28" name="stack-html">
            <a:extLst xmlns:a="http://schemas.openxmlformats.org/drawingml/2006/main">
              <a:ext uri="{FF2B5EF4-FFF2-40B4-BE49-F238E27FC236}">
                <a16:creationId xmlns:a16="http://schemas.microsoft.com/office/drawing/2014/main" id="{B7C1BBCB-F914-482D-A8B2-06FCED3F248E}"/>
              </a:ext>
            </a:extLst>
          </p:cNvPr>
          <p:cNvSpPr>
            <a:spLocks xmlns:a="http://schemas.openxmlformats.org/drawingml/2006/main" noGrp="1"/>
          </p:cNvSpPr>
          <p:nvPr/>
        </p:nvSpPr>
        <p:spPr>
          <a:xfrm xmlns:a="http://schemas.openxmlformats.org/drawingml/2006/main">
            <a:off x="9144000" y="2486025"/>
            <a:ext cx="2190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83D37"/>
                </a:solidFill>
                <a:latin typeface="Arial"/>
                <a:ea typeface="Arial"/>
                <a:cs typeface="Arial"/>
              </a:defRPr>
            </a:defPPr>
            <a:lvl1pPr algn="l">
              <a:defRPr sz="1875" b="1">
                <a:solidFill>
                  <a:srgbClr val="183D37"/>
                </a:solidFill>
                <a:latin typeface="Arial"/>
                <a:ea typeface="Arial"/>
                <a:cs typeface="Arial"/>
              </a:defRPr>
            </a:lvl1pPr>
            <a:lvl2pPr algn="l">
              <a:defRPr sz="1875" b="1">
                <a:solidFill>
                  <a:srgbClr val="183D37"/>
                </a:solidFill>
                <a:latin typeface="Arial"/>
                <a:ea typeface="Arial"/>
                <a:cs typeface="Arial"/>
              </a:defRPr>
            </a:lvl2pPr>
            <a:lvl3pPr algn="l">
              <a:defRPr sz="1875" b="1">
                <a:solidFill>
                  <a:srgbClr val="183D37"/>
                </a:solidFill>
                <a:latin typeface="Arial"/>
                <a:ea typeface="Arial"/>
                <a:cs typeface="Arial"/>
              </a:defRPr>
            </a:lvl3pPr>
            <a:lvl4pPr algn="l">
              <a:defRPr sz="1875" b="1">
                <a:solidFill>
                  <a:srgbClr val="183D37"/>
                </a:solidFill>
                <a:latin typeface="Arial"/>
                <a:ea typeface="Arial"/>
                <a:cs typeface="Arial"/>
              </a:defRPr>
            </a:lvl4pPr>
            <a:lvl5pPr algn="l">
              <a:defRPr sz="1875" b="1">
                <a:solidFill>
                  <a:srgbClr val="183D37"/>
                </a:solidFill>
                <a:latin typeface="Arial"/>
                <a:ea typeface="Arial"/>
                <a:cs typeface="Arial"/>
              </a:defRPr>
            </a:lvl5pPr>
            <a:lvl6pPr algn="l">
              <a:defRPr sz="1875" b="1">
                <a:solidFill>
                  <a:srgbClr val="183D37"/>
                </a:solidFill>
                <a:latin typeface="Arial"/>
                <a:ea typeface="Arial"/>
                <a:cs typeface="Arial"/>
              </a:defRPr>
            </a:lvl6pPr>
            <a:lvl7pPr algn="l">
              <a:defRPr sz="1875" b="1">
                <a:solidFill>
                  <a:srgbClr val="183D37"/>
                </a:solidFill>
                <a:latin typeface="Arial"/>
                <a:ea typeface="Arial"/>
                <a:cs typeface="Arial"/>
              </a:defRPr>
            </a:lvl7pPr>
            <a:lvl8pPr algn="l">
              <a:defRPr sz="1875" b="1">
                <a:solidFill>
                  <a:srgbClr val="183D37"/>
                </a:solidFill>
                <a:latin typeface="Arial"/>
                <a:ea typeface="Arial"/>
                <a:cs typeface="Arial"/>
              </a:defRPr>
            </a:lvl8pPr>
            <a:lvl9pPr algn="l">
              <a:defRPr sz="1875" b="1">
                <a:solidFill>
                  <a:srgbClr val="183D37"/>
                </a:solidFill>
                <a:latin typeface="Arial"/>
                <a:ea typeface="Arial"/>
                <a:cs typeface="Arial"/>
              </a:defRPr>
            </a:lvl9pPr>
          </a:lstStyle>
          <a:p xmlns:a="http://schemas.openxmlformats.org/drawingml/2006/main">
            <a:pPr algn="l">
              <a:defRPr sz="1875" b="1">
                <a:solidFill>
                  <a:srgbClr val="183D37"/>
                </a:solidFill>
                <a:latin typeface="Arial"/>
                <a:ea typeface="Arial"/>
                <a:cs typeface="Arial"/>
              </a:defRPr>
            </a:pPr>
            <a:r>
              <a:rPr sz="1875" b="1">
                <a:solidFill>
                  <a:srgbClr val="183D37"/>
                </a:solidFill>
                <a:latin typeface="Arial"/>
                <a:ea typeface="Arial"/>
                <a:cs typeface="Arial"/>
              </a:rPr>
              <a:t>HTML5</a:t>
            </a:r>
          </a:p>
        </p:txBody>
      </p:sp>
      <p:sp>
        <p:nvSpPr>
          <p:cNvPr id="29" name="stack-html-copy">
            <a:extLst xmlns:a="http://schemas.openxmlformats.org/drawingml/2006/main">
              <a:ext uri="{FF2B5EF4-FFF2-40B4-BE49-F238E27FC236}">
                <a16:creationId xmlns:a16="http://schemas.microsoft.com/office/drawing/2014/main" id="{6A61F004-75E1-42E7-A826-2DE6150972BF}"/>
              </a:ext>
            </a:extLst>
          </p:cNvPr>
          <p:cNvSpPr>
            <a:spLocks xmlns:a="http://schemas.openxmlformats.org/drawingml/2006/main" noGrp="1"/>
          </p:cNvSpPr>
          <p:nvPr/>
        </p:nvSpPr>
        <p:spPr>
          <a:xfrm xmlns:a="http://schemas.openxmlformats.org/drawingml/2006/main">
            <a:off x="9144000" y="2857500"/>
            <a:ext cx="2333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E807B"/>
                </a:solidFill>
                <a:latin typeface="Arial"/>
                <a:ea typeface="Arial"/>
                <a:cs typeface="Arial"/>
              </a:defRPr>
            </a:defPPr>
            <a:lvl1pPr algn="l">
              <a:defRPr sz="1050" b="0">
                <a:solidFill>
                  <a:srgbClr val="6E807B"/>
                </a:solidFill>
                <a:latin typeface="Arial"/>
                <a:ea typeface="Arial"/>
                <a:cs typeface="Arial"/>
              </a:defRPr>
            </a:lvl1pPr>
            <a:lvl2pPr algn="l">
              <a:defRPr sz="1050" b="0">
                <a:solidFill>
                  <a:srgbClr val="6E807B"/>
                </a:solidFill>
                <a:latin typeface="Arial"/>
                <a:ea typeface="Arial"/>
                <a:cs typeface="Arial"/>
              </a:defRPr>
            </a:lvl2pPr>
            <a:lvl3pPr algn="l">
              <a:defRPr sz="1050" b="0">
                <a:solidFill>
                  <a:srgbClr val="6E807B"/>
                </a:solidFill>
                <a:latin typeface="Arial"/>
                <a:ea typeface="Arial"/>
                <a:cs typeface="Arial"/>
              </a:defRPr>
            </a:lvl3pPr>
            <a:lvl4pPr algn="l">
              <a:defRPr sz="1050" b="0">
                <a:solidFill>
                  <a:srgbClr val="6E807B"/>
                </a:solidFill>
                <a:latin typeface="Arial"/>
                <a:ea typeface="Arial"/>
                <a:cs typeface="Arial"/>
              </a:defRPr>
            </a:lvl4pPr>
            <a:lvl5pPr algn="l">
              <a:defRPr sz="1050" b="0">
                <a:solidFill>
                  <a:srgbClr val="6E807B"/>
                </a:solidFill>
                <a:latin typeface="Arial"/>
                <a:ea typeface="Arial"/>
                <a:cs typeface="Arial"/>
              </a:defRPr>
            </a:lvl5pPr>
            <a:lvl6pPr algn="l">
              <a:defRPr sz="1050" b="0">
                <a:solidFill>
                  <a:srgbClr val="6E807B"/>
                </a:solidFill>
                <a:latin typeface="Arial"/>
                <a:ea typeface="Arial"/>
                <a:cs typeface="Arial"/>
              </a:defRPr>
            </a:lvl6pPr>
            <a:lvl7pPr algn="l">
              <a:defRPr sz="1050" b="0">
                <a:solidFill>
                  <a:srgbClr val="6E807B"/>
                </a:solidFill>
                <a:latin typeface="Arial"/>
                <a:ea typeface="Arial"/>
                <a:cs typeface="Arial"/>
              </a:defRPr>
            </a:lvl7pPr>
            <a:lvl8pPr algn="l">
              <a:defRPr sz="1050" b="0">
                <a:solidFill>
                  <a:srgbClr val="6E807B"/>
                </a:solidFill>
                <a:latin typeface="Arial"/>
                <a:ea typeface="Arial"/>
                <a:cs typeface="Arial"/>
              </a:defRPr>
            </a:lvl8pPr>
            <a:lvl9pPr algn="l">
              <a:defRPr sz="1050" b="0">
                <a:solidFill>
                  <a:srgbClr val="6E807B"/>
                </a:solidFill>
                <a:latin typeface="Arial"/>
                <a:ea typeface="Arial"/>
                <a:cs typeface="Arial"/>
              </a:defRPr>
            </a:lvl9pPr>
          </a:lstStyle>
          <a:p xmlns:a="http://schemas.openxmlformats.org/drawingml/2006/main">
            <a:pPr algn="l">
              <a:defRPr sz="1050" b="0">
                <a:solidFill>
                  <a:srgbClr val="6E807B"/>
                </a:solidFill>
                <a:latin typeface="Arial"/>
                <a:ea typeface="Arial"/>
                <a:cs typeface="Arial"/>
              </a:defRPr>
            </a:pPr>
            <a:r>
              <a:rPr sz="1050" b="0">
                <a:solidFill>
                  <a:srgbClr val="6E807B"/>
                </a:solidFill>
                <a:latin typeface="Arial"/>
                <a:ea typeface="Arial"/>
                <a:cs typeface="Arial"/>
              </a:rPr>
              <a:t>Page structure and controls</a:t>
            </a:r>
          </a:p>
        </p:txBody>
      </p:sp>
      <p:sp>
        <p:nvSpPr>
          <p:cNvPr id="30" name="stack-css">
            <a:extLst xmlns:a="http://schemas.openxmlformats.org/drawingml/2006/main">
              <a:ext uri="{FF2B5EF4-FFF2-40B4-BE49-F238E27FC236}">
                <a16:creationId xmlns:a16="http://schemas.microsoft.com/office/drawing/2014/main" id="{A72DC649-9B3C-488B-8E74-CFE64513A89E}"/>
              </a:ext>
            </a:extLst>
          </p:cNvPr>
          <p:cNvSpPr>
            <a:spLocks xmlns:a="http://schemas.openxmlformats.org/drawingml/2006/main" noGrp="1"/>
          </p:cNvSpPr>
          <p:nvPr/>
        </p:nvSpPr>
        <p:spPr>
          <a:xfrm xmlns:a="http://schemas.openxmlformats.org/drawingml/2006/main">
            <a:off x="9144000" y="3390900"/>
            <a:ext cx="2190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83D37"/>
                </a:solidFill>
                <a:latin typeface="Arial"/>
                <a:ea typeface="Arial"/>
                <a:cs typeface="Arial"/>
              </a:defRPr>
            </a:defPPr>
            <a:lvl1pPr algn="l">
              <a:defRPr sz="1875" b="1">
                <a:solidFill>
                  <a:srgbClr val="183D37"/>
                </a:solidFill>
                <a:latin typeface="Arial"/>
                <a:ea typeface="Arial"/>
                <a:cs typeface="Arial"/>
              </a:defRPr>
            </a:lvl1pPr>
            <a:lvl2pPr algn="l">
              <a:defRPr sz="1875" b="1">
                <a:solidFill>
                  <a:srgbClr val="183D37"/>
                </a:solidFill>
                <a:latin typeface="Arial"/>
                <a:ea typeface="Arial"/>
                <a:cs typeface="Arial"/>
              </a:defRPr>
            </a:lvl2pPr>
            <a:lvl3pPr algn="l">
              <a:defRPr sz="1875" b="1">
                <a:solidFill>
                  <a:srgbClr val="183D37"/>
                </a:solidFill>
                <a:latin typeface="Arial"/>
                <a:ea typeface="Arial"/>
                <a:cs typeface="Arial"/>
              </a:defRPr>
            </a:lvl3pPr>
            <a:lvl4pPr algn="l">
              <a:defRPr sz="1875" b="1">
                <a:solidFill>
                  <a:srgbClr val="183D37"/>
                </a:solidFill>
                <a:latin typeface="Arial"/>
                <a:ea typeface="Arial"/>
                <a:cs typeface="Arial"/>
              </a:defRPr>
            </a:lvl4pPr>
            <a:lvl5pPr algn="l">
              <a:defRPr sz="1875" b="1">
                <a:solidFill>
                  <a:srgbClr val="183D37"/>
                </a:solidFill>
                <a:latin typeface="Arial"/>
                <a:ea typeface="Arial"/>
                <a:cs typeface="Arial"/>
              </a:defRPr>
            </a:lvl5pPr>
            <a:lvl6pPr algn="l">
              <a:defRPr sz="1875" b="1">
                <a:solidFill>
                  <a:srgbClr val="183D37"/>
                </a:solidFill>
                <a:latin typeface="Arial"/>
                <a:ea typeface="Arial"/>
                <a:cs typeface="Arial"/>
              </a:defRPr>
            </a:lvl6pPr>
            <a:lvl7pPr algn="l">
              <a:defRPr sz="1875" b="1">
                <a:solidFill>
                  <a:srgbClr val="183D37"/>
                </a:solidFill>
                <a:latin typeface="Arial"/>
                <a:ea typeface="Arial"/>
                <a:cs typeface="Arial"/>
              </a:defRPr>
            </a:lvl7pPr>
            <a:lvl8pPr algn="l">
              <a:defRPr sz="1875" b="1">
                <a:solidFill>
                  <a:srgbClr val="183D37"/>
                </a:solidFill>
                <a:latin typeface="Arial"/>
                <a:ea typeface="Arial"/>
                <a:cs typeface="Arial"/>
              </a:defRPr>
            </a:lvl8pPr>
            <a:lvl9pPr algn="l">
              <a:defRPr sz="1875" b="1">
                <a:solidFill>
                  <a:srgbClr val="183D37"/>
                </a:solidFill>
                <a:latin typeface="Arial"/>
                <a:ea typeface="Arial"/>
                <a:cs typeface="Arial"/>
              </a:defRPr>
            </a:lvl9pPr>
          </a:lstStyle>
          <a:p xmlns:a="http://schemas.openxmlformats.org/drawingml/2006/main">
            <a:pPr algn="l">
              <a:defRPr sz="1875" b="1">
                <a:solidFill>
                  <a:srgbClr val="183D37"/>
                </a:solidFill>
                <a:latin typeface="Arial"/>
                <a:ea typeface="Arial"/>
                <a:cs typeface="Arial"/>
              </a:defRPr>
            </a:pPr>
            <a:r>
              <a:rPr sz="1875" b="1">
                <a:solidFill>
                  <a:srgbClr val="183D37"/>
                </a:solidFill>
                <a:latin typeface="Arial"/>
                <a:ea typeface="Arial"/>
                <a:cs typeface="Arial"/>
              </a:rPr>
              <a:t>CSS3</a:t>
            </a:r>
          </a:p>
        </p:txBody>
      </p:sp>
      <p:sp>
        <p:nvSpPr>
          <p:cNvPr id="31" name="stack-css-copy">
            <a:extLst xmlns:a="http://schemas.openxmlformats.org/drawingml/2006/main">
              <a:ext uri="{FF2B5EF4-FFF2-40B4-BE49-F238E27FC236}">
                <a16:creationId xmlns:a16="http://schemas.microsoft.com/office/drawing/2014/main" id="{37940EF2-11AE-49BD-A55A-A4C736EFF8F4}"/>
              </a:ext>
            </a:extLst>
          </p:cNvPr>
          <p:cNvSpPr>
            <a:spLocks xmlns:a="http://schemas.openxmlformats.org/drawingml/2006/main" noGrp="1"/>
          </p:cNvSpPr>
          <p:nvPr/>
        </p:nvSpPr>
        <p:spPr>
          <a:xfrm xmlns:a="http://schemas.openxmlformats.org/drawingml/2006/main">
            <a:off x="9144000" y="376237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E807B"/>
                </a:solidFill>
                <a:latin typeface="Arial"/>
                <a:ea typeface="Arial"/>
                <a:cs typeface="Arial"/>
              </a:defRPr>
            </a:defPPr>
            <a:lvl1pPr algn="l">
              <a:defRPr sz="1050" b="0">
                <a:solidFill>
                  <a:srgbClr val="6E807B"/>
                </a:solidFill>
                <a:latin typeface="Arial"/>
                <a:ea typeface="Arial"/>
                <a:cs typeface="Arial"/>
              </a:defRPr>
            </a:lvl1pPr>
            <a:lvl2pPr algn="l">
              <a:defRPr sz="1050" b="0">
                <a:solidFill>
                  <a:srgbClr val="6E807B"/>
                </a:solidFill>
                <a:latin typeface="Arial"/>
                <a:ea typeface="Arial"/>
                <a:cs typeface="Arial"/>
              </a:defRPr>
            </a:lvl2pPr>
            <a:lvl3pPr algn="l">
              <a:defRPr sz="1050" b="0">
                <a:solidFill>
                  <a:srgbClr val="6E807B"/>
                </a:solidFill>
                <a:latin typeface="Arial"/>
                <a:ea typeface="Arial"/>
                <a:cs typeface="Arial"/>
              </a:defRPr>
            </a:lvl3pPr>
            <a:lvl4pPr algn="l">
              <a:defRPr sz="1050" b="0">
                <a:solidFill>
                  <a:srgbClr val="6E807B"/>
                </a:solidFill>
                <a:latin typeface="Arial"/>
                <a:ea typeface="Arial"/>
                <a:cs typeface="Arial"/>
              </a:defRPr>
            </a:lvl4pPr>
            <a:lvl5pPr algn="l">
              <a:defRPr sz="1050" b="0">
                <a:solidFill>
                  <a:srgbClr val="6E807B"/>
                </a:solidFill>
                <a:latin typeface="Arial"/>
                <a:ea typeface="Arial"/>
                <a:cs typeface="Arial"/>
              </a:defRPr>
            </a:lvl5pPr>
            <a:lvl6pPr algn="l">
              <a:defRPr sz="1050" b="0">
                <a:solidFill>
                  <a:srgbClr val="6E807B"/>
                </a:solidFill>
                <a:latin typeface="Arial"/>
                <a:ea typeface="Arial"/>
                <a:cs typeface="Arial"/>
              </a:defRPr>
            </a:lvl6pPr>
            <a:lvl7pPr algn="l">
              <a:defRPr sz="1050" b="0">
                <a:solidFill>
                  <a:srgbClr val="6E807B"/>
                </a:solidFill>
                <a:latin typeface="Arial"/>
                <a:ea typeface="Arial"/>
                <a:cs typeface="Arial"/>
              </a:defRPr>
            </a:lvl7pPr>
            <a:lvl8pPr algn="l">
              <a:defRPr sz="1050" b="0">
                <a:solidFill>
                  <a:srgbClr val="6E807B"/>
                </a:solidFill>
                <a:latin typeface="Arial"/>
                <a:ea typeface="Arial"/>
                <a:cs typeface="Arial"/>
              </a:defRPr>
            </a:lvl8pPr>
            <a:lvl9pPr algn="l">
              <a:defRPr sz="1050" b="0">
                <a:solidFill>
                  <a:srgbClr val="6E807B"/>
                </a:solidFill>
                <a:latin typeface="Arial"/>
                <a:ea typeface="Arial"/>
                <a:cs typeface="Arial"/>
              </a:defRPr>
            </a:lvl9pPr>
          </a:lstStyle>
          <a:p xmlns:a="http://schemas.openxmlformats.org/drawingml/2006/main">
            <a:pPr algn="l">
              <a:defRPr sz="1050" b="0">
                <a:solidFill>
                  <a:srgbClr val="6E807B"/>
                </a:solidFill>
                <a:latin typeface="Arial"/>
                <a:ea typeface="Arial"/>
                <a:cs typeface="Arial"/>
              </a:defRPr>
            </a:pPr>
            <a:r>
              <a:rPr sz="1050" b="0">
                <a:solidFill>
                  <a:srgbClr val="6E807B"/>
                </a:solidFill>
                <a:latin typeface="Arial"/>
                <a:ea typeface="Arial"/>
                <a:cs typeface="Arial"/>
              </a:rPr>
              <a:t>Responsive layout and visual style</a:t>
            </a:r>
          </a:p>
        </p:txBody>
      </p:sp>
      <p:sp>
        <p:nvSpPr>
          <p:cNvPr id="32" name="stack-js">
            <a:extLst xmlns:a="http://schemas.openxmlformats.org/drawingml/2006/main">
              <a:ext uri="{FF2B5EF4-FFF2-40B4-BE49-F238E27FC236}">
                <a16:creationId xmlns:a16="http://schemas.microsoft.com/office/drawing/2014/main" id="{313486C1-19CB-4AFF-8392-852B4F34E827}"/>
              </a:ext>
            </a:extLst>
          </p:cNvPr>
          <p:cNvSpPr>
            <a:spLocks xmlns:a="http://schemas.openxmlformats.org/drawingml/2006/main" noGrp="1"/>
          </p:cNvSpPr>
          <p:nvPr/>
        </p:nvSpPr>
        <p:spPr>
          <a:xfrm xmlns:a="http://schemas.openxmlformats.org/drawingml/2006/main">
            <a:off x="9144000" y="4343400"/>
            <a:ext cx="2190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83D37"/>
                </a:solidFill>
                <a:latin typeface="Arial"/>
                <a:ea typeface="Arial"/>
                <a:cs typeface="Arial"/>
              </a:defRPr>
            </a:defPPr>
            <a:lvl1pPr algn="l">
              <a:defRPr sz="1875" b="1">
                <a:solidFill>
                  <a:srgbClr val="183D37"/>
                </a:solidFill>
                <a:latin typeface="Arial"/>
                <a:ea typeface="Arial"/>
                <a:cs typeface="Arial"/>
              </a:defRPr>
            </a:lvl1pPr>
            <a:lvl2pPr algn="l">
              <a:defRPr sz="1875" b="1">
                <a:solidFill>
                  <a:srgbClr val="183D37"/>
                </a:solidFill>
                <a:latin typeface="Arial"/>
                <a:ea typeface="Arial"/>
                <a:cs typeface="Arial"/>
              </a:defRPr>
            </a:lvl2pPr>
            <a:lvl3pPr algn="l">
              <a:defRPr sz="1875" b="1">
                <a:solidFill>
                  <a:srgbClr val="183D37"/>
                </a:solidFill>
                <a:latin typeface="Arial"/>
                <a:ea typeface="Arial"/>
                <a:cs typeface="Arial"/>
              </a:defRPr>
            </a:lvl3pPr>
            <a:lvl4pPr algn="l">
              <a:defRPr sz="1875" b="1">
                <a:solidFill>
                  <a:srgbClr val="183D37"/>
                </a:solidFill>
                <a:latin typeface="Arial"/>
                <a:ea typeface="Arial"/>
                <a:cs typeface="Arial"/>
              </a:defRPr>
            </a:lvl4pPr>
            <a:lvl5pPr algn="l">
              <a:defRPr sz="1875" b="1">
                <a:solidFill>
                  <a:srgbClr val="183D37"/>
                </a:solidFill>
                <a:latin typeface="Arial"/>
                <a:ea typeface="Arial"/>
                <a:cs typeface="Arial"/>
              </a:defRPr>
            </a:lvl5pPr>
            <a:lvl6pPr algn="l">
              <a:defRPr sz="1875" b="1">
                <a:solidFill>
                  <a:srgbClr val="183D37"/>
                </a:solidFill>
                <a:latin typeface="Arial"/>
                <a:ea typeface="Arial"/>
                <a:cs typeface="Arial"/>
              </a:defRPr>
            </a:lvl6pPr>
            <a:lvl7pPr algn="l">
              <a:defRPr sz="1875" b="1">
                <a:solidFill>
                  <a:srgbClr val="183D37"/>
                </a:solidFill>
                <a:latin typeface="Arial"/>
                <a:ea typeface="Arial"/>
                <a:cs typeface="Arial"/>
              </a:defRPr>
            </a:lvl7pPr>
            <a:lvl8pPr algn="l">
              <a:defRPr sz="1875" b="1">
                <a:solidFill>
                  <a:srgbClr val="183D37"/>
                </a:solidFill>
                <a:latin typeface="Arial"/>
                <a:ea typeface="Arial"/>
                <a:cs typeface="Arial"/>
              </a:defRPr>
            </a:lvl8pPr>
            <a:lvl9pPr algn="l">
              <a:defRPr sz="1875" b="1">
                <a:solidFill>
                  <a:srgbClr val="183D37"/>
                </a:solidFill>
                <a:latin typeface="Arial"/>
                <a:ea typeface="Arial"/>
                <a:cs typeface="Arial"/>
              </a:defRPr>
            </a:lvl9pPr>
          </a:lstStyle>
          <a:p xmlns:a="http://schemas.openxmlformats.org/drawingml/2006/main">
            <a:pPr algn="l">
              <a:defRPr sz="1875" b="1">
                <a:solidFill>
                  <a:srgbClr val="183D37"/>
                </a:solidFill>
                <a:latin typeface="Arial"/>
                <a:ea typeface="Arial"/>
                <a:cs typeface="Arial"/>
              </a:defRPr>
            </a:pPr>
            <a:r>
              <a:rPr sz="1875" b="1">
                <a:solidFill>
                  <a:srgbClr val="183D37"/>
                </a:solidFill>
                <a:latin typeface="Arial"/>
                <a:ea typeface="Arial"/>
                <a:cs typeface="Arial"/>
              </a:rPr>
              <a:t>Vanilla JavaScript</a:t>
            </a:r>
          </a:p>
        </p:txBody>
      </p:sp>
      <p:sp>
        <p:nvSpPr>
          <p:cNvPr id="33" name="stack-js-copy">
            <a:extLst xmlns:a="http://schemas.openxmlformats.org/drawingml/2006/main">
              <a:ext uri="{FF2B5EF4-FFF2-40B4-BE49-F238E27FC236}">
                <a16:creationId xmlns:a16="http://schemas.microsoft.com/office/drawing/2014/main" id="{34201BFA-3C00-4519-AF65-27D88BD9CE42}"/>
              </a:ext>
            </a:extLst>
          </p:cNvPr>
          <p:cNvSpPr>
            <a:spLocks xmlns:a="http://schemas.openxmlformats.org/drawingml/2006/main" noGrp="1"/>
          </p:cNvSpPr>
          <p:nvPr/>
        </p:nvSpPr>
        <p:spPr>
          <a:xfrm xmlns:a="http://schemas.openxmlformats.org/drawingml/2006/main">
            <a:off x="9144000" y="4714875"/>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E807B"/>
                </a:solidFill>
                <a:latin typeface="Arial"/>
                <a:ea typeface="Arial"/>
                <a:cs typeface="Arial"/>
              </a:defRPr>
            </a:defPPr>
            <a:lvl1pPr algn="l">
              <a:defRPr sz="1050" b="0">
                <a:solidFill>
                  <a:srgbClr val="6E807B"/>
                </a:solidFill>
                <a:latin typeface="Arial"/>
                <a:ea typeface="Arial"/>
                <a:cs typeface="Arial"/>
              </a:defRPr>
            </a:lvl1pPr>
            <a:lvl2pPr algn="l">
              <a:defRPr sz="1050" b="0">
                <a:solidFill>
                  <a:srgbClr val="6E807B"/>
                </a:solidFill>
                <a:latin typeface="Arial"/>
                <a:ea typeface="Arial"/>
                <a:cs typeface="Arial"/>
              </a:defRPr>
            </a:lvl2pPr>
            <a:lvl3pPr algn="l">
              <a:defRPr sz="1050" b="0">
                <a:solidFill>
                  <a:srgbClr val="6E807B"/>
                </a:solidFill>
                <a:latin typeface="Arial"/>
                <a:ea typeface="Arial"/>
                <a:cs typeface="Arial"/>
              </a:defRPr>
            </a:lvl3pPr>
            <a:lvl4pPr algn="l">
              <a:defRPr sz="1050" b="0">
                <a:solidFill>
                  <a:srgbClr val="6E807B"/>
                </a:solidFill>
                <a:latin typeface="Arial"/>
                <a:ea typeface="Arial"/>
                <a:cs typeface="Arial"/>
              </a:defRPr>
            </a:lvl4pPr>
            <a:lvl5pPr algn="l">
              <a:defRPr sz="1050" b="0">
                <a:solidFill>
                  <a:srgbClr val="6E807B"/>
                </a:solidFill>
                <a:latin typeface="Arial"/>
                <a:ea typeface="Arial"/>
                <a:cs typeface="Arial"/>
              </a:defRPr>
            </a:lvl5pPr>
            <a:lvl6pPr algn="l">
              <a:defRPr sz="1050" b="0">
                <a:solidFill>
                  <a:srgbClr val="6E807B"/>
                </a:solidFill>
                <a:latin typeface="Arial"/>
                <a:ea typeface="Arial"/>
                <a:cs typeface="Arial"/>
              </a:defRPr>
            </a:lvl6pPr>
            <a:lvl7pPr algn="l">
              <a:defRPr sz="1050" b="0">
                <a:solidFill>
                  <a:srgbClr val="6E807B"/>
                </a:solidFill>
                <a:latin typeface="Arial"/>
                <a:ea typeface="Arial"/>
                <a:cs typeface="Arial"/>
              </a:defRPr>
            </a:lvl7pPr>
            <a:lvl8pPr algn="l">
              <a:defRPr sz="1050" b="0">
                <a:solidFill>
                  <a:srgbClr val="6E807B"/>
                </a:solidFill>
                <a:latin typeface="Arial"/>
                <a:ea typeface="Arial"/>
                <a:cs typeface="Arial"/>
              </a:defRPr>
            </a:lvl8pPr>
            <a:lvl9pPr algn="l">
              <a:defRPr sz="1050" b="0">
                <a:solidFill>
                  <a:srgbClr val="6E807B"/>
                </a:solidFill>
                <a:latin typeface="Arial"/>
                <a:ea typeface="Arial"/>
                <a:cs typeface="Arial"/>
              </a:defRPr>
            </a:lvl9pPr>
          </a:lstStyle>
          <a:p xmlns:a="http://schemas.openxmlformats.org/drawingml/2006/main">
            <a:pPr algn="l">
              <a:defRPr sz="1050" b="0">
                <a:solidFill>
                  <a:srgbClr val="6E807B"/>
                </a:solidFill>
                <a:latin typeface="Arial"/>
                <a:ea typeface="Arial"/>
                <a:cs typeface="Arial"/>
              </a:defRPr>
            </a:pPr>
            <a:r>
              <a:rPr sz="1050" b="0">
                <a:solidFill>
                  <a:srgbClr val="6E807B"/>
                </a:solidFill>
                <a:latin typeface="Arial"/>
                <a:ea typeface="Arial"/>
                <a:cs typeface="Arial"/>
              </a:rPr>
              <a:t>CSV, calculations and interaction</a:t>
            </a:r>
          </a:p>
        </p:txBody>
      </p:sp>
      <p:sp>
        <p:nvSpPr>
          <p:cNvPr id="34" name="security-note">
            <a:extLst xmlns:a="http://schemas.openxmlformats.org/drawingml/2006/main">
              <a:ext uri="{FF2B5EF4-FFF2-40B4-BE49-F238E27FC236}">
                <a16:creationId xmlns:a16="http://schemas.microsoft.com/office/drawing/2014/main" id="{0FE988A0-4A04-4185-9FE2-E4F921E9A004}"/>
              </a:ext>
            </a:extLst>
          </p:cNvPr>
          <p:cNvSpPr>
            <a:spLocks xmlns:a="http://schemas.openxmlformats.org/drawingml/2006/main" noGrp="1"/>
          </p:cNvSpPr>
          <p:nvPr/>
        </p:nvSpPr>
        <p:spPr>
          <a:xfrm xmlns:a="http://schemas.openxmlformats.org/drawingml/2006/main">
            <a:off x="790575" y="5953125"/>
            <a:ext cx="819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E807B"/>
                </a:solidFill>
                <a:latin typeface="Arial"/>
                <a:ea typeface="Arial"/>
                <a:cs typeface="Arial"/>
              </a:defRPr>
            </a:defPPr>
            <a:lvl1pPr algn="l">
              <a:defRPr sz="1125" b="0">
                <a:solidFill>
                  <a:srgbClr val="6E807B"/>
                </a:solidFill>
                <a:latin typeface="Arial"/>
                <a:ea typeface="Arial"/>
                <a:cs typeface="Arial"/>
              </a:defRPr>
            </a:lvl1pPr>
            <a:lvl2pPr algn="l">
              <a:defRPr sz="1125" b="0">
                <a:solidFill>
                  <a:srgbClr val="6E807B"/>
                </a:solidFill>
                <a:latin typeface="Arial"/>
                <a:ea typeface="Arial"/>
                <a:cs typeface="Arial"/>
              </a:defRPr>
            </a:lvl2pPr>
            <a:lvl3pPr algn="l">
              <a:defRPr sz="1125" b="0">
                <a:solidFill>
                  <a:srgbClr val="6E807B"/>
                </a:solidFill>
                <a:latin typeface="Arial"/>
                <a:ea typeface="Arial"/>
                <a:cs typeface="Arial"/>
              </a:defRPr>
            </a:lvl3pPr>
            <a:lvl4pPr algn="l">
              <a:defRPr sz="1125" b="0">
                <a:solidFill>
                  <a:srgbClr val="6E807B"/>
                </a:solidFill>
                <a:latin typeface="Arial"/>
                <a:ea typeface="Arial"/>
                <a:cs typeface="Arial"/>
              </a:defRPr>
            </a:lvl4pPr>
            <a:lvl5pPr algn="l">
              <a:defRPr sz="1125" b="0">
                <a:solidFill>
                  <a:srgbClr val="6E807B"/>
                </a:solidFill>
                <a:latin typeface="Arial"/>
                <a:ea typeface="Arial"/>
                <a:cs typeface="Arial"/>
              </a:defRPr>
            </a:lvl5pPr>
            <a:lvl6pPr algn="l">
              <a:defRPr sz="1125" b="0">
                <a:solidFill>
                  <a:srgbClr val="6E807B"/>
                </a:solidFill>
                <a:latin typeface="Arial"/>
                <a:ea typeface="Arial"/>
                <a:cs typeface="Arial"/>
              </a:defRPr>
            </a:lvl6pPr>
            <a:lvl7pPr algn="l">
              <a:defRPr sz="1125" b="0">
                <a:solidFill>
                  <a:srgbClr val="6E807B"/>
                </a:solidFill>
                <a:latin typeface="Arial"/>
                <a:ea typeface="Arial"/>
                <a:cs typeface="Arial"/>
              </a:defRPr>
            </a:lvl7pPr>
            <a:lvl8pPr algn="l">
              <a:defRPr sz="1125" b="0">
                <a:solidFill>
                  <a:srgbClr val="6E807B"/>
                </a:solidFill>
                <a:latin typeface="Arial"/>
                <a:ea typeface="Arial"/>
                <a:cs typeface="Arial"/>
              </a:defRPr>
            </a:lvl8pPr>
            <a:lvl9pPr algn="l">
              <a:defRPr sz="1125" b="0">
                <a:solidFill>
                  <a:srgbClr val="6E807B"/>
                </a:solidFill>
                <a:latin typeface="Arial"/>
                <a:ea typeface="Arial"/>
                <a:cs typeface="Arial"/>
              </a:defRPr>
            </a:lvl9pPr>
          </a:lstStyle>
          <a:p xmlns:a="http://schemas.openxmlformats.org/drawingml/2006/main">
            <a:pPr algn="l">
              <a:defRPr sz="1125" b="0">
                <a:solidFill>
                  <a:srgbClr val="6E807B"/>
                </a:solidFill>
                <a:latin typeface="Arial"/>
                <a:ea typeface="Arial"/>
                <a:cs typeface="Arial"/>
              </a:defRPr>
            </a:pPr>
            <a:r>
              <a:rPr sz="1125" b="0">
                <a:solidFill>
                  <a:srgbClr val="6E807B"/>
                </a:solidFill>
                <a:latin typeface="Arial"/>
                <a:ea typeface="Arial"/>
                <a:cs typeface="Arial"/>
              </a:rPr>
              <a:t>Imported data stays in browser memory. No project backend is included.</a:t>
            </a:r>
          </a:p>
        </p:txBody>
      </p:sp>
    </p:spTree>
    <p:extLst>
      <p:ext uri="{BB962C8B-B14F-4D97-AF65-F5344CB8AC3E}">
        <p14:creationId xmlns:p14="http://schemas.microsoft.com/office/powerpoint/2010/main" val="574178435"/>
      </p:ext>
    </p:extLst>
  </p:cSld>
</p:sld>
</file>

<file path=ppt/slides/slide11.xml><?xml version="1.0" encoding="utf-8"?>
<p:sld xmlns:p="http://schemas.openxmlformats.org/presentationml/2006/main">
  <p:cSld>
    <p:bg>
      <p:bgPr>
        <a:solidFill xmlns:a="http://schemas.openxmlformats.org/drawingml/2006/main">
          <a:srgbClr val="F4F5EF"/>
        </a:solidFill>
      </p:bgPr>
    </p:bg>
    <p:spTree>
      <p:nvGrpSpPr>
        <p:cNvPr id="1" name=""/>
        <p:cNvGrpSpPr/>
        <p:nvPr/>
      </p:nvGrpSpPr>
      <p:grpSpPr>
        <a:xfrm xmlns:a="http://schemas.openxmlformats.org/drawingml/2006/main"/>
      </p:grpSpPr>
      <p:sp>
        <p:nvSpPr>
          <p:cNvPr id="25" name="section-label">
            <a:extLst xmlns:a="http://schemas.openxmlformats.org/drawingml/2006/main">
              <a:ext uri="{FF2B5EF4-FFF2-40B4-BE49-F238E27FC236}">
                <a16:creationId xmlns:a16="http://schemas.microsoft.com/office/drawing/2014/main" id="{509CD42A-EEB5-48FA-8A8E-863EB9EAFCEA}"/>
              </a:ext>
            </a:extLst>
          </p:cNvPr>
          <p:cNvSpPr>
            <a:spLocks xmlns:a="http://schemas.openxmlformats.org/drawingml/2006/main" noGrp="1"/>
          </p:cNvSpPr>
          <p:nvPr/>
        </p:nvSpPr>
        <p:spPr>
          <a:xfrm xmlns:a="http://schemas.openxmlformats.org/drawingml/2006/main">
            <a:off x="609600" y="381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77F69"/>
                </a:solidFill>
                <a:latin typeface="Arial"/>
                <a:ea typeface="Arial"/>
                <a:cs typeface="Arial"/>
              </a:defRPr>
            </a:defPPr>
            <a:lvl1pPr algn="l">
              <a:defRPr sz="900" b="1">
                <a:solidFill>
                  <a:srgbClr val="177F69"/>
                </a:solidFill>
                <a:latin typeface="Arial"/>
                <a:ea typeface="Arial"/>
                <a:cs typeface="Arial"/>
              </a:defRPr>
            </a:lvl1pPr>
            <a:lvl2pPr algn="l">
              <a:defRPr sz="900" b="1">
                <a:solidFill>
                  <a:srgbClr val="177F69"/>
                </a:solidFill>
                <a:latin typeface="Arial"/>
                <a:ea typeface="Arial"/>
                <a:cs typeface="Arial"/>
              </a:defRPr>
            </a:lvl2pPr>
            <a:lvl3pPr algn="l">
              <a:defRPr sz="900" b="1">
                <a:solidFill>
                  <a:srgbClr val="177F69"/>
                </a:solidFill>
                <a:latin typeface="Arial"/>
                <a:ea typeface="Arial"/>
                <a:cs typeface="Arial"/>
              </a:defRPr>
            </a:lvl3pPr>
            <a:lvl4pPr algn="l">
              <a:defRPr sz="900" b="1">
                <a:solidFill>
                  <a:srgbClr val="177F69"/>
                </a:solidFill>
                <a:latin typeface="Arial"/>
                <a:ea typeface="Arial"/>
                <a:cs typeface="Arial"/>
              </a:defRPr>
            </a:lvl4pPr>
            <a:lvl5pPr algn="l">
              <a:defRPr sz="900" b="1">
                <a:solidFill>
                  <a:srgbClr val="177F69"/>
                </a:solidFill>
                <a:latin typeface="Arial"/>
                <a:ea typeface="Arial"/>
                <a:cs typeface="Arial"/>
              </a:defRPr>
            </a:lvl5pPr>
            <a:lvl6pPr algn="l">
              <a:defRPr sz="900" b="1">
                <a:solidFill>
                  <a:srgbClr val="177F69"/>
                </a:solidFill>
                <a:latin typeface="Arial"/>
                <a:ea typeface="Arial"/>
                <a:cs typeface="Arial"/>
              </a:defRPr>
            </a:lvl6pPr>
            <a:lvl7pPr algn="l">
              <a:defRPr sz="900" b="1">
                <a:solidFill>
                  <a:srgbClr val="177F69"/>
                </a:solidFill>
                <a:latin typeface="Arial"/>
                <a:ea typeface="Arial"/>
                <a:cs typeface="Arial"/>
              </a:defRPr>
            </a:lvl7pPr>
            <a:lvl8pPr algn="l">
              <a:defRPr sz="900" b="1">
                <a:solidFill>
                  <a:srgbClr val="177F69"/>
                </a:solidFill>
                <a:latin typeface="Arial"/>
                <a:ea typeface="Arial"/>
                <a:cs typeface="Arial"/>
              </a:defRPr>
            </a:lvl8pPr>
            <a:lvl9pPr algn="l">
              <a:defRPr sz="900" b="1">
                <a:solidFill>
                  <a:srgbClr val="177F69"/>
                </a:solidFill>
                <a:latin typeface="Arial"/>
                <a:ea typeface="Arial"/>
                <a:cs typeface="Arial"/>
              </a:defRPr>
            </a:lvl9pPr>
          </a:lstStyle>
          <a:p xmlns:a="http://schemas.openxmlformats.org/drawingml/2006/main">
            <a:pPr algn="l">
              <a:defRPr sz="900" b="1">
                <a:solidFill>
                  <a:srgbClr val="177F69"/>
                </a:solidFill>
                <a:latin typeface="Arial"/>
                <a:ea typeface="Arial"/>
                <a:cs typeface="Arial"/>
              </a:defRPr>
            </a:pPr>
            <a:r>
              <a:rPr sz="900" b="1">
                <a:solidFill>
                  <a:srgbClr val="177F69"/>
                </a:solidFill>
                <a:latin typeface="Arial"/>
                <a:ea typeface="Arial"/>
                <a:cs typeface="Arial"/>
              </a:rPr>
              <a:t>10  FINDINGS AND RESPONSIBLE USE</a:t>
            </a:r>
          </a:p>
        </p:txBody>
      </p:sp>
      <p:sp>
        <p:nvSpPr>
          <p:cNvPr id="2" name="slide-title">
            <a:extLst xmlns:a="http://schemas.openxmlformats.org/drawingml/2006/main">
              <a:ext uri="{FF2B5EF4-FFF2-40B4-BE49-F238E27FC236}">
                <a16:creationId xmlns:a16="http://schemas.microsoft.com/office/drawing/2014/main" id="{30377D54-F192-41C2-AEEF-88DB0187C32A}"/>
              </a:ext>
            </a:extLst>
          </p:cNvPr>
          <p:cNvSpPr>
            <a:spLocks xmlns:a="http://schemas.openxmlformats.org/drawingml/2006/main" noGrp="1"/>
          </p:cNvSpPr>
          <p:nvPr/>
        </p:nvSpPr>
        <p:spPr>
          <a:xfrm xmlns:a="http://schemas.openxmlformats.org/drawingml/2006/main">
            <a:off x="609600" y="714375"/>
            <a:ext cx="10906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83D37"/>
                </a:solidFill>
                <a:latin typeface="Arial"/>
                <a:ea typeface="Arial"/>
                <a:cs typeface="Arial"/>
              </a:defRPr>
            </a:defPPr>
            <a:lvl1pPr algn="l">
              <a:defRPr sz="3225" b="1">
                <a:solidFill>
                  <a:srgbClr val="183D37"/>
                </a:solidFill>
                <a:latin typeface="Arial"/>
                <a:ea typeface="Arial"/>
                <a:cs typeface="Arial"/>
              </a:defRPr>
            </a:lvl1pPr>
            <a:lvl2pPr algn="l">
              <a:defRPr sz="3225" b="1">
                <a:solidFill>
                  <a:srgbClr val="183D37"/>
                </a:solidFill>
                <a:latin typeface="Arial"/>
                <a:ea typeface="Arial"/>
                <a:cs typeface="Arial"/>
              </a:defRPr>
            </a:lvl2pPr>
            <a:lvl3pPr algn="l">
              <a:defRPr sz="3225" b="1">
                <a:solidFill>
                  <a:srgbClr val="183D37"/>
                </a:solidFill>
                <a:latin typeface="Arial"/>
                <a:ea typeface="Arial"/>
                <a:cs typeface="Arial"/>
              </a:defRPr>
            </a:lvl3pPr>
            <a:lvl4pPr algn="l">
              <a:defRPr sz="3225" b="1">
                <a:solidFill>
                  <a:srgbClr val="183D37"/>
                </a:solidFill>
                <a:latin typeface="Arial"/>
                <a:ea typeface="Arial"/>
                <a:cs typeface="Arial"/>
              </a:defRPr>
            </a:lvl4pPr>
            <a:lvl5pPr algn="l">
              <a:defRPr sz="3225" b="1">
                <a:solidFill>
                  <a:srgbClr val="183D37"/>
                </a:solidFill>
                <a:latin typeface="Arial"/>
                <a:ea typeface="Arial"/>
                <a:cs typeface="Arial"/>
              </a:defRPr>
            </a:lvl5pPr>
            <a:lvl6pPr algn="l">
              <a:defRPr sz="3225" b="1">
                <a:solidFill>
                  <a:srgbClr val="183D37"/>
                </a:solidFill>
                <a:latin typeface="Arial"/>
                <a:ea typeface="Arial"/>
                <a:cs typeface="Arial"/>
              </a:defRPr>
            </a:lvl6pPr>
            <a:lvl7pPr algn="l">
              <a:defRPr sz="3225" b="1">
                <a:solidFill>
                  <a:srgbClr val="183D37"/>
                </a:solidFill>
                <a:latin typeface="Arial"/>
                <a:ea typeface="Arial"/>
                <a:cs typeface="Arial"/>
              </a:defRPr>
            </a:lvl7pPr>
            <a:lvl8pPr algn="l">
              <a:defRPr sz="3225" b="1">
                <a:solidFill>
                  <a:srgbClr val="183D37"/>
                </a:solidFill>
                <a:latin typeface="Arial"/>
                <a:ea typeface="Arial"/>
                <a:cs typeface="Arial"/>
              </a:defRPr>
            </a:lvl8pPr>
            <a:lvl9pPr algn="l">
              <a:defRPr sz="3225" b="1">
                <a:solidFill>
                  <a:srgbClr val="183D37"/>
                </a:solidFill>
                <a:latin typeface="Arial"/>
                <a:ea typeface="Arial"/>
                <a:cs typeface="Arial"/>
              </a:defRPr>
            </a:lvl9pPr>
          </a:lstStyle>
          <a:p xmlns:a="http://schemas.openxmlformats.org/drawingml/2006/main">
            <a:pPr algn="l">
              <a:defRPr sz="3225" b="1">
                <a:solidFill>
                  <a:srgbClr val="183D37"/>
                </a:solidFill>
                <a:latin typeface="Arial"/>
                <a:ea typeface="Arial"/>
                <a:cs typeface="Arial"/>
              </a:defRPr>
            </a:pPr>
            <a:r>
              <a:rPr sz="3225" b="1">
                <a:solidFill>
                  <a:srgbClr val="183D37"/>
                </a:solidFill>
                <a:latin typeface="Arial"/>
                <a:ea typeface="Arial"/>
                <a:cs typeface="Arial"/>
              </a:rPr>
              <a:t>Use the dashboard to choose what to investigate</a:t>
            </a:r>
          </a:p>
        </p:txBody>
      </p:sp>
      <p:sp>
        <p:nvSpPr>
          <p:cNvPr id="3" name="slide-subtitle">
            <a:extLst xmlns:a="http://schemas.openxmlformats.org/drawingml/2006/main">
              <a:ext uri="{FF2B5EF4-FFF2-40B4-BE49-F238E27FC236}">
                <a16:creationId xmlns:a16="http://schemas.microsoft.com/office/drawing/2014/main" id="{521394C4-34A5-46D0-B3CB-58950083429E}"/>
              </a:ext>
            </a:extLst>
          </p:cNvPr>
          <p:cNvSpPr>
            <a:spLocks xmlns:a="http://schemas.openxmlformats.org/drawingml/2006/main" noGrp="1"/>
          </p:cNvSpPr>
          <p:nvPr/>
        </p:nvSpPr>
        <p:spPr>
          <a:xfrm xmlns:a="http://schemas.openxmlformats.org/drawingml/2006/main">
            <a:off x="609600" y="1333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E807B"/>
                </a:solidFill>
                <a:latin typeface="Arial"/>
                <a:ea typeface="Arial"/>
                <a:cs typeface="Arial"/>
              </a:defRPr>
            </a:defPPr>
            <a:lvl1pPr algn="l">
              <a:defRPr sz="1500" b="0">
                <a:solidFill>
                  <a:srgbClr val="6E807B"/>
                </a:solidFill>
                <a:latin typeface="Arial"/>
                <a:ea typeface="Arial"/>
                <a:cs typeface="Arial"/>
              </a:defRPr>
            </a:lvl1pPr>
            <a:lvl2pPr algn="l">
              <a:defRPr sz="1500" b="0">
                <a:solidFill>
                  <a:srgbClr val="6E807B"/>
                </a:solidFill>
                <a:latin typeface="Arial"/>
                <a:ea typeface="Arial"/>
                <a:cs typeface="Arial"/>
              </a:defRPr>
            </a:lvl2pPr>
            <a:lvl3pPr algn="l">
              <a:defRPr sz="1500" b="0">
                <a:solidFill>
                  <a:srgbClr val="6E807B"/>
                </a:solidFill>
                <a:latin typeface="Arial"/>
                <a:ea typeface="Arial"/>
                <a:cs typeface="Arial"/>
              </a:defRPr>
            </a:lvl3pPr>
            <a:lvl4pPr algn="l">
              <a:defRPr sz="1500" b="0">
                <a:solidFill>
                  <a:srgbClr val="6E807B"/>
                </a:solidFill>
                <a:latin typeface="Arial"/>
                <a:ea typeface="Arial"/>
                <a:cs typeface="Arial"/>
              </a:defRPr>
            </a:lvl4pPr>
            <a:lvl5pPr algn="l">
              <a:defRPr sz="1500" b="0">
                <a:solidFill>
                  <a:srgbClr val="6E807B"/>
                </a:solidFill>
                <a:latin typeface="Arial"/>
                <a:ea typeface="Arial"/>
                <a:cs typeface="Arial"/>
              </a:defRPr>
            </a:lvl5pPr>
            <a:lvl6pPr algn="l">
              <a:defRPr sz="1500" b="0">
                <a:solidFill>
                  <a:srgbClr val="6E807B"/>
                </a:solidFill>
                <a:latin typeface="Arial"/>
                <a:ea typeface="Arial"/>
                <a:cs typeface="Arial"/>
              </a:defRPr>
            </a:lvl6pPr>
            <a:lvl7pPr algn="l">
              <a:defRPr sz="1500" b="0">
                <a:solidFill>
                  <a:srgbClr val="6E807B"/>
                </a:solidFill>
                <a:latin typeface="Arial"/>
                <a:ea typeface="Arial"/>
                <a:cs typeface="Arial"/>
              </a:defRPr>
            </a:lvl7pPr>
            <a:lvl8pPr algn="l">
              <a:defRPr sz="1500" b="0">
                <a:solidFill>
                  <a:srgbClr val="6E807B"/>
                </a:solidFill>
                <a:latin typeface="Arial"/>
                <a:ea typeface="Arial"/>
                <a:cs typeface="Arial"/>
              </a:defRPr>
            </a:lvl8pPr>
            <a:lvl9pPr algn="l">
              <a:defRPr sz="1500" b="0">
                <a:solidFill>
                  <a:srgbClr val="6E807B"/>
                </a:solidFill>
                <a:latin typeface="Arial"/>
                <a:ea typeface="Arial"/>
                <a:cs typeface="Arial"/>
              </a:defRPr>
            </a:lvl9pPr>
          </a:lstStyle>
          <a:p xmlns:a="http://schemas.openxmlformats.org/drawingml/2006/main">
            <a:pPr algn="l">
              <a:defRPr sz="1500" b="0">
                <a:solidFill>
                  <a:srgbClr val="6E807B"/>
                </a:solidFill>
                <a:latin typeface="Arial"/>
                <a:ea typeface="Arial"/>
                <a:cs typeface="Arial"/>
              </a:defRPr>
            </a:pPr>
            <a:r>
              <a:rPr sz="1500" b="0">
                <a:solidFill>
                  <a:srgbClr val="6E807B"/>
                </a:solidFill>
                <a:latin typeface="Arial"/>
                <a:ea typeface="Arial"/>
                <a:cs typeface="Arial"/>
              </a:rPr>
              <a:t>The sample reveals patterns for demonstration, not claims about a real store.</a:t>
            </a:r>
          </a:p>
        </p:txBody>
      </p:sp>
      <p:sp>
        <p:nvSpPr>
          <p:cNvPr id="4" name="">
            <a:extLst xmlns:a="http://schemas.openxmlformats.org/drawingml/2006/main">
              <a:ext uri="{FF2B5EF4-FFF2-40B4-BE49-F238E27FC236}">
                <a16:creationId xmlns:a16="http://schemas.microsoft.com/office/drawing/2014/main" id="{D1010C8C-652D-4356-9AF0-E2AA6D33D3D6}"/>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CD7D1"/>
            </a:solidFill>
            <a:prstDash val="solid"/>
          </a:ln>
        </p:spPr>
      </p:sp>
      <p:sp>
        <p:nvSpPr>
          <p:cNvPr id="5" name="footer-brand">
            <a:extLst xmlns:a="http://schemas.openxmlformats.org/drawingml/2006/main">
              <a:ext uri="{FF2B5EF4-FFF2-40B4-BE49-F238E27FC236}">
                <a16:creationId xmlns:a16="http://schemas.microsoft.com/office/drawing/2014/main" id="{3066DC39-C790-43B9-AFAD-A0713438F9CC}"/>
              </a:ext>
            </a:extLst>
          </p:cNvPr>
          <p:cNvSpPr>
            <a:spLocks xmlns:a="http://schemas.openxmlformats.org/drawingml/2006/main" noGrp="1"/>
          </p:cNvSpPr>
          <p:nvPr/>
        </p:nvSpPr>
        <p:spPr>
          <a:xfrm xmlns:a="http://schemas.openxmlformats.org/drawingml/2006/main">
            <a:off x="609600" y="64865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6E807B"/>
                </a:solidFill>
                <a:latin typeface="Arial"/>
                <a:ea typeface="Arial"/>
                <a:cs typeface="Arial"/>
              </a:defRPr>
            </a:defPPr>
            <a:lvl1pPr algn="l">
              <a:defRPr sz="825" b="1">
                <a:solidFill>
                  <a:srgbClr val="6E807B"/>
                </a:solidFill>
                <a:latin typeface="Arial"/>
                <a:ea typeface="Arial"/>
                <a:cs typeface="Arial"/>
              </a:defRPr>
            </a:lvl1pPr>
            <a:lvl2pPr algn="l">
              <a:defRPr sz="825" b="1">
                <a:solidFill>
                  <a:srgbClr val="6E807B"/>
                </a:solidFill>
                <a:latin typeface="Arial"/>
                <a:ea typeface="Arial"/>
                <a:cs typeface="Arial"/>
              </a:defRPr>
            </a:lvl2pPr>
            <a:lvl3pPr algn="l">
              <a:defRPr sz="825" b="1">
                <a:solidFill>
                  <a:srgbClr val="6E807B"/>
                </a:solidFill>
                <a:latin typeface="Arial"/>
                <a:ea typeface="Arial"/>
                <a:cs typeface="Arial"/>
              </a:defRPr>
            </a:lvl3pPr>
            <a:lvl4pPr algn="l">
              <a:defRPr sz="825" b="1">
                <a:solidFill>
                  <a:srgbClr val="6E807B"/>
                </a:solidFill>
                <a:latin typeface="Arial"/>
                <a:ea typeface="Arial"/>
                <a:cs typeface="Arial"/>
              </a:defRPr>
            </a:lvl4pPr>
            <a:lvl5pPr algn="l">
              <a:defRPr sz="825" b="1">
                <a:solidFill>
                  <a:srgbClr val="6E807B"/>
                </a:solidFill>
                <a:latin typeface="Arial"/>
                <a:ea typeface="Arial"/>
                <a:cs typeface="Arial"/>
              </a:defRPr>
            </a:lvl5pPr>
            <a:lvl6pPr algn="l">
              <a:defRPr sz="825" b="1">
                <a:solidFill>
                  <a:srgbClr val="6E807B"/>
                </a:solidFill>
                <a:latin typeface="Arial"/>
                <a:ea typeface="Arial"/>
                <a:cs typeface="Arial"/>
              </a:defRPr>
            </a:lvl6pPr>
            <a:lvl7pPr algn="l">
              <a:defRPr sz="825" b="1">
                <a:solidFill>
                  <a:srgbClr val="6E807B"/>
                </a:solidFill>
                <a:latin typeface="Arial"/>
                <a:ea typeface="Arial"/>
                <a:cs typeface="Arial"/>
              </a:defRPr>
            </a:lvl7pPr>
            <a:lvl8pPr algn="l">
              <a:defRPr sz="825" b="1">
                <a:solidFill>
                  <a:srgbClr val="6E807B"/>
                </a:solidFill>
                <a:latin typeface="Arial"/>
                <a:ea typeface="Arial"/>
                <a:cs typeface="Arial"/>
              </a:defRPr>
            </a:lvl8pPr>
            <a:lvl9pPr algn="l">
              <a:defRPr sz="825" b="1">
                <a:solidFill>
                  <a:srgbClr val="6E807B"/>
                </a:solidFill>
                <a:latin typeface="Arial"/>
                <a:ea typeface="Arial"/>
                <a:cs typeface="Arial"/>
              </a:defRPr>
            </a:lvl9pPr>
          </a:lstStyle>
          <a:p xmlns:a="http://schemas.openxmlformats.org/drawingml/2006/main">
            <a:pPr algn="l">
              <a:defRPr sz="825" b="1">
                <a:solidFill>
                  <a:srgbClr val="6E807B"/>
                </a:solidFill>
                <a:latin typeface="Arial"/>
                <a:ea typeface="Arial"/>
                <a:cs typeface="Arial"/>
              </a:defRPr>
            </a:pPr>
            <a:r>
              <a:rPr sz="825" b="1">
                <a:solidFill>
                  <a:srgbClr val="6E807B"/>
                </a:solidFill>
                <a:latin typeface="Arial"/>
                <a:ea typeface="Arial"/>
                <a:cs typeface="Arial"/>
              </a:rPr>
              <a:t>COMMERCELENS  /  PROJECT 29</a:t>
            </a:r>
          </a:p>
        </p:txBody>
      </p:sp>
      <p:sp>
        <p:nvSpPr>
          <p:cNvPr id="6" name="footer-page">
            <a:extLst xmlns:a="http://schemas.openxmlformats.org/drawingml/2006/main">
              <a:ext uri="{FF2B5EF4-FFF2-40B4-BE49-F238E27FC236}">
                <a16:creationId xmlns:a16="http://schemas.microsoft.com/office/drawing/2014/main" id="{7FEE5DFB-60E5-44F0-814F-2371667E31C5}"/>
              </a:ext>
            </a:extLst>
          </p:cNvPr>
          <p:cNvSpPr>
            <a:spLocks xmlns:a="http://schemas.openxmlformats.org/drawingml/2006/main" noGrp="1"/>
          </p:cNvSpPr>
          <p:nvPr/>
        </p:nvSpPr>
        <p:spPr>
          <a:xfrm xmlns:a="http://schemas.openxmlformats.org/drawingml/2006/main">
            <a:off x="11144250" y="64770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6E807B"/>
                </a:solidFill>
                <a:latin typeface="Arial"/>
                <a:ea typeface="Arial"/>
                <a:cs typeface="Arial"/>
              </a:defRPr>
            </a:defPPr>
            <a:lvl1pPr algn="r">
              <a:defRPr sz="825" b="1">
                <a:solidFill>
                  <a:srgbClr val="6E807B"/>
                </a:solidFill>
                <a:latin typeface="Arial"/>
                <a:ea typeface="Arial"/>
                <a:cs typeface="Arial"/>
              </a:defRPr>
            </a:lvl1pPr>
            <a:lvl2pPr algn="r">
              <a:defRPr sz="825" b="1">
                <a:solidFill>
                  <a:srgbClr val="6E807B"/>
                </a:solidFill>
                <a:latin typeface="Arial"/>
                <a:ea typeface="Arial"/>
                <a:cs typeface="Arial"/>
              </a:defRPr>
            </a:lvl2pPr>
            <a:lvl3pPr algn="r">
              <a:defRPr sz="825" b="1">
                <a:solidFill>
                  <a:srgbClr val="6E807B"/>
                </a:solidFill>
                <a:latin typeface="Arial"/>
                <a:ea typeface="Arial"/>
                <a:cs typeface="Arial"/>
              </a:defRPr>
            </a:lvl3pPr>
            <a:lvl4pPr algn="r">
              <a:defRPr sz="825" b="1">
                <a:solidFill>
                  <a:srgbClr val="6E807B"/>
                </a:solidFill>
                <a:latin typeface="Arial"/>
                <a:ea typeface="Arial"/>
                <a:cs typeface="Arial"/>
              </a:defRPr>
            </a:lvl4pPr>
            <a:lvl5pPr algn="r">
              <a:defRPr sz="825" b="1">
                <a:solidFill>
                  <a:srgbClr val="6E807B"/>
                </a:solidFill>
                <a:latin typeface="Arial"/>
                <a:ea typeface="Arial"/>
                <a:cs typeface="Arial"/>
              </a:defRPr>
            </a:lvl5pPr>
            <a:lvl6pPr algn="r">
              <a:defRPr sz="825" b="1">
                <a:solidFill>
                  <a:srgbClr val="6E807B"/>
                </a:solidFill>
                <a:latin typeface="Arial"/>
                <a:ea typeface="Arial"/>
                <a:cs typeface="Arial"/>
              </a:defRPr>
            </a:lvl6pPr>
            <a:lvl7pPr algn="r">
              <a:defRPr sz="825" b="1">
                <a:solidFill>
                  <a:srgbClr val="6E807B"/>
                </a:solidFill>
                <a:latin typeface="Arial"/>
                <a:ea typeface="Arial"/>
                <a:cs typeface="Arial"/>
              </a:defRPr>
            </a:lvl7pPr>
            <a:lvl8pPr algn="r">
              <a:defRPr sz="825" b="1">
                <a:solidFill>
                  <a:srgbClr val="6E807B"/>
                </a:solidFill>
                <a:latin typeface="Arial"/>
                <a:ea typeface="Arial"/>
                <a:cs typeface="Arial"/>
              </a:defRPr>
            </a:lvl8pPr>
            <a:lvl9pPr algn="r">
              <a:defRPr sz="825" b="1">
                <a:solidFill>
                  <a:srgbClr val="6E807B"/>
                </a:solidFill>
                <a:latin typeface="Arial"/>
                <a:ea typeface="Arial"/>
                <a:cs typeface="Arial"/>
              </a:defRPr>
            </a:lvl9pPr>
          </a:lstStyle>
          <a:p xmlns:a="http://schemas.openxmlformats.org/drawingml/2006/main">
            <a:pPr algn="r">
              <a:defRPr sz="825" b="1">
                <a:solidFill>
                  <a:srgbClr val="6E807B"/>
                </a:solidFill>
                <a:latin typeface="Arial"/>
                <a:ea typeface="Arial"/>
                <a:cs typeface="Arial"/>
              </a:defRPr>
            </a:pPr>
            <a:r>
              <a:rPr sz="825" b="1">
                <a:solidFill>
                  <a:srgbClr val="6E807B"/>
                </a:solidFill>
                <a:latin typeface="Arial"/>
                <a:ea typeface="Arial"/>
                <a:cs typeface="Arial"/>
              </a:rPr>
              <a:t>11</a:t>
            </a:r>
          </a:p>
        </p:txBody>
      </p:sp>
      <p:sp>
        <p:nvSpPr>
          <p:cNvPr id="7" name="finding-num-0">
            <a:extLst xmlns:a="http://schemas.openxmlformats.org/drawingml/2006/main">
              <a:ext uri="{FF2B5EF4-FFF2-40B4-BE49-F238E27FC236}">
                <a16:creationId xmlns:a16="http://schemas.microsoft.com/office/drawing/2014/main" id="{168A53F7-A703-4A3C-8A79-E21A5DBE7680}"/>
              </a:ext>
            </a:extLst>
          </p:cNvPr>
          <p:cNvSpPr>
            <a:spLocks xmlns:a="http://schemas.openxmlformats.org/drawingml/2006/main" noGrp="1"/>
          </p:cNvSpPr>
          <p:nvPr/>
        </p:nvSpPr>
        <p:spPr>
          <a:xfrm xmlns:a="http://schemas.openxmlformats.org/drawingml/2006/main">
            <a:off x="666750" y="2162175"/>
            <a:ext cx="514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77F69"/>
                </a:solidFill>
                <a:latin typeface="Arial"/>
                <a:ea typeface="Arial"/>
                <a:cs typeface="Arial"/>
              </a:defRPr>
            </a:defPPr>
            <a:lvl1pPr algn="l">
              <a:defRPr sz="1350" b="1">
                <a:solidFill>
                  <a:srgbClr val="177F69"/>
                </a:solidFill>
                <a:latin typeface="Arial"/>
                <a:ea typeface="Arial"/>
                <a:cs typeface="Arial"/>
              </a:defRPr>
            </a:lvl1pPr>
            <a:lvl2pPr algn="l">
              <a:defRPr sz="1350" b="1">
                <a:solidFill>
                  <a:srgbClr val="177F69"/>
                </a:solidFill>
                <a:latin typeface="Arial"/>
                <a:ea typeface="Arial"/>
                <a:cs typeface="Arial"/>
              </a:defRPr>
            </a:lvl2pPr>
            <a:lvl3pPr algn="l">
              <a:defRPr sz="1350" b="1">
                <a:solidFill>
                  <a:srgbClr val="177F69"/>
                </a:solidFill>
                <a:latin typeface="Arial"/>
                <a:ea typeface="Arial"/>
                <a:cs typeface="Arial"/>
              </a:defRPr>
            </a:lvl3pPr>
            <a:lvl4pPr algn="l">
              <a:defRPr sz="1350" b="1">
                <a:solidFill>
                  <a:srgbClr val="177F69"/>
                </a:solidFill>
                <a:latin typeface="Arial"/>
                <a:ea typeface="Arial"/>
                <a:cs typeface="Arial"/>
              </a:defRPr>
            </a:lvl4pPr>
            <a:lvl5pPr algn="l">
              <a:defRPr sz="1350" b="1">
                <a:solidFill>
                  <a:srgbClr val="177F69"/>
                </a:solidFill>
                <a:latin typeface="Arial"/>
                <a:ea typeface="Arial"/>
                <a:cs typeface="Arial"/>
              </a:defRPr>
            </a:lvl5pPr>
            <a:lvl6pPr algn="l">
              <a:defRPr sz="1350" b="1">
                <a:solidFill>
                  <a:srgbClr val="177F69"/>
                </a:solidFill>
                <a:latin typeface="Arial"/>
                <a:ea typeface="Arial"/>
                <a:cs typeface="Arial"/>
              </a:defRPr>
            </a:lvl6pPr>
            <a:lvl7pPr algn="l">
              <a:defRPr sz="1350" b="1">
                <a:solidFill>
                  <a:srgbClr val="177F69"/>
                </a:solidFill>
                <a:latin typeface="Arial"/>
                <a:ea typeface="Arial"/>
                <a:cs typeface="Arial"/>
              </a:defRPr>
            </a:lvl7pPr>
            <a:lvl8pPr algn="l">
              <a:defRPr sz="1350" b="1">
                <a:solidFill>
                  <a:srgbClr val="177F69"/>
                </a:solidFill>
                <a:latin typeface="Arial"/>
                <a:ea typeface="Arial"/>
                <a:cs typeface="Arial"/>
              </a:defRPr>
            </a:lvl8pPr>
            <a:lvl9pPr algn="l">
              <a:defRPr sz="1350" b="1">
                <a:solidFill>
                  <a:srgbClr val="177F69"/>
                </a:solidFill>
                <a:latin typeface="Arial"/>
                <a:ea typeface="Arial"/>
                <a:cs typeface="Arial"/>
              </a:defRPr>
            </a:lvl9pPr>
          </a:lstStyle>
          <a:p xmlns:a="http://schemas.openxmlformats.org/drawingml/2006/main">
            <a:pPr algn="l">
              <a:defRPr sz="1350" b="1">
                <a:solidFill>
                  <a:srgbClr val="177F69"/>
                </a:solidFill>
                <a:latin typeface="Arial"/>
                <a:ea typeface="Arial"/>
                <a:cs typeface="Arial"/>
              </a:defRPr>
            </a:pPr>
            <a:r>
              <a:rPr sz="1350" b="1">
                <a:solidFill>
                  <a:srgbClr val="177F69"/>
                </a:solidFill>
                <a:latin typeface="Arial"/>
                <a:ea typeface="Arial"/>
                <a:cs typeface="Arial"/>
              </a:rPr>
              <a:t>01</a:t>
            </a:r>
          </a:p>
        </p:txBody>
      </p:sp>
      <p:sp>
        <p:nvSpPr>
          <p:cNvPr id="8" name="finding-head-0">
            <a:extLst xmlns:a="http://schemas.openxmlformats.org/drawingml/2006/main">
              <a:ext uri="{FF2B5EF4-FFF2-40B4-BE49-F238E27FC236}">
                <a16:creationId xmlns:a16="http://schemas.microsoft.com/office/drawing/2014/main" id="{24DBD28F-5E35-4BA3-8117-9151F786C837}"/>
              </a:ext>
            </a:extLst>
          </p:cNvPr>
          <p:cNvSpPr>
            <a:spLocks xmlns:a="http://schemas.openxmlformats.org/drawingml/2006/main" noGrp="1"/>
          </p:cNvSpPr>
          <p:nvPr/>
        </p:nvSpPr>
        <p:spPr>
          <a:xfrm xmlns:a="http://schemas.openxmlformats.org/drawingml/2006/main">
            <a:off x="666750" y="26098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83D37"/>
                </a:solidFill>
                <a:latin typeface="Arial"/>
                <a:ea typeface="Arial"/>
                <a:cs typeface="Arial"/>
              </a:defRPr>
            </a:defPPr>
            <a:lvl1pPr algn="l">
              <a:defRPr sz="1725" b="1">
                <a:solidFill>
                  <a:srgbClr val="183D37"/>
                </a:solidFill>
                <a:latin typeface="Arial"/>
                <a:ea typeface="Arial"/>
                <a:cs typeface="Arial"/>
              </a:defRPr>
            </a:lvl1pPr>
            <a:lvl2pPr algn="l">
              <a:defRPr sz="1725" b="1">
                <a:solidFill>
                  <a:srgbClr val="183D37"/>
                </a:solidFill>
                <a:latin typeface="Arial"/>
                <a:ea typeface="Arial"/>
                <a:cs typeface="Arial"/>
              </a:defRPr>
            </a:lvl2pPr>
            <a:lvl3pPr algn="l">
              <a:defRPr sz="1725" b="1">
                <a:solidFill>
                  <a:srgbClr val="183D37"/>
                </a:solidFill>
                <a:latin typeface="Arial"/>
                <a:ea typeface="Arial"/>
                <a:cs typeface="Arial"/>
              </a:defRPr>
            </a:lvl3pPr>
            <a:lvl4pPr algn="l">
              <a:defRPr sz="1725" b="1">
                <a:solidFill>
                  <a:srgbClr val="183D37"/>
                </a:solidFill>
                <a:latin typeface="Arial"/>
                <a:ea typeface="Arial"/>
                <a:cs typeface="Arial"/>
              </a:defRPr>
            </a:lvl4pPr>
            <a:lvl5pPr algn="l">
              <a:defRPr sz="1725" b="1">
                <a:solidFill>
                  <a:srgbClr val="183D37"/>
                </a:solidFill>
                <a:latin typeface="Arial"/>
                <a:ea typeface="Arial"/>
                <a:cs typeface="Arial"/>
              </a:defRPr>
            </a:lvl5pPr>
            <a:lvl6pPr algn="l">
              <a:defRPr sz="1725" b="1">
                <a:solidFill>
                  <a:srgbClr val="183D37"/>
                </a:solidFill>
                <a:latin typeface="Arial"/>
                <a:ea typeface="Arial"/>
                <a:cs typeface="Arial"/>
              </a:defRPr>
            </a:lvl6pPr>
            <a:lvl7pPr algn="l">
              <a:defRPr sz="1725" b="1">
                <a:solidFill>
                  <a:srgbClr val="183D37"/>
                </a:solidFill>
                <a:latin typeface="Arial"/>
                <a:ea typeface="Arial"/>
                <a:cs typeface="Arial"/>
              </a:defRPr>
            </a:lvl7pPr>
            <a:lvl8pPr algn="l">
              <a:defRPr sz="1725" b="1">
                <a:solidFill>
                  <a:srgbClr val="183D37"/>
                </a:solidFill>
                <a:latin typeface="Arial"/>
                <a:ea typeface="Arial"/>
                <a:cs typeface="Arial"/>
              </a:defRPr>
            </a:lvl8pPr>
            <a:lvl9pPr algn="l">
              <a:defRPr sz="1725" b="1">
                <a:solidFill>
                  <a:srgbClr val="183D37"/>
                </a:solidFill>
                <a:latin typeface="Arial"/>
                <a:ea typeface="Arial"/>
                <a:cs typeface="Arial"/>
              </a:defRPr>
            </a:lvl9pPr>
          </a:lstStyle>
          <a:p xmlns:a="http://schemas.openxmlformats.org/drawingml/2006/main">
            <a:pPr algn="l">
              <a:defRPr sz="1725" b="1">
                <a:solidFill>
                  <a:srgbClr val="183D37"/>
                </a:solidFill>
                <a:latin typeface="Arial"/>
                <a:ea typeface="Arial"/>
                <a:cs typeface="Arial"/>
              </a:defRPr>
            </a:pPr>
            <a:r>
              <a:rPr sz="1725" b="1">
                <a:solidFill>
                  <a:srgbClr val="183D37"/>
                </a:solidFill>
                <a:latin typeface="Arial"/>
                <a:ea typeface="Arial"/>
                <a:cs typeface="Arial"/>
              </a:rPr>
              <a:t>Category concentration</a:t>
            </a:r>
          </a:p>
        </p:txBody>
      </p:sp>
      <p:sp>
        <p:nvSpPr>
          <p:cNvPr id="9" name="">
            <a:extLst xmlns:a="http://schemas.openxmlformats.org/drawingml/2006/main">
              <a:ext uri="{FF2B5EF4-FFF2-40B4-BE49-F238E27FC236}">
                <a16:creationId xmlns:a16="http://schemas.microsoft.com/office/drawing/2014/main" id="{CB8C9F35-EB8F-4F3E-8BAF-184C51910E51}"/>
              </a:ext>
            </a:extLst>
          </p:cNvPr>
          <p:cNvSpPr>
            <a:spLocks xmlns:a="http://schemas.openxmlformats.org/drawingml/2006/main" noGrp="1"/>
          </p:cNvSpPr>
          <p:nvPr/>
        </p:nvSpPr>
        <p:spPr>
          <a:xfrm xmlns:a="http://schemas.openxmlformats.org/drawingml/2006/main">
            <a:off x="666750" y="3057525"/>
            <a:ext cx="3162300" cy="0"/>
          </a:xfrm>
          <a:prstGeom xmlns:a="http://schemas.openxmlformats.org/drawingml/2006/main" prst="line">
            <a:avLst/>
          </a:prstGeom>
          <a:noFill xmlns:a="http://schemas.openxmlformats.org/drawingml/2006/main"/>
          <a:ln xmlns:a="http://schemas.openxmlformats.org/drawingml/2006/main" w="28575">
            <a:solidFill>
              <a:srgbClr val="177F69"/>
            </a:solidFill>
            <a:prstDash val="solid"/>
          </a:ln>
        </p:spPr>
      </p:sp>
      <p:sp>
        <p:nvSpPr>
          <p:cNvPr id="10" name="finding-evidence-0">
            <a:extLst xmlns:a="http://schemas.openxmlformats.org/drawingml/2006/main">
              <a:ext uri="{FF2B5EF4-FFF2-40B4-BE49-F238E27FC236}">
                <a16:creationId xmlns:a16="http://schemas.microsoft.com/office/drawing/2014/main" id="{8AD63420-3BD7-4C78-B7DE-649A38A69CCD}"/>
              </a:ext>
            </a:extLst>
          </p:cNvPr>
          <p:cNvSpPr>
            <a:spLocks xmlns:a="http://schemas.openxmlformats.org/drawingml/2006/main" noGrp="1"/>
          </p:cNvSpPr>
          <p:nvPr/>
        </p:nvSpPr>
        <p:spPr>
          <a:xfrm xmlns:a="http://schemas.openxmlformats.org/drawingml/2006/main">
            <a:off x="666750" y="3286125"/>
            <a:ext cx="316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E807B"/>
                </a:solidFill>
                <a:latin typeface="Arial"/>
                <a:ea typeface="Arial"/>
                <a:cs typeface="Arial"/>
              </a:defRPr>
            </a:defPPr>
            <a:lvl1pPr algn="l">
              <a:defRPr sz="1275" b="0">
                <a:solidFill>
                  <a:srgbClr val="6E807B"/>
                </a:solidFill>
                <a:latin typeface="Arial"/>
                <a:ea typeface="Arial"/>
                <a:cs typeface="Arial"/>
              </a:defRPr>
            </a:lvl1pPr>
            <a:lvl2pPr algn="l">
              <a:defRPr sz="1275" b="0">
                <a:solidFill>
                  <a:srgbClr val="6E807B"/>
                </a:solidFill>
                <a:latin typeface="Arial"/>
                <a:ea typeface="Arial"/>
                <a:cs typeface="Arial"/>
              </a:defRPr>
            </a:lvl2pPr>
            <a:lvl3pPr algn="l">
              <a:defRPr sz="1275" b="0">
                <a:solidFill>
                  <a:srgbClr val="6E807B"/>
                </a:solidFill>
                <a:latin typeface="Arial"/>
                <a:ea typeface="Arial"/>
                <a:cs typeface="Arial"/>
              </a:defRPr>
            </a:lvl3pPr>
            <a:lvl4pPr algn="l">
              <a:defRPr sz="1275" b="0">
                <a:solidFill>
                  <a:srgbClr val="6E807B"/>
                </a:solidFill>
                <a:latin typeface="Arial"/>
                <a:ea typeface="Arial"/>
                <a:cs typeface="Arial"/>
              </a:defRPr>
            </a:lvl4pPr>
            <a:lvl5pPr algn="l">
              <a:defRPr sz="1275" b="0">
                <a:solidFill>
                  <a:srgbClr val="6E807B"/>
                </a:solidFill>
                <a:latin typeface="Arial"/>
                <a:ea typeface="Arial"/>
                <a:cs typeface="Arial"/>
              </a:defRPr>
            </a:lvl5pPr>
            <a:lvl6pPr algn="l">
              <a:defRPr sz="1275" b="0">
                <a:solidFill>
                  <a:srgbClr val="6E807B"/>
                </a:solidFill>
                <a:latin typeface="Arial"/>
                <a:ea typeface="Arial"/>
                <a:cs typeface="Arial"/>
              </a:defRPr>
            </a:lvl6pPr>
            <a:lvl7pPr algn="l">
              <a:defRPr sz="1275" b="0">
                <a:solidFill>
                  <a:srgbClr val="6E807B"/>
                </a:solidFill>
                <a:latin typeface="Arial"/>
                <a:ea typeface="Arial"/>
                <a:cs typeface="Arial"/>
              </a:defRPr>
            </a:lvl7pPr>
            <a:lvl8pPr algn="l">
              <a:defRPr sz="1275" b="0">
                <a:solidFill>
                  <a:srgbClr val="6E807B"/>
                </a:solidFill>
                <a:latin typeface="Arial"/>
                <a:ea typeface="Arial"/>
                <a:cs typeface="Arial"/>
              </a:defRPr>
            </a:lvl8pPr>
            <a:lvl9pPr algn="l">
              <a:defRPr sz="1275" b="0">
                <a:solidFill>
                  <a:srgbClr val="6E807B"/>
                </a:solidFill>
                <a:latin typeface="Arial"/>
                <a:ea typeface="Arial"/>
                <a:cs typeface="Arial"/>
              </a:defRPr>
            </a:lvl9pPr>
          </a:lstStyle>
          <a:p xmlns:a="http://schemas.openxmlformats.org/drawingml/2006/main">
            <a:pPr algn="l">
              <a:defRPr sz="1275" b="0">
                <a:solidFill>
                  <a:srgbClr val="6E807B"/>
                </a:solidFill>
                <a:latin typeface="Arial"/>
                <a:ea typeface="Arial"/>
                <a:cs typeface="Arial"/>
              </a:defRPr>
            </a:pPr>
            <a:r>
              <a:rPr sz="1275" b="0">
                <a:solidFill>
                  <a:srgbClr val="6E807B"/>
                </a:solidFill>
                <a:latin typeface="Arial"/>
                <a:ea typeface="Arial"/>
                <a:cs typeface="Arial"/>
              </a:rPr>
              <a:t>Electronics and Fashion account for 55.2% of sample net revenue.</a:t>
            </a:r>
          </a:p>
        </p:txBody>
      </p:sp>
      <p:sp>
        <p:nvSpPr>
          <p:cNvPr id="11" name="finding-action-0">
            <a:extLst xmlns:a="http://schemas.openxmlformats.org/drawingml/2006/main">
              <a:ext uri="{FF2B5EF4-FFF2-40B4-BE49-F238E27FC236}">
                <a16:creationId xmlns:a16="http://schemas.microsoft.com/office/drawing/2014/main" id="{7F21870D-6806-45D8-88DE-185EA056D041}"/>
              </a:ext>
            </a:extLst>
          </p:cNvPr>
          <p:cNvSpPr>
            <a:spLocks xmlns:a="http://schemas.openxmlformats.org/drawingml/2006/main" noGrp="1"/>
          </p:cNvSpPr>
          <p:nvPr/>
        </p:nvSpPr>
        <p:spPr>
          <a:xfrm xmlns:a="http://schemas.openxmlformats.org/drawingml/2006/main">
            <a:off x="666750" y="4238625"/>
            <a:ext cx="31623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83D37"/>
                </a:solidFill>
                <a:latin typeface="Arial"/>
                <a:ea typeface="Arial"/>
                <a:cs typeface="Arial"/>
              </a:defRPr>
            </a:defPPr>
            <a:lvl1pPr algn="l">
              <a:defRPr sz="1350" b="1">
                <a:solidFill>
                  <a:srgbClr val="183D37"/>
                </a:solidFill>
                <a:latin typeface="Arial"/>
                <a:ea typeface="Arial"/>
                <a:cs typeface="Arial"/>
              </a:defRPr>
            </a:lvl1pPr>
            <a:lvl2pPr algn="l">
              <a:defRPr sz="1350" b="1">
                <a:solidFill>
                  <a:srgbClr val="183D37"/>
                </a:solidFill>
                <a:latin typeface="Arial"/>
                <a:ea typeface="Arial"/>
                <a:cs typeface="Arial"/>
              </a:defRPr>
            </a:lvl2pPr>
            <a:lvl3pPr algn="l">
              <a:defRPr sz="1350" b="1">
                <a:solidFill>
                  <a:srgbClr val="183D37"/>
                </a:solidFill>
                <a:latin typeface="Arial"/>
                <a:ea typeface="Arial"/>
                <a:cs typeface="Arial"/>
              </a:defRPr>
            </a:lvl3pPr>
            <a:lvl4pPr algn="l">
              <a:defRPr sz="1350" b="1">
                <a:solidFill>
                  <a:srgbClr val="183D37"/>
                </a:solidFill>
                <a:latin typeface="Arial"/>
                <a:ea typeface="Arial"/>
                <a:cs typeface="Arial"/>
              </a:defRPr>
            </a:lvl4pPr>
            <a:lvl5pPr algn="l">
              <a:defRPr sz="1350" b="1">
                <a:solidFill>
                  <a:srgbClr val="183D37"/>
                </a:solidFill>
                <a:latin typeface="Arial"/>
                <a:ea typeface="Arial"/>
                <a:cs typeface="Arial"/>
              </a:defRPr>
            </a:lvl5pPr>
            <a:lvl6pPr algn="l">
              <a:defRPr sz="1350" b="1">
                <a:solidFill>
                  <a:srgbClr val="183D37"/>
                </a:solidFill>
                <a:latin typeface="Arial"/>
                <a:ea typeface="Arial"/>
                <a:cs typeface="Arial"/>
              </a:defRPr>
            </a:lvl6pPr>
            <a:lvl7pPr algn="l">
              <a:defRPr sz="1350" b="1">
                <a:solidFill>
                  <a:srgbClr val="183D37"/>
                </a:solidFill>
                <a:latin typeface="Arial"/>
                <a:ea typeface="Arial"/>
                <a:cs typeface="Arial"/>
              </a:defRPr>
            </a:lvl7pPr>
            <a:lvl8pPr algn="l">
              <a:defRPr sz="1350" b="1">
                <a:solidFill>
                  <a:srgbClr val="183D37"/>
                </a:solidFill>
                <a:latin typeface="Arial"/>
                <a:ea typeface="Arial"/>
                <a:cs typeface="Arial"/>
              </a:defRPr>
            </a:lvl8pPr>
            <a:lvl9pPr algn="l">
              <a:defRPr sz="1350" b="1">
                <a:solidFill>
                  <a:srgbClr val="183D37"/>
                </a:solidFill>
                <a:latin typeface="Arial"/>
                <a:ea typeface="Arial"/>
                <a:cs typeface="Arial"/>
              </a:defRPr>
            </a:lvl9pPr>
          </a:lstStyle>
          <a:p xmlns:a="http://schemas.openxmlformats.org/drawingml/2006/main">
            <a:pPr algn="l">
              <a:defRPr sz="1350" b="1">
                <a:solidFill>
                  <a:srgbClr val="183D37"/>
                </a:solidFill>
                <a:latin typeface="Arial"/>
                <a:ea typeface="Arial"/>
                <a:cs typeface="Arial"/>
              </a:defRPr>
            </a:pPr>
            <a:r>
              <a:rPr sz="1350" b="1">
                <a:solidFill>
                  <a:srgbClr val="183D37"/>
                </a:solidFill>
                <a:latin typeface="Arial"/>
                <a:ea typeface="Arial"/>
                <a:cs typeface="Arial"/>
              </a:rPr>
              <a:t>Review margins and stock before testing category promotion.</a:t>
            </a:r>
          </a:p>
        </p:txBody>
      </p:sp>
      <p:sp>
        <p:nvSpPr>
          <p:cNvPr id="12" name="">
            <a:extLst xmlns:a="http://schemas.openxmlformats.org/drawingml/2006/main">
              <a:ext uri="{FF2B5EF4-FFF2-40B4-BE49-F238E27FC236}">
                <a16:creationId xmlns:a16="http://schemas.microsoft.com/office/drawing/2014/main" id="{5D347B1C-EB2D-40C4-8C92-26330D1DB6E3}"/>
              </a:ext>
            </a:extLst>
          </p:cNvPr>
          <p:cNvSpPr>
            <a:spLocks xmlns:a="http://schemas.openxmlformats.org/drawingml/2006/main" noGrp="1"/>
          </p:cNvSpPr>
          <p:nvPr/>
        </p:nvSpPr>
        <p:spPr>
          <a:xfrm xmlns:a="http://schemas.openxmlformats.org/drawingml/2006/main">
            <a:off x="4057650" y="2143125"/>
            <a:ext cx="0" cy="3238500"/>
          </a:xfrm>
          <a:prstGeom xmlns:a="http://schemas.openxmlformats.org/drawingml/2006/main" prst="line">
            <a:avLst/>
          </a:prstGeom>
          <a:noFill xmlns:a="http://schemas.openxmlformats.org/drawingml/2006/main"/>
          <a:ln xmlns:a="http://schemas.openxmlformats.org/drawingml/2006/main" w="9525">
            <a:solidFill>
              <a:srgbClr val="CCD7D1"/>
            </a:solidFill>
            <a:prstDash val="solid"/>
          </a:ln>
        </p:spPr>
      </p:sp>
      <p:sp>
        <p:nvSpPr>
          <p:cNvPr id="13" name="finding-num-1">
            <a:extLst xmlns:a="http://schemas.openxmlformats.org/drawingml/2006/main">
              <a:ext uri="{FF2B5EF4-FFF2-40B4-BE49-F238E27FC236}">
                <a16:creationId xmlns:a16="http://schemas.microsoft.com/office/drawing/2014/main" id="{3A492115-8718-4A9D-8794-4DAE6E80B914}"/>
              </a:ext>
            </a:extLst>
          </p:cNvPr>
          <p:cNvSpPr>
            <a:spLocks xmlns:a="http://schemas.openxmlformats.org/drawingml/2006/main" noGrp="1"/>
          </p:cNvSpPr>
          <p:nvPr/>
        </p:nvSpPr>
        <p:spPr>
          <a:xfrm xmlns:a="http://schemas.openxmlformats.org/drawingml/2006/main">
            <a:off x="4419600" y="2162175"/>
            <a:ext cx="514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77F69"/>
                </a:solidFill>
                <a:latin typeface="Arial"/>
                <a:ea typeface="Arial"/>
                <a:cs typeface="Arial"/>
              </a:defRPr>
            </a:defPPr>
            <a:lvl1pPr algn="l">
              <a:defRPr sz="1350" b="1">
                <a:solidFill>
                  <a:srgbClr val="177F69"/>
                </a:solidFill>
                <a:latin typeface="Arial"/>
                <a:ea typeface="Arial"/>
                <a:cs typeface="Arial"/>
              </a:defRPr>
            </a:lvl1pPr>
            <a:lvl2pPr algn="l">
              <a:defRPr sz="1350" b="1">
                <a:solidFill>
                  <a:srgbClr val="177F69"/>
                </a:solidFill>
                <a:latin typeface="Arial"/>
                <a:ea typeface="Arial"/>
                <a:cs typeface="Arial"/>
              </a:defRPr>
            </a:lvl2pPr>
            <a:lvl3pPr algn="l">
              <a:defRPr sz="1350" b="1">
                <a:solidFill>
                  <a:srgbClr val="177F69"/>
                </a:solidFill>
                <a:latin typeface="Arial"/>
                <a:ea typeface="Arial"/>
                <a:cs typeface="Arial"/>
              </a:defRPr>
            </a:lvl3pPr>
            <a:lvl4pPr algn="l">
              <a:defRPr sz="1350" b="1">
                <a:solidFill>
                  <a:srgbClr val="177F69"/>
                </a:solidFill>
                <a:latin typeface="Arial"/>
                <a:ea typeface="Arial"/>
                <a:cs typeface="Arial"/>
              </a:defRPr>
            </a:lvl4pPr>
            <a:lvl5pPr algn="l">
              <a:defRPr sz="1350" b="1">
                <a:solidFill>
                  <a:srgbClr val="177F69"/>
                </a:solidFill>
                <a:latin typeface="Arial"/>
                <a:ea typeface="Arial"/>
                <a:cs typeface="Arial"/>
              </a:defRPr>
            </a:lvl5pPr>
            <a:lvl6pPr algn="l">
              <a:defRPr sz="1350" b="1">
                <a:solidFill>
                  <a:srgbClr val="177F69"/>
                </a:solidFill>
                <a:latin typeface="Arial"/>
                <a:ea typeface="Arial"/>
                <a:cs typeface="Arial"/>
              </a:defRPr>
            </a:lvl6pPr>
            <a:lvl7pPr algn="l">
              <a:defRPr sz="1350" b="1">
                <a:solidFill>
                  <a:srgbClr val="177F69"/>
                </a:solidFill>
                <a:latin typeface="Arial"/>
                <a:ea typeface="Arial"/>
                <a:cs typeface="Arial"/>
              </a:defRPr>
            </a:lvl7pPr>
            <a:lvl8pPr algn="l">
              <a:defRPr sz="1350" b="1">
                <a:solidFill>
                  <a:srgbClr val="177F69"/>
                </a:solidFill>
                <a:latin typeface="Arial"/>
                <a:ea typeface="Arial"/>
                <a:cs typeface="Arial"/>
              </a:defRPr>
            </a:lvl8pPr>
            <a:lvl9pPr algn="l">
              <a:defRPr sz="1350" b="1">
                <a:solidFill>
                  <a:srgbClr val="177F69"/>
                </a:solidFill>
                <a:latin typeface="Arial"/>
                <a:ea typeface="Arial"/>
                <a:cs typeface="Arial"/>
              </a:defRPr>
            </a:lvl9pPr>
          </a:lstStyle>
          <a:p xmlns:a="http://schemas.openxmlformats.org/drawingml/2006/main">
            <a:pPr algn="l">
              <a:defRPr sz="1350" b="1">
                <a:solidFill>
                  <a:srgbClr val="177F69"/>
                </a:solidFill>
                <a:latin typeface="Arial"/>
                <a:ea typeface="Arial"/>
                <a:cs typeface="Arial"/>
              </a:defRPr>
            </a:pPr>
            <a:r>
              <a:rPr sz="1350" b="1">
                <a:solidFill>
                  <a:srgbClr val="177F69"/>
                </a:solidFill>
                <a:latin typeface="Arial"/>
                <a:ea typeface="Arial"/>
                <a:cs typeface="Arial"/>
              </a:rPr>
              <a:t>02</a:t>
            </a:r>
          </a:p>
        </p:txBody>
      </p:sp>
      <p:sp>
        <p:nvSpPr>
          <p:cNvPr id="14" name="finding-head-1">
            <a:extLst xmlns:a="http://schemas.openxmlformats.org/drawingml/2006/main">
              <a:ext uri="{FF2B5EF4-FFF2-40B4-BE49-F238E27FC236}">
                <a16:creationId xmlns:a16="http://schemas.microsoft.com/office/drawing/2014/main" id="{5FBE40F2-4B62-4DC3-8586-315F088DD14A}"/>
              </a:ext>
            </a:extLst>
          </p:cNvPr>
          <p:cNvSpPr>
            <a:spLocks xmlns:a="http://schemas.openxmlformats.org/drawingml/2006/main" noGrp="1"/>
          </p:cNvSpPr>
          <p:nvPr/>
        </p:nvSpPr>
        <p:spPr>
          <a:xfrm xmlns:a="http://schemas.openxmlformats.org/drawingml/2006/main">
            <a:off x="4419600" y="26098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83D37"/>
                </a:solidFill>
                <a:latin typeface="Arial"/>
                <a:ea typeface="Arial"/>
                <a:cs typeface="Arial"/>
              </a:defRPr>
            </a:defPPr>
            <a:lvl1pPr algn="l">
              <a:defRPr sz="1725" b="1">
                <a:solidFill>
                  <a:srgbClr val="183D37"/>
                </a:solidFill>
                <a:latin typeface="Arial"/>
                <a:ea typeface="Arial"/>
                <a:cs typeface="Arial"/>
              </a:defRPr>
            </a:lvl1pPr>
            <a:lvl2pPr algn="l">
              <a:defRPr sz="1725" b="1">
                <a:solidFill>
                  <a:srgbClr val="183D37"/>
                </a:solidFill>
                <a:latin typeface="Arial"/>
                <a:ea typeface="Arial"/>
                <a:cs typeface="Arial"/>
              </a:defRPr>
            </a:lvl2pPr>
            <a:lvl3pPr algn="l">
              <a:defRPr sz="1725" b="1">
                <a:solidFill>
                  <a:srgbClr val="183D37"/>
                </a:solidFill>
                <a:latin typeface="Arial"/>
                <a:ea typeface="Arial"/>
                <a:cs typeface="Arial"/>
              </a:defRPr>
            </a:lvl3pPr>
            <a:lvl4pPr algn="l">
              <a:defRPr sz="1725" b="1">
                <a:solidFill>
                  <a:srgbClr val="183D37"/>
                </a:solidFill>
                <a:latin typeface="Arial"/>
                <a:ea typeface="Arial"/>
                <a:cs typeface="Arial"/>
              </a:defRPr>
            </a:lvl4pPr>
            <a:lvl5pPr algn="l">
              <a:defRPr sz="1725" b="1">
                <a:solidFill>
                  <a:srgbClr val="183D37"/>
                </a:solidFill>
                <a:latin typeface="Arial"/>
                <a:ea typeface="Arial"/>
                <a:cs typeface="Arial"/>
              </a:defRPr>
            </a:lvl5pPr>
            <a:lvl6pPr algn="l">
              <a:defRPr sz="1725" b="1">
                <a:solidFill>
                  <a:srgbClr val="183D37"/>
                </a:solidFill>
                <a:latin typeface="Arial"/>
                <a:ea typeface="Arial"/>
                <a:cs typeface="Arial"/>
              </a:defRPr>
            </a:lvl6pPr>
            <a:lvl7pPr algn="l">
              <a:defRPr sz="1725" b="1">
                <a:solidFill>
                  <a:srgbClr val="183D37"/>
                </a:solidFill>
                <a:latin typeface="Arial"/>
                <a:ea typeface="Arial"/>
                <a:cs typeface="Arial"/>
              </a:defRPr>
            </a:lvl7pPr>
            <a:lvl8pPr algn="l">
              <a:defRPr sz="1725" b="1">
                <a:solidFill>
                  <a:srgbClr val="183D37"/>
                </a:solidFill>
                <a:latin typeface="Arial"/>
                <a:ea typeface="Arial"/>
                <a:cs typeface="Arial"/>
              </a:defRPr>
            </a:lvl8pPr>
            <a:lvl9pPr algn="l">
              <a:defRPr sz="1725" b="1">
                <a:solidFill>
                  <a:srgbClr val="183D37"/>
                </a:solidFill>
                <a:latin typeface="Arial"/>
                <a:ea typeface="Arial"/>
                <a:cs typeface="Arial"/>
              </a:defRPr>
            </a:lvl9pPr>
          </a:lstStyle>
          <a:p xmlns:a="http://schemas.openxmlformats.org/drawingml/2006/main">
            <a:pPr algn="l">
              <a:defRPr sz="1725" b="1">
                <a:solidFill>
                  <a:srgbClr val="183D37"/>
                </a:solidFill>
                <a:latin typeface="Arial"/>
                <a:ea typeface="Arial"/>
                <a:cs typeface="Arial"/>
              </a:defRPr>
            </a:pPr>
            <a:r>
              <a:rPr sz="1725" b="1">
                <a:solidFill>
                  <a:srgbClr val="183D37"/>
                </a:solidFill>
                <a:latin typeface="Arial"/>
                <a:ea typeface="Arial"/>
                <a:cs typeface="Arial"/>
              </a:rPr>
              <a:t>Customer retention</a:t>
            </a:r>
          </a:p>
        </p:txBody>
      </p:sp>
      <p:sp>
        <p:nvSpPr>
          <p:cNvPr id="15" name="">
            <a:extLst xmlns:a="http://schemas.openxmlformats.org/drawingml/2006/main">
              <a:ext uri="{FF2B5EF4-FFF2-40B4-BE49-F238E27FC236}">
                <a16:creationId xmlns:a16="http://schemas.microsoft.com/office/drawing/2014/main" id="{37F0836D-B9C2-4720-98D0-1041256905B0}"/>
              </a:ext>
            </a:extLst>
          </p:cNvPr>
          <p:cNvSpPr>
            <a:spLocks xmlns:a="http://schemas.openxmlformats.org/drawingml/2006/main" noGrp="1"/>
          </p:cNvSpPr>
          <p:nvPr/>
        </p:nvSpPr>
        <p:spPr>
          <a:xfrm xmlns:a="http://schemas.openxmlformats.org/drawingml/2006/main">
            <a:off x="4419600" y="3057525"/>
            <a:ext cx="3162300" cy="0"/>
          </a:xfrm>
          <a:prstGeom xmlns:a="http://schemas.openxmlformats.org/drawingml/2006/main" prst="line">
            <a:avLst/>
          </a:prstGeom>
          <a:noFill xmlns:a="http://schemas.openxmlformats.org/drawingml/2006/main"/>
          <a:ln xmlns:a="http://schemas.openxmlformats.org/drawingml/2006/main" w="28575">
            <a:solidFill>
              <a:srgbClr val="177F69"/>
            </a:solidFill>
            <a:prstDash val="solid"/>
          </a:ln>
        </p:spPr>
      </p:sp>
      <p:sp>
        <p:nvSpPr>
          <p:cNvPr id="16" name="finding-evidence-1">
            <a:extLst xmlns:a="http://schemas.openxmlformats.org/drawingml/2006/main">
              <a:ext uri="{FF2B5EF4-FFF2-40B4-BE49-F238E27FC236}">
                <a16:creationId xmlns:a16="http://schemas.microsoft.com/office/drawing/2014/main" id="{77066116-0B5C-462C-A55C-FE9F27A0D9C3}"/>
              </a:ext>
            </a:extLst>
          </p:cNvPr>
          <p:cNvSpPr>
            <a:spLocks xmlns:a="http://schemas.openxmlformats.org/drawingml/2006/main" noGrp="1"/>
          </p:cNvSpPr>
          <p:nvPr/>
        </p:nvSpPr>
        <p:spPr>
          <a:xfrm xmlns:a="http://schemas.openxmlformats.org/drawingml/2006/main">
            <a:off x="4419600" y="3286125"/>
            <a:ext cx="316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E807B"/>
                </a:solidFill>
                <a:latin typeface="Arial"/>
                <a:ea typeface="Arial"/>
                <a:cs typeface="Arial"/>
              </a:defRPr>
            </a:defPPr>
            <a:lvl1pPr algn="l">
              <a:defRPr sz="1275" b="0">
                <a:solidFill>
                  <a:srgbClr val="6E807B"/>
                </a:solidFill>
                <a:latin typeface="Arial"/>
                <a:ea typeface="Arial"/>
                <a:cs typeface="Arial"/>
              </a:defRPr>
            </a:lvl1pPr>
            <a:lvl2pPr algn="l">
              <a:defRPr sz="1275" b="0">
                <a:solidFill>
                  <a:srgbClr val="6E807B"/>
                </a:solidFill>
                <a:latin typeface="Arial"/>
                <a:ea typeface="Arial"/>
                <a:cs typeface="Arial"/>
              </a:defRPr>
            </a:lvl2pPr>
            <a:lvl3pPr algn="l">
              <a:defRPr sz="1275" b="0">
                <a:solidFill>
                  <a:srgbClr val="6E807B"/>
                </a:solidFill>
                <a:latin typeface="Arial"/>
                <a:ea typeface="Arial"/>
                <a:cs typeface="Arial"/>
              </a:defRPr>
            </a:lvl3pPr>
            <a:lvl4pPr algn="l">
              <a:defRPr sz="1275" b="0">
                <a:solidFill>
                  <a:srgbClr val="6E807B"/>
                </a:solidFill>
                <a:latin typeface="Arial"/>
                <a:ea typeface="Arial"/>
                <a:cs typeface="Arial"/>
              </a:defRPr>
            </a:lvl4pPr>
            <a:lvl5pPr algn="l">
              <a:defRPr sz="1275" b="0">
                <a:solidFill>
                  <a:srgbClr val="6E807B"/>
                </a:solidFill>
                <a:latin typeface="Arial"/>
                <a:ea typeface="Arial"/>
                <a:cs typeface="Arial"/>
              </a:defRPr>
            </a:lvl5pPr>
            <a:lvl6pPr algn="l">
              <a:defRPr sz="1275" b="0">
                <a:solidFill>
                  <a:srgbClr val="6E807B"/>
                </a:solidFill>
                <a:latin typeface="Arial"/>
                <a:ea typeface="Arial"/>
                <a:cs typeface="Arial"/>
              </a:defRPr>
            </a:lvl6pPr>
            <a:lvl7pPr algn="l">
              <a:defRPr sz="1275" b="0">
                <a:solidFill>
                  <a:srgbClr val="6E807B"/>
                </a:solidFill>
                <a:latin typeface="Arial"/>
                <a:ea typeface="Arial"/>
                <a:cs typeface="Arial"/>
              </a:defRPr>
            </a:lvl7pPr>
            <a:lvl8pPr algn="l">
              <a:defRPr sz="1275" b="0">
                <a:solidFill>
                  <a:srgbClr val="6E807B"/>
                </a:solidFill>
                <a:latin typeface="Arial"/>
                <a:ea typeface="Arial"/>
                <a:cs typeface="Arial"/>
              </a:defRPr>
            </a:lvl8pPr>
            <a:lvl9pPr algn="l">
              <a:defRPr sz="1275" b="0">
                <a:solidFill>
                  <a:srgbClr val="6E807B"/>
                </a:solidFill>
                <a:latin typeface="Arial"/>
                <a:ea typeface="Arial"/>
                <a:cs typeface="Arial"/>
              </a:defRPr>
            </a:lvl9pPr>
          </a:lstStyle>
          <a:p xmlns:a="http://schemas.openxmlformats.org/drawingml/2006/main">
            <a:pPr algn="l">
              <a:defRPr sz="1275" b="0">
                <a:solidFill>
                  <a:srgbClr val="6E807B"/>
                </a:solidFill>
                <a:latin typeface="Arial"/>
                <a:ea typeface="Arial"/>
                <a:cs typeface="Arial"/>
              </a:defRPr>
            </a:pPr>
            <a:r>
              <a:rPr sz="1275" b="0">
                <a:solidFill>
                  <a:srgbClr val="6E807B"/>
                </a:solidFill>
                <a:latin typeface="Arial"/>
                <a:ea typeface="Arial"/>
                <a:cs typeface="Arial"/>
              </a:rPr>
              <a:t>470 customers fall into Champions or Loyal under the fixed rules.</a:t>
            </a:r>
          </a:p>
        </p:txBody>
      </p:sp>
      <p:sp>
        <p:nvSpPr>
          <p:cNvPr id="17" name="finding-action-1">
            <a:extLst xmlns:a="http://schemas.openxmlformats.org/drawingml/2006/main">
              <a:ext uri="{FF2B5EF4-FFF2-40B4-BE49-F238E27FC236}">
                <a16:creationId xmlns:a16="http://schemas.microsoft.com/office/drawing/2014/main" id="{04D6A423-ABD7-4C1D-9659-8547B9954BD3}"/>
              </a:ext>
            </a:extLst>
          </p:cNvPr>
          <p:cNvSpPr>
            <a:spLocks xmlns:a="http://schemas.openxmlformats.org/drawingml/2006/main" noGrp="1"/>
          </p:cNvSpPr>
          <p:nvPr/>
        </p:nvSpPr>
        <p:spPr>
          <a:xfrm xmlns:a="http://schemas.openxmlformats.org/drawingml/2006/main">
            <a:off x="4419600" y="4238625"/>
            <a:ext cx="31623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83D37"/>
                </a:solidFill>
                <a:latin typeface="Arial"/>
                <a:ea typeface="Arial"/>
                <a:cs typeface="Arial"/>
              </a:defRPr>
            </a:defPPr>
            <a:lvl1pPr algn="l">
              <a:defRPr sz="1350" b="1">
                <a:solidFill>
                  <a:srgbClr val="183D37"/>
                </a:solidFill>
                <a:latin typeface="Arial"/>
                <a:ea typeface="Arial"/>
                <a:cs typeface="Arial"/>
              </a:defRPr>
            </a:lvl1pPr>
            <a:lvl2pPr algn="l">
              <a:defRPr sz="1350" b="1">
                <a:solidFill>
                  <a:srgbClr val="183D37"/>
                </a:solidFill>
                <a:latin typeface="Arial"/>
                <a:ea typeface="Arial"/>
                <a:cs typeface="Arial"/>
              </a:defRPr>
            </a:lvl2pPr>
            <a:lvl3pPr algn="l">
              <a:defRPr sz="1350" b="1">
                <a:solidFill>
                  <a:srgbClr val="183D37"/>
                </a:solidFill>
                <a:latin typeface="Arial"/>
                <a:ea typeface="Arial"/>
                <a:cs typeface="Arial"/>
              </a:defRPr>
            </a:lvl3pPr>
            <a:lvl4pPr algn="l">
              <a:defRPr sz="1350" b="1">
                <a:solidFill>
                  <a:srgbClr val="183D37"/>
                </a:solidFill>
                <a:latin typeface="Arial"/>
                <a:ea typeface="Arial"/>
                <a:cs typeface="Arial"/>
              </a:defRPr>
            </a:lvl4pPr>
            <a:lvl5pPr algn="l">
              <a:defRPr sz="1350" b="1">
                <a:solidFill>
                  <a:srgbClr val="183D37"/>
                </a:solidFill>
                <a:latin typeface="Arial"/>
                <a:ea typeface="Arial"/>
                <a:cs typeface="Arial"/>
              </a:defRPr>
            </a:lvl5pPr>
            <a:lvl6pPr algn="l">
              <a:defRPr sz="1350" b="1">
                <a:solidFill>
                  <a:srgbClr val="183D37"/>
                </a:solidFill>
                <a:latin typeface="Arial"/>
                <a:ea typeface="Arial"/>
                <a:cs typeface="Arial"/>
              </a:defRPr>
            </a:lvl6pPr>
            <a:lvl7pPr algn="l">
              <a:defRPr sz="1350" b="1">
                <a:solidFill>
                  <a:srgbClr val="183D37"/>
                </a:solidFill>
                <a:latin typeface="Arial"/>
                <a:ea typeface="Arial"/>
                <a:cs typeface="Arial"/>
              </a:defRPr>
            </a:lvl7pPr>
            <a:lvl8pPr algn="l">
              <a:defRPr sz="1350" b="1">
                <a:solidFill>
                  <a:srgbClr val="183D37"/>
                </a:solidFill>
                <a:latin typeface="Arial"/>
                <a:ea typeface="Arial"/>
                <a:cs typeface="Arial"/>
              </a:defRPr>
            </a:lvl8pPr>
            <a:lvl9pPr algn="l">
              <a:defRPr sz="1350" b="1">
                <a:solidFill>
                  <a:srgbClr val="183D37"/>
                </a:solidFill>
                <a:latin typeface="Arial"/>
                <a:ea typeface="Arial"/>
                <a:cs typeface="Arial"/>
              </a:defRPr>
            </a:lvl9pPr>
          </a:lstStyle>
          <a:p xmlns:a="http://schemas.openxmlformats.org/drawingml/2006/main">
            <a:pPr algn="l">
              <a:defRPr sz="1350" b="1">
                <a:solidFill>
                  <a:srgbClr val="183D37"/>
                </a:solidFill>
                <a:latin typeface="Arial"/>
                <a:ea typeface="Arial"/>
                <a:cs typeface="Arial"/>
              </a:defRPr>
            </a:pPr>
            <a:r>
              <a:rPr sz="1350" b="1">
                <a:solidFill>
                  <a:srgbClr val="183D37"/>
                </a:solidFill>
                <a:latin typeface="Arial"/>
                <a:ea typeface="Arial"/>
                <a:cs typeface="Arial"/>
              </a:rPr>
              <a:t>Compare repeat purchase intervals with a real customer cohort.</a:t>
            </a:r>
          </a:p>
        </p:txBody>
      </p:sp>
      <p:sp>
        <p:nvSpPr>
          <p:cNvPr id="18" name="">
            <a:extLst xmlns:a="http://schemas.openxmlformats.org/drawingml/2006/main">
              <a:ext uri="{FF2B5EF4-FFF2-40B4-BE49-F238E27FC236}">
                <a16:creationId xmlns:a16="http://schemas.microsoft.com/office/drawing/2014/main" id="{7B087FF1-7BB3-4EFD-9931-B1B6A1B12D1F}"/>
              </a:ext>
            </a:extLst>
          </p:cNvPr>
          <p:cNvSpPr>
            <a:spLocks xmlns:a="http://schemas.openxmlformats.org/drawingml/2006/main" noGrp="1"/>
          </p:cNvSpPr>
          <p:nvPr/>
        </p:nvSpPr>
        <p:spPr>
          <a:xfrm xmlns:a="http://schemas.openxmlformats.org/drawingml/2006/main">
            <a:off x="7810500" y="2143125"/>
            <a:ext cx="0" cy="3238500"/>
          </a:xfrm>
          <a:prstGeom xmlns:a="http://schemas.openxmlformats.org/drawingml/2006/main" prst="line">
            <a:avLst/>
          </a:prstGeom>
          <a:noFill xmlns:a="http://schemas.openxmlformats.org/drawingml/2006/main"/>
          <a:ln xmlns:a="http://schemas.openxmlformats.org/drawingml/2006/main" w="9525">
            <a:solidFill>
              <a:srgbClr val="CCD7D1"/>
            </a:solidFill>
            <a:prstDash val="solid"/>
          </a:ln>
        </p:spPr>
      </p:sp>
      <p:sp>
        <p:nvSpPr>
          <p:cNvPr id="19" name="finding-num-2">
            <a:extLst xmlns:a="http://schemas.openxmlformats.org/drawingml/2006/main">
              <a:ext uri="{FF2B5EF4-FFF2-40B4-BE49-F238E27FC236}">
                <a16:creationId xmlns:a16="http://schemas.microsoft.com/office/drawing/2014/main" id="{7DC2363E-E2F8-4242-B5FF-FCEBCF1B803C}"/>
              </a:ext>
            </a:extLst>
          </p:cNvPr>
          <p:cNvSpPr>
            <a:spLocks xmlns:a="http://schemas.openxmlformats.org/drawingml/2006/main" noGrp="1"/>
          </p:cNvSpPr>
          <p:nvPr/>
        </p:nvSpPr>
        <p:spPr>
          <a:xfrm xmlns:a="http://schemas.openxmlformats.org/drawingml/2006/main">
            <a:off x="8172450" y="2162175"/>
            <a:ext cx="514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77F69"/>
                </a:solidFill>
                <a:latin typeface="Arial"/>
                <a:ea typeface="Arial"/>
                <a:cs typeface="Arial"/>
              </a:defRPr>
            </a:defPPr>
            <a:lvl1pPr algn="l">
              <a:defRPr sz="1350" b="1">
                <a:solidFill>
                  <a:srgbClr val="177F69"/>
                </a:solidFill>
                <a:latin typeface="Arial"/>
                <a:ea typeface="Arial"/>
                <a:cs typeface="Arial"/>
              </a:defRPr>
            </a:lvl1pPr>
            <a:lvl2pPr algn="l">
              <a:defRPr sz="1350" b="1">
                <a:solidFill>
                  <a:srgbClr val="177F69"/>
                </a:solidFill>
                <a:latin typeface="Arial"/>
                <a:ea typeface="Arial"/>
                <a:cs typeface="Arial"/>
              </a:defRPr>
            </a:lvl2pPr>
            <a:lvl3pPr algn="l">
              <a:defRPr sz="1350" b="1">
                <a:solidFill>
                  <a:srgbClr val="177F69"/>
                </a:solidFill>
                <a:latin typeface="Arial"/>
                <a:ea typeface="Arial"/>
                <a:cs typeface="Arial"/>
              </a:defRPr>
            </a:lvl3pPr>
            <a:lvl4pPr algn="l">
              <a:defRPr sz="1350" b="1">
                <a:solidFill>
                  <a:srgbClr val="177F69"/>
                </a:solidFill>
                <a:latin typeface="Arial"/>
                <a:ea typeface="Arial"/>
                <a:cs typeface="Arial"/>
              </a:defRPr>
            </a:lvl4pPr>
            <a:lvl5pPr algn="l">
              <a:defRPr sz="1350" b="1">
                <a:solidFill>
                  <a:srgbClr val="177F69"/>
                </a:solidFill>
                <a:latin typeface="Arial"/>
                <a:ea typeface="Arial"/>
                <a:cs typeface="Arial"/>
              </a:defRPr>
            </a:lvl5pPr>
            <a:lvl6pPr algn="l">
              <a:defRPr sz="1350" b="1">
                <a:solidFill>
                  <a:srgbClr val="177F69"/>
                </a:solidFill>
                <a:latin typeface="Arial"/>
                <a:ea typeface="Arial"/>
                <a:cs typeface="Arial"/>
              </a:defRPr>
            </a:lvl6pPr>
            <a:lvl7pPr algn="l">
              <a:defRPr sz="1350" b="1">
                <a:solidFill>
                  <a:srgbClr val="177F69"/>
                </a:solidFill>
                <a:latin typeface="Arial"/>
                <a:ea typeface="Arial"/>
                <a:cs typeface="Arial"/>
              </a:defRPr>
            </a:lvl7pPr>
            <a:lvl8pPr algn="l">
              <a:defRPr sz="1350" b="1">
                <a:solidFill>
                  <a:srgbClr val="177F69"/>
                </a:solidFill>
                <a:latin typeface="Arial"/>
                <a:ea typeface="Arial"/>
                <a:cs typeface="Arial"/>
              </a:defRPr>
            </a:lvl8pPr>
            <a:lvl9pPr algn="l">
              <a:defRPr sz="1350" b="1">
                <a:solidFill>
                  <a:srgbClr val="177F69"/>
                </a:solidFill>
                <a:latin typeface="Arial"/>
                <a:ea typeface="Arial"/>
                <a:cs typeface="Arial"/>
              </a:defRPr>
            </a:lvl9pPr>
          </a:lstStyle>
          <a:p xmlns:a="http://schemas.openxmlformats.org/drawingml/2006/main">
            <a:pPr algn="l">
              <a:defRPr sz="1350" b="1">
                <a:solidFill>
                  <a:srgbClr val="177F69"/>
                </a:solidFill>
                <a:latin typeface="Arial"/>
                <a:ea typeface="Arial"/>
                <a:cs typeface="Arial"/>
              </a:defRPr>
            </a:pPr>
            <a:r>
              <a:rPr sz="1350" b="1">
                <a:solidFill>
                  <a:srgbClr val="177F69"/>
                </a:solidFill>
                <a:latin typeface="Arial"/>
                <a:ea typeface="Arial"/>
                <a:cs typeface="Arial"/>
              </a:rPr>
              <a:t>03</a:t>
            </a:r>
          </a:p>
        </p:txBody>
      </p:sp>
      <p:sp>
        <p:nvSpPr>
          <p:cNvPr id="20" name="finding-head-2">
            <a:extLst xmlns:a="http://schemas.openxmlformats.org/drawingml/2006/main">
              <a:ext uri="{FF2B5EF4-FFF2-40B4-BE49-F238E27FC236}">
                <a16:creationId xmlns:a16="http://schemas.microsoft.com/office/drawing/2014/main" id="{BF81998A-FC83-4184-8750-437E590330EA}"/>
              </a:ext>
            </a:extLst>
          </p:cNvPr>
          <p:cNvSpPr>
            <a:spLocks xmlns:a="http://schemas.openxmlformats.org/drawingml/2006/main" noGrp="1"/>
          </p:cNvSpPr>
          <p:nvPr/>
        </p:nvSpPr>
        <p:spPr>
          <a:xfrm xmlns:a="http://schemas.openxmlformats.org/drawingml/2006/main">
            <a:off x="8172450" y="26098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83D37"/>
                </a:solidFill>
                <a:latin typeface="Arial"/>
                <a:ea typeface="Arial"/>
                <a:cs typeface="Arial"/>
              </a:defRPr>
            </a:defPPr>
            <a:lvl1pPr algn="l">
              <a:defRPr sz="1725" b="1">
                <a:solidFill>
                  <a:srgbClr val="183D37"/>
                </a:solidFill>
                <a:latin typeface="Arial"/>
                <a:ea typeface="Arial"/>
                <a:cs typeface="Arial"/>
              </a:defRPr>
            </a:lvl1pPr>
            <a:lvl2pPr algn="l">
              <a:defRPr sz="1725" b="1">
                <a:solidFill>
                  <a:srgbClr val="183D37"/>
                </a:solidFill>
                <a:latin typeface="Arial"/>
                <a:ea typeface="Arial"/>
                <a:cs typeface="Arial"/>
              </a:defRPr>
            </a:lvl2pPr>
            <a:lvl3pPr algn="l">
              <a:defRPr sz="1725" b="1">
                <a:solidFill>
                  <a:srgbClr val="183D37"/>
                </a:solidFill>
                <a:latin typeface="Arial"/>
                <a:ea typeface="Arial"/>
                <a:cs typeface="Arial"/>
              </a:defRPr>
            </a:lvl3pPr>
            <a:lvl4pPr algn="l">
              <a:defRPr sz="1725" b="1">
                <a:solidFill>
                  <a:srgbClr val="183D37"/>
                </a:solidFill>
                <a:latin typeface="Arial"/>
                <a:ea typeface="Arial"/>
                <a:cs typeface="Arial"/>
              </a:defRPr>
            </a:lvl4pPr>
            <a:lvl5pPr algn="l">
              <a:defRPr sz="1725" b="1">
                <a:solidFill>
                  <a:srgbClr val="183D37"/>
                </a:solidFill>
                <a:latin typeface="Arial"/>
                <a:ea typeface="Arial"/>
                <a:cs typeface="Arial"/>
              </a:defRPr>
            </a:lvl5pPr>
            <a:lvl6pPr algn="l">
              <a:defRPr sz="1725" b="1">
                <a:solidFill>
                  <a:srgbClr val="183D37"/>
                </a:solidFill>
                <a:latin typeface="Arial"/>
                <a:ea typeface="Arial"/>
                <a:cs typeface="Arial"/>
              </a:defRPr>
            </a:lvl6pPr>
            <a:lvl7pPr algn="l">
              <a:defRPr sz="1725" b="1">
                <a:solidFill>
                  <a:srgbClr val="183D37"/>
                </a:solidFill>
                <a:latin typeface="Arial"/>
                <a:ea typeface="Arial"/>
                <a:cs typeface="Arial"/>
              </a:defRPr>
            </a:lvl7pPr>
            <a:lvl8pPr algn="l">
              <a:defRPr sz="1725" b="1">
                <a:solidFill>
                  <a:srgbClr val="183D37"/>
                </a:solidFill>
                <a:latin typeface="Arial"/>
                <a:ea typeface="Arial"/>
                <a:cs typeface="Arial"/>
              </a:defRPr>
            </a:lvl8pPr>
            <a:lvl9pPr algn="l">
              <a:defRPr sz="1725" b="1">
                <a:solidFill>
                  <a:srgbClr val="183D37"/>
                </a:solidFill>
                <a:latin typeface="Arial"/>
                <a:ea typeface="Arial"/>
                <a:cs typeface="Arial"/>
              </a:defRPr>
            </a:lvl9pPr>
          </a:lstStyle>
          <a:p xmlns:a="http://schemas.openxmlformats.org/drawingml/2006/main">
            <a:pPr algn="l">
              <a:defRPr sz="1725" b="1">
                <a:solidFill>
                  <a:srgbClr val="183D37"/>
                </a:solidFill>
                <a:latin typeface="Arial"/>
                <a:ea typeface="Arial"/>
                <a:cs typeface="Arial"/>
              </a:defRPr>
            </a:pPr>
            <a:r>
              <a:rPr sz="1725" b="1">
                <a:solidFill>
                  <a:srgbClr val="183D37"/>
                </a:solidFill>
                <a:latin typeface="Arial"/>
                <a:ea typeface="Arial"/>
                <a:cs typeface="Arial"/>
              </a:rPr>
              <a:t>Cross-category orders</a:t>
            </a:r>
          </a:p>
        </p:txBody>
      </p:sp>
      <p:sp>
        <p:nvSpPr>
          <p:cNvPr id="21" name="">
            <a:extLst xmlns:a="http://schemas.openxmlformats.org/drawingml/2006/main">
              <a:ext uri="{FF2B5EF4-FFF2-40B4-BE49-F238E27FC236}">
                <a16:creationId xmlns:a16="http://schemas.microsoft.com/office/drawing/2014/main" id="{B27C8068-8F56-4861-9A8B-6AAD87A0DA66}"/>
              </a:ext>
            </a:extLst>
          </p:cNvPr>
          <p:cNvSpPr>
            <a:spLocks xmlns:a="http://schemas.openxmlformats.org/drawingml/2006/main" noGrp="1"/>
          </p:cNvSpPr>
          <p:nvPr/>
        </p:nvSpPr>
        <p:spPr>
          <a:xfrm xmlns:a="http://schemas.openxmlformats.org/drawingml/2006/main">
            <a:off x="8172450" y="3057525"/>
            <a:ext cx="3162300" cy="0"/>
          </a:xfrm>
          <a:prstGeom xmlns:a="http://schemas.openxmlformats.org/drawingml/2006/main" prst="line">
            <a:avLst/>
          </a:prstGeom>
          <a:noFill xmlns:a="http://schemas.openxmlformats.org/drawingml/2006/main"/>
          <a:ln xmlns:a="http://schemas.openxmlformats.org/drawingml/2006/main" w="28575">
            <a:solidFill>
              <a:srgbClr val="177F69"/>
            </a:solidFill>
            <a:prstDash val="solid"/>
          </a:ln>
        </p:spPr>
      </p:sp>
      <p:sp>
        <p:nvSpPr>
          <p:cNvPr id="22" name="finding-evidence-2">
            <a:extLst xmlns:a="http://schemas.openxmlformats.org/drawingml/2006/main">
              <a:ext uri="{FF2B5EF4-FFF2-40B4-BE49-F238E27FC236}">
                <a16:creationId xmlns:a16="http://schemas.microsoft.com/office/drawing/2014/main" id="{218396F3-3E16-430D-B31D-B73C35ED6544}"/>
              </a:ext>
            </a:extLst>
          </p:cNvPr>
          <p:cNvSpPr>
            <a:spLocks xmlns:a="http://schemas.openxmlformats.org/drawingml/2006/main" noGrp="1"/>
          </p:cNvSpPr>
          <p:nvPr/>
        </p:nvSpPr>
        <p:spPr>
          <a:xfrm xmlns:a="http://schemas.openxmlformats.org/drawingml/2006/main">
            <a:off x="8172450" y="3286125"/>
            <a:ext cx="316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E807B"/>
                </a:solidFill>
                <a:latin typeface="Arial"/>
                <a:ea typeface="Arial"/>
                <a:cs typeface="Arial"/>
              </a:defRPr>
            </a:defPPr>
            <a:lvl1pPr algn="l">
              <a:defRPr sz="1275" b="0">
                <a:solidFill>
                  <a:srgbClr val="6E807B"/>
                </a:solidFill>
                <a:latin typeface="Arial"/>
                <a:ea typeface="Arial"/>
                <a:cs typeface="Arial"/>
              </a:defRPr>
            </a:lvl1pPr>
            <a:lvl2pPr algn="l">
              <a:defRPr sz="1275" b="0">
                <a:solidFill>
                  <a:srgbClr val="6E807B"/>
                </a:solidFill>
                <a:latin typeface="Arial"/>
                <a:ea typeface="Arial"/>
                <a:cs typeface="Arial"/>
              </a:defRPr>
            </a:lvl2pPr>
            <a:lvl3pPr algn="l">
              <a:defRPr sz="1275" b="0">
                <a:solidFill>
                  <a:srgbClr val="6E807B"/>
                </a:solidFill>
                <a:latin typeface="Arial"/>
                <a:ea typeface="Arial"/>
                <a:cs typeface="Arial"/>
              </a:defRPr>
            </a:lvl3pPr>
            <a:lvl4pPr algn="l">
              <a:defRPr sz="1275" b="0">
                <a:solidFill>
                  <a:srgbClr val="6E807B"/>
                </a:solidFill>
                <a:latin typeface="Arial"/>
                <a:ea typeface="Arial"/>
                <a:cs typeface="Arial"/>
              </a:defRPr>
            </a:lvl4pPr>
            <a:lvl5pPr algn="l">
              <a:defRPr sz="1275" b="0">
                <a:solidFill>
                  <a:srgbClr val="6E807B"/>
                </a:solidFill>
                <a:latin typeface="Arial"/>
                <a:ea typeface="Arial"/>
                <a:cs typeface="Arial"/>
              </a:defRPr>
            </a:lvl5pPr>
            <a:lvl6pPr algn="l">
              <a:defRPr sz="1275" b="0">
                <a:solidFill>
                  <a:srgbClr val="6E807B"/>
                </a:solidFill>
                <a:latin typeface="Arial"/>
                <a:ea typeface="Arial"/>
                <a:cs typeface="Arial"/>
              </a:defRPr>
            </a:lvl6pPr>
            <a:lvl7pPr algn="l">
              <a:defRPr sz="1275" b="0">
                <a:solidFill>
                  <a:srgbClr val="6E807B"/>
                </a:solidFill>
                <a:latin typeface="Arial"/>
                <a:ea typeface="Arial"/>
                <a:cs typeface="Arial"/>
              </a:defRPr>
            </a:lvl7pPr>
            <a:lvl8pPr algn="l">
              <a:defRPr sz="1275" b="0">
                <a:solidFill>
                  <a:srgbClr val="6E807B"/>
                </a:solidFill>
                <a:latin typeface="Arial"/>
                <a:ea typeface="Arial"/>
                <a:cs typeface="Arial"/>
              </a:defRPr>
            </a:lvl8pPr>
            <a:lvl9pPr algn="l">
              <a:defRPr sz="1275" b="0">
                <a:solidFill>
                  <a:srgbClr val="6E807B"/>
                </a:solidFill>
                <a:latin typeface="Arial"/>
                <a:ea typeface="Arial"/>
                <a:cs typeface="Arial"/>
              </a:defRPr>
            </a:lvl9pPr>
          </a:lstStyle>
          <a:p xmlns:a="http://schemas.openxmlformats.org/drawingml/2006/main">
            <a:pPr algn="l">
              <a:defRPr sz="1275" b="0">
                <a:solidFill>
                  <a:srgbClr val="6E807B"/>
                </a:solidFill>
                <a:latin typeface="Arial"/>
                <a:ea typeface="Arial"/>
                <a:cs typeface="Arial"/>
              </a:defRPr>
            </a:pPr>
            <a:r>
              <a:rPr sz="1275" b="0">
                <a:solidFill>
                  <a:srgbClr val="6E807B"/>
                </a:solidFill>
                <a:latin typeface="Arial"/>
                <a:ea typeface="Arial"/>
                <a:cs typeface="Arial"/>
              </a:rPr>
              <a:t>57.3% of orders span more than one category.</a:t>
            </a:r>
          </a:p>
        </p:txBody>
      </p:sp>
      <p:sp>
        <p:nvSpPr>
          <p:cNvPr id="23" name="finding-action-2">
            <a:extLst xmlns:a="http://schemas.openxmlformats.org/drawingml/2006/main">
              <a:ext uri="{FF2B5EF4-FFF2-40B4-BE49-F238E27FC236}">
                <a16:creationId xmlns:a16="http://schemas.microsoft.com/office/drawing/2014/main" id="{2848C109-160F-48D0-B582-D0934154E250}"/>
              </a:ext>
            </a:extLst>
          </p:cNvPr>
          <p:cNvSpPr>
            <a:spLocks xmlns:a="http://schemas.openxmlformats.org/drawingml/2006/main" noGrp="1"/>
          </p:cNvSpPr>
          <p:nvPr/>
        </p:nvSpPr>
        <p:spPr>
          <a:xfrm xmlns:a="http://schemas.openxmlformats.org/drawingml/2006/main">
            <a:off x="8172450" y="4238625"/>
            <a:ext cx="31623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83D37"/>
                </a:solidFill>
                <a:latin typeface="Arial"/>
                <a:ea typeface="Arial"/>
                <a:cs typeface="Arial"/>
              </a:defRPr>
            </a:defPPr>
            <a:lvl1pPr algn="l">
              <a:defRPr sz="1350" b="1">
                <a:solidFill>
                  <a:srgbClr val="183D37"/>
                </a:solidFill>
                <a:latin typeface="Arial"/>
                <a:ea typeface="Arial"/>
                <a:cs typeface="Arial"/>
              </a:defRPr>
            </a:lvl1pPr>
            <a:lvl2pPr algn="l">
              <a:defRPr sz="1350" b="1">
                <a:solidFill>
                  <a:srgbClr val="183D37"/>
                </a:solidFill>
                <a:latin typeface="Arial"/>
                <a:ea typeface="Arial"/>
                <a:cs typeface="Arial"/>
              </a:defRPr>
            </a:lvl2pPr>
            <a:lvl3pPr algn="l">
              <a:defRPr sz="1350" b="1">
                <a:solidFill>
                  <a:srgbClr val="183D37"/>
                </a:solidFill>
                <a:latin typeface="Arial"/>
                <a:ea typeface="Arial"/>
                <a:cs typeface="Arial"/>
              </a:defRPr>
            </a:lvl3pPr>
            <a:lvl4pPr algn="l">
              <a:defRPr sz="1350" b="1">
                <a:solidFill>
                  <a:srgbClr val="183D37"/>
                </a:solidFill>
                <a:latin typeface="Arial"/>
                <a:ea typeface="Arial"/>
                <a:cs typeface="Arial"/>
              </a:defRPr>
            </a:lvl4pPr>
            <a:lvl5pPr algn="l">
              <a:defRPr sz="1350" b="1">
                <a:solidFill>
                  <a:srgbClr val="183D37"/>
                </a:solidFill>
                <a:latin typeface="Arial"/>
                <a:ea typeface="Arial"/>
                <a:cs typeface="Arial"/>
              </a:defRPr>
            </a:lvl5pPr>
            <a:lvl6pPr algn="l">
              <a:defRPr sz="1350" b="1">
                <a:solidFill>
                  <a:srgbClr val="183D37"/>
                </a:solidFill>
                <a:latin typeface="Arial"/>
                <a:ea typeface="Arial"/>
                <a:cs typeface="Arial"/>
              </a:defRPr>
            </a:lvl6pPr>
            <a:lvl7pPr algn="l">
              <a:defRPr sz="1350" b="1">
                <a:solidFill>
                  <a:srgbClr val="183D37"/>
                </a:solidFill>
                <a:latin typeface="Arial"/>
                <a:ea typeface="Arial"/>
                <a:cs typeface="Arial"/>
              </a:defRPr>
            </a:lvl7pPr>
            <a:lvl8pPr algn="l">
              <a:defRPr sz="1350" b="1">
                <a:solidFill>
                  <a:srgbClr val="183D37"/>
                </a:solidFill>
                <a:latin typeface="Arial"/>
                <a:ea typeface="Arial"/>
                <a:cs typeface="Arial"/>
              </a:defRPr>
            </a:lvl8pPr>
            <a:lvl9pPr algn="l">
              <a:defRPr sz="1350" b="1">
                <a:solidFill>
                  <a:srgbClr val="183D37"/>
                </a:solidFill>
                <a:latin typeface="Arial"/>
                <a:ea typeface="Arial"/>
                <a:cs typeface="Arial"/>
              </a:defRPr>
            </a:lvl9pPr>
          </a:lstStyle>
          <a:p xmlns:a="http://schemas.openxmlformats.org/drawingml/2006/main">
            <a:pPr algn="l">
              <a:defRPr sz="1350" b="1">
                <a:solidFill>
                  <a:srgbClr val="183D37"/>
                </a:solidFill>
                <a:latin typeface="Arial"/>
                <a:ea typeface="Arial"/>
                <a:cs typeface="Arial"/>
              </a:defRPr>
            </a:pPr>
            <a:r>
              <a:rPr sz="1350" b="1">
                <a:solidFill>
                  <a:srgbClr val="183D37"/>
                </a:solidFill>
                <a:latin typeface="Arial"/>
                <a:ea typeface="Arial"/>
                <a:cs typeface="Arial"/>
              </a:rPr>
              <a:t>Test relevant pair placements and measure incremental basket value.</a:t>
            </a:r>
          </a:p>
        </p:txBody>
      </p:sp>
      <p:sp>
        <p:nvSpPr>
          <p:cNvPr id="24" name="sample-warning">
            <a:extLst xmlns:a="http://schemas.openxmlformats.org/drawingml/2006/main">
              <a:ext uri="{FF2B5EF4-FFF2-40B4-BE49-F238E27FC236}">
                <a16:creationId xmlns:a16="http://schemas.microsoft.com/office/drawing/2014/main" id="{A0E9842C-C3B4-4DE6-84EC-BE1621823DE6}"/>
              </a:ext>
            </a:extLst>
          </p:cNvPr>
          <p:cNvSpPr>
            <a:spLocks xmlns:a="http://schemas.openxmlformats.org/drawingml/2006/main" noGrp="1"/>
          </p:cNvSpPr>
          <p:nvPr/>
        </p:nvSpPr>
        <p:spPr>
          <a:xfrm xmlns:a="http://schemas.openxmlformats.org/drawingml/2006/main">
            <a:off x="666750" y="56673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E807B"/>
                </a:solidFill>
                <a:latin typeface="Arial"/>
                <a:ea typeface="Arial"/>
                <a:cs typeface="Arial"/>
              </a:defRPr>
            </a:defPPr>
            <a:lvl1pPr algn="l">
              <a:defRPr sz="1125" b="0">
                <a:solidFill>
                  <a:srgbClr val="6E807B"/>
                </a:solidFill>
                <a:latin typeface="Arial"/>
                <a:ea typeface="Arial"/>
                <a:cs typeface="Arial"/>
              </a:defRPr>
            </a:lvl1pPr>
            <a:lvl2pPr algn="l">
              <a:defRPr sz="1125" b="0">
                <a:solidFill>
                  <a:srgbClr val="6E807B"/>
                </a:solidFill>
                <a:latin typeface="Arial"/>
                <a:ea typeface="Arial"/>
                <a:cs typeface="Arial"/>
              </a:defRPr>
            </a:lvl2pPr>
            <a:lvl3pPr algn="l">
              <a:defRPr sz="1125" b="0">
                <a:solidFill>
                  <a:srgbClr val="6E807B"/>
                </a:solidFill>
                <a:latin typeface="Arial"/>
                <a:ea typeface="Arial"/>
                <a:cs typeface="Arial"/>
              </a:defRPr>
            </a:lvl3pPr>
            <a:lvl4pPr algn="l">
              <a:defRPr sz="1125" b="0">
                <a:solidFill>
                  <a:srgbClr val="6E807B"/>
                </a:solidFill>
                <a:latin typeface="Arial"/>
                <a:ea typeface="Arial"/>
                <a:cs typeface="Arial"/>
              </a:defRPr>
            </a:lvl4pPr>
            <a:lvl5pPr algn="l">
              <a:defRPr sz="1125" b="0">
                <a:solidFill>
                  <a:srgbClr val="6E807B"/>
                </a:solidFill>
                <a:latin typeface="Arial"/>
                <a:ea typeface="Arial"/>
                <a:cs typeface="Arial"/>
              </a:defRPr>
            </a:lvl5pPr>
            <a:lvl6pPr algn="l">
              <a:defRPr sz="1125" b="0">
                <a:solidFill>
                  <a:srgbClr val="6E807B"/>
                </a:solidFill>
                <a:latin typeface="Arial"/>
                <a:ea typeface="Arial"/>
                <a:cs typeface="Arial"/>
              </a:defRPr>
            </a:lvl6pPr>
            <a:lvl7pPr algn="l">
              <a:defRPr sz="1125" b="0">
                <a:solidFill>
                  <a:srgbClr val="6E807B"/>
                </a:solidFill>
                <a:latin typeface="Arial"/>
                <a:ea typeface="Arial"/>
                <a:cs typeface="Arial"/>
              </a:defRPr>
            </a:lvl7pPr>
            <a:lvl8pPr algn="l">
              <a:defRPr sz="1125" b="0">
                <a:solidFill>
                  <a:srgbClr val="6E807B"/>
                </a:solidFill>
                <a:latin typeface="Arial"/>
                <a:ea typeface="Arial"/>
                <a:cs typeface="Arial"/>
              </a:defRPr>
            </a:lvl8pPr>
            <a:lvl9pPr algn="l">
              <a:defRPr sz="1125" b="0">
                <a:solidFill>
                  <a:srgbClr val="6E807B"/>
                </a:solidFill>
                <a:latin typeface="Arial"/>
                <a:ea typeface="Arial"/>
                <a:cs typeface="Arial"/>
              </a:defRPr>
            </a:lvl9pPr>
          </a:lstStyle>
          <a:p xmlns:a="http://schemas.openxmlformats.org/drawingml/2006/main">
            <a:pPr algn="l">
              <a:defRPr sz="1125" b="0">
                <a:solidFill>
                  <a:srgbClr val="6E807B"/>
                </a:solidFill>
                <a:latin typeface="Arial"/>
                <a:ea typeface="Arial"/>
                <a:cs typeface="Arial"/>
              </a:defRPr>
            </a:pPr>
            <a:r>
              <a:rPr sz="1125" b="0">
                <a:solidFill>
                  <a:srgbClr val="6E807B"/>
                </a:solidFill>
                <a:latin typeface="Arial"/>
                <a:ea typeface="Arial"/>
                <a:cs typeface="Arial"/>
              </a:rPr>
              <a:t>All values shown are generated. Revenue excludes tax, shipping, refunds, and cost of goods.</a:t>
            </a:r>
          </a:p>
        </p:txBody>
      </p:sp>
    </p:spTree>
    <p:extLst>
      <p:ext uri="{BB962C8B-B14F-4D97-AF65-F5344CB8AC3E}">
        <p14:creationId xmlns:p14="http://schemas.microsoft.com/office/powerpoint/2010/main" val="809530196"/>
      </p:ext>
    </p:extLst>
  </p:cSld>
</p:sld>
</file>

<file path=ppt/slides/slide12.xml><?xml version="1.0" encoding="utf-8"?>
<p:sld xmlns:p="http://schemas.openxmlformats.org/presentationml/2006/main">
  <p:cSld>
    <p:bg>
      <p:bgPr>
        <a:solidFill xmlns:a="http://schemas.openxmlformats.org/drawingml/2006/main">
          <a:srgbClr val="153E39"/>
        </a:solidFill>
      </p:bgPr>
    </p:bg>
    <p:spTree>
      <p:nvGrpSpPr>
        <p:cNvPr id="1" name=""/>
        <p:cNvGrpSpPr/>
        <p:nvPr/>
      </p:nvGrpSpPr>
      <p:grpSpPr>
        <a:xfrm xmlns:a="http://schemas.openxmlformats.org/drawingml/2006/main"/>
      </p:grpSpPr>
      <p:sp>
        <p:nvSpPr>
          <p:cNvPr id="11" name="close-kicker">
            <a:extLst xmlns:a="http://schemas.openxmlformats.org/drawingml/2006/main">
              <a:ext uri="{FF2B5EF4-FFF2-40B4-BE49-F238E27FC236}">
                <a16:creationId xmlns:a16="http://schemas.microsoft.com/office/drawing/2014/main" id="{666E6895-5725-4781-9F0E-AFCD79C03F1B}"/>
              </a:ext>
            </a:extLst>
          </p:cNvPr>
          <p:cNvSpPr>
            <a:spLocks xmlns:a="http://schemas.openxmlformats.org/drawingml/2006/main" noGrp="1"/>
          </p:cNvSpPr>
          <p:nvPr/>
        </p:nvSpPr>
        <p:spPr>
          <a:xfrm xmlns:a="http://schemas.openxmlformats.org/drawingml/2006/main">
            <a:off x="685800" y="476250"/>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D7EBA5"/>
                </a:solidFill>
                <a:latin typeface="Arial"/>
                <a:ea typeface="Arial"/>
                <a:cs typeface="Arial"/>
              </a:defRPr>
            </a:defPPr>
            <a:lvl1pPr algn="l">
              <a:defRPr sz="975" b="1">
                <a:solidFill>
                  <a:srgbClr val="D7EBA5"/>
                </a:solidFill>
                <a:latin typeface="Arial"/>
                <a:ea typeface="Arial"/>
                <a:cs typeface="Arial"/>
              </a:defRPr>
            </a:lvl1pPr>
            <a:lvl2pPr algn="l">
              <a:defRPr sz="975" b="1">
                <a:solidFill>
                  <a:srgbClr val="D7EBA5"/>
                </a:solidFill>
                <a:latin typeface="Arial"/>
                <a:ea typeface="Arial"/>
                <a:cs typeface="Arial"/>
              </a:defRPr>
            </a:lvl2pPr>
            <a:lvl3pPr algn="l">
              <a:defRPr sz="975" b="1">
                <a:solidFill>
                  <a:srgbClr val="D7EBA5"/>
                </a:solidFill>
                <a:latin typeface="Arial"/>
                <a:ea typeface="Arial"/>
                <a:cs typeface="Arial"/>
              </a:defRPr>
            </a:lvl3pPr>
            <a:lvl4pPr algn="l">
              <a:defRPr sz="975" b="1">
                <a:solidFill>
                  <a:srgbClr val="D7EBA5"/>
                </a:solidFill>
                <a:latin typeface="Arial"/>
                <a:ea typeface="Arial"/>
                <a:cs typeface="Arial"/>
              </a:defRPr>
            </a:lvl4pPr>
            <a:lvl5pPr algn="l">
              <a:defRPr sz="975" b="1">
                <a:solidFill>
                  <a:srgbClr val="D7EBA5"/>
                </a:solidFill>
                <a:latin typeface="Arial"/>
                <a:ea typeface="Arial"/>
                <a:cs typeface="Arial"/>
              </a:defRPr>
            </a:lvl5pPr>
            <a:lvl6pPr algn="l">
              <a:defRPr sz="975" b="1">
                <a:solidFill>
                  <a:srgbClr val="D7EBA5"/>
                </a:solidFill>
                <a:latin typeface="Arial"/>
                <a:ea typeface="Arial"/>
                <a:cs typeface="Arial"/>
              </a:defRPr>
            </a:lvl6pPr>
            <a:lvl7pPr algn="l">
              <a:defRPr sz="975" b="1">
                <a:solidFill>
                  <a:srgbClr val="D7EBA5"/>
                </a:solidFill>
                <a:latin typeface="Arial"/>
                <a:ea typeface="Arial"/>
                <a:cs typeface="Arial"/>
              </a:defRPr>
            </a:lvl7pPr>
            <a:lvl8pPr algn="l">
              <a:defRPr sz="975" b="1">
                <a:solidFill>
                  <a:srgbClr val="D7EBA5"/>
                </a:solidFill>
                <a:latin typeface="Arial"/>
                <a:ea typeface="Arial"/>
                <a:cs typeface="Arial"/>
              </a:defRPr>
            </a:lvl8pPr>
            <a:lvl9pPr algn="l">
              <a:defRPr sz="975" b="1">
                <a:solidFill>
                  <a:srgbClr val="D7EBA5"/>
                </a:solidFill>
                <a:latin typeface="Arial"/>
                <a:ea typeface="Arial"/>
                <a:cs typeface="Arial"/>
              </a:defRPr>
            </a:lvl9pPr>
          </a:lstStyle>
          <a:p xmlns:a="http://schemas.openxmlformats.org/drawingml/2006/main">
            <a:pPr algn="l">
              <a:defRPr sz="975" b="1">
                <a:solidFill>
                  <a:srgbClr val="D7EBA5"/>
                </a:solidFill>
                <a:latin typeface="Arial"/>
                <a:ea typeface="Arial"/>
                <a:cs typeface="Arial"/>
              </a:defRPr>
            </a:pPr>
            <a:r>
              <a:rPr sz="975" b="1">
                <a:solidFill>
                  <a:srgbClr val="D7EBA5"/>
                </a:solidFill>
                <a:latin typeface="Arial"/>
                <a:ea typeface="Arial"/>
                <a:cs typeface="Arial"/>
              </a:rPr>
              <a:t>COMMERCELENS  /  PROJECT 29</a:t>
            </a:r>
          </a:p>
        </p:txBody>
      </p:sp>
      <p:sp>
        <p:nvSpPr>
          <p:cNvPr id="2" name="close-title">
            <a:extLst xmlns:a="http://schemas.openxmlformats.org/drawingml/2006/main">
              <a:ext uri="{FF2B5EF4-FFF2-40B4-BE49-F238E27FC236}">
                <a16:creationId xmlns:a16="http://schemas.microsoft.com/office/drawing/2014/main" id="{48D8CC1C-C74F-4139-9D4F-412D4F1B3087}"/>
              </a:ext>
            </a:extLst>
          </p:cNvPr>
          <p:cNvSpPr>
            <a:spLocks xmlns:a="http://schemas.openxmlformats.org/drawingml/2006/main" noGrp="1"/>
          </p:cNvSpPr>
          <p:nvPr/>
        </p:nvSpPr>
        <p:spPr>
          <a:xfrm xmlns:a="http://schemas.openxmlformats.org/drawingml/2006/main">
            <a:off x="685800" y="981075"/>
            <a:ext cx="704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826"/>
          </a:bodyPr>
          <a:lstStyle xmlns:a="http://schemas.openxmlformats.org/drawingml/2006/main">
            <a:defPPr algn="l">
              <a:defRPr sz="3600" b="1">
                <a:solidFill>
                  <a:srgbClr val="FFFFFF"/>
                </a:solidFill>
                <a:latin typeface="Arial"/>
                <a:ea typeface="Arial"/>
                <a:cs typeface="Arial"/>
              </a:defRPr>
            </a:defPPr>
            <a:lvl1pPr algn="l">
              <a:defRPr sz="3600" b="1">
                <a:solidFill>
                  <a:srgbClr val="FFFFFF"/>
                </a:solidFill>
                <a:latin typeface="Arial"/>
                <a:ea typeface="Arial"/>
                <a:cs typeface="Arial"/>
              </a:defRPr>
            </a:lvl1pPr>
            <a:lvl2pPr algn="l">
              <a:defRPr sz="3600" b="1">
                <a:solidFill>
                  <a:srgbClr val="FFFFFF"/>
                </a:solidFill>
                <a:latin typeface="Arial"/>
                <a:ea typeface="Arial"/>
                <a:cs typeface="Arial"/>
              </a:defRPr>
            </a:lvl2pPr>
            <a:lvl3pPr algn="l">
              <a:defRPr sz="3600" b="1">
                <a:solidFill>
                  <a:srgbClr val="FFFFFF"/>
                </a:solidFill>
                <a:latin typeface="Arial"/>
                <a:ea typeface="Arial"/>
                <a:cs typeface="Arial"/>
              </a:defRPr>
            </a:lvl3pPr>
            <a:lvl4pPr algn="l">
              <a:defRPr sz="3600" b="1">
                <a:solidFill>
                  <a:srgbClr val="FFFFFF"/>
                </a:solidFill>
                <a:latin typeface="Arial"/>
                <a:ea typeface="Arial"/>
                <a:cs typeface="Arial"/>
              </a:defRPr>
            </a:lvl4pPr>
            <a:lvl5pPr algn="l">
              <a:defRPr sz="3600" b="1">
                <a:solidFill>
                  <a:srgbClr val="FFFFFF"/>
                </a:solidFill>
                <a:latin typeface="Arial"/>
                <a:ea typeface="Arial"/>
                <a:cs typeface="Arial"/>
              </a:defRPr>
            </a:lvl5pPr>
            <a:lvl6pPr algn="l">
              <a:defRPr sz="3600" b="1">
                <a:solidFill>
                  <a:srgbClr val="FFFFFF"/>
                </a:solidFill>
                <a:latin typeface="Arial"/>
                <a:ea typeface="Arial"/>
                <a:cs typeface="Arial"/>
              </a:defRPr>
            </a:lvl6pPr>
            <a:lvl7pPr algn="l">
              <a:defRPr sz="3600" b="1">
                <a:solidFill>
                  <a:srgbClr val="FFFFFF"/>
                </a:solidFill>
                <a:latin typeface="Arial"/>
                <a:ea typeface="Arial"/>
                <a:cs typeface="Arial"/>
              </a:defRPr>
            </a:lvl7pPr>
            <a:lvl8pPr algn="l">
              <a:defRPr sz="3600" b="1">
                <a:solidFill>
                  <a:srgbClr val="FFFFFF"/>
                </a:solidFill>
                <a:latin typeface="Arial"/>
                <a:ea typeface="Arial"/>
                <a:cs typeface="Arial"/>
              </a:defRPr>
            </a:lvl8pPr>
            <a:lvl9pPr algn="l">
              <a:defRPr sz="3600" b="1">
                <a:solidFill>
                  <a:srgbClr val="FFFFFF"/>
                </a:solidFill>
                <a:latin typeface="Arial"/>
                <a:ea typeface="Arial"/>
                <a:cs typeface="Arial"/>
              </a:defRPr>
            </a:lvl9pPr>
          </a:lstStyle>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An explainable starting point</a:t>
            </a:r>
          </a:p>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for shopping analytics</a:t>
            </a:r>
          </a:p>
        </p:txBody>
      </p:sp>
      <p:sp>
        <p:nvSpPr>
          <p:cNvPr id="3" name="close-body">
            <a:extLst xmlns:a="http://schemas.openxmlformats.org/drawingml/2006/main">
              <a:ext uri="{FF2B5EF4-FFF2-40B4-BE49-F238E27FC236}">
                <a16:creationId xmlns:a16="http://schemas.microsoft.com/office/drawing/2014/main" id="{8D9474E4-7127-4262-B977-2F7541DCD10D}"/>
              </a:ext>
            </a:extLst>
          </p:cNvPr>
          <p:cNvSpPr>
            <a:spLocks xmlns:a="http://schemas.openxmlformats.org/drawingml/2006/main" noGrp="1"/>
          </p:cNvSpPr>
          <p:nvPr/>
        </p:nvSpPr>
        <p:spPr>
          <a:xfrm xmlns:a="http://schemas.openxmlformats.org/drawingml/2006/main">
            <a:off x="714375" y="2390775"/>
            <a:ext cx="7286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FDBD6"/>
                </a:solidFill>
                <a:latin typeface="Arial"/>
                <a:ea typeface="Arial"/>
                <a:cs typeface="Arial"/>
              </a:defRPr>
            </a:defPPr>
            <a:lvl1pPr algn="l">
              <a:defRPr sz="1425" b="0">
                <a:solidFill>
                  <a:srgbClr val="CFDBD6"/>
                </a:solidFill>
                <a:latin typeface="Arial"/>
                <a:ea typeface="Arial"/>
                <a:cs typeface="Arial"/>
              </a:defRPr>
            </a:lvl1pPr>
            <a:lvl2pPr algn="l">
              <a:defRPr sz="1425" b="0">
                <a:solidFill>
                  <a:srgbClr val="CFDBD6"/>
                </a:solidFill>
                <a:latin typeface="Arial"/>
                <a:ea typeface="Arial"/>
                <a:cs typeface="Arial"/>
              </a:defRPr>
            </a:lvl2pPr>
            <a:lvl3pPr algn="l">
              <a:defRPr sz="1425" b="0">
                <a:solidFill>
                  <a:srgbClr val="CFDBD6"/>
                </a:solidFill>
                <a:latin typeface="Arial"/>
                <a:ea typeface="Arial"/>
                <a:cs typeface="Arial"/>
              </a:defRPr>
            </a:lvl3pPr>
            <a:lvl4pPr algn="l">
              <a:defRPr sz="1425" b="0">
                <a:solidFill>
                  <a:srgbClr val="CFDBD6"/>
                </a:solidFill>
                <a:latin typeface="Arial"/>
                <a:ea typeface="Arial"/>
                <a:cs typeface="Arial"/>
              </a:defRPr>
            </a:lvl4pPr>
            <a:lvl5pPr algn="l">
              <a:defRPr sz="1425" b="0">
                <a:solidFill>
                  <a:srgbClr val="CFDBD6"/>
                </a:solidFill>
                <a:latin typeface="Arial"/>
                <a:ea typeface="Arial"/>
                <a:cs typeface="Arial"/>
              </a:defRPr>
            </a:lvl5pPr>
            <a:lvl6pPr algn="l">
              <a:defRPr sz="1425" b="0">
                <a:solidFill>
                  <a:srgbClr val="CFDBD6"/>
                </a:solidFill>
                <a:latin typeface="Arial"/>
                <a:ea typeface="Arial"/>
                <a:cs typeface="Arial"/>
              </a:defRPr>
            </a:lvl6pPr>
            <a:lvl7pPr algn="l">
              <a:defRPr sz="1425" b="0">
                <a:solidFill>
                  <a:srgbClr val="CFDBD6"/>
                </a:solidFill>
                <a:latin typeface="Arial"/>
                <a:ea typeface="Arial"/>
                <a:cs typeface="Arial"/>
              </a:defRPr>
            </a:lvl7pPr>
            <a:lvl8pPr algn="l">
              <a:defRPr sz="1425" b="0">
                <a:solidFill>
                  <a:srgbClr val="CFDBD6"/>
                </a:solidFill>
                <a:latin typeface="Arial"/>
                <a:ea typeface="Arial"/>
                <a:cs typeface="Arial"/>
              </a:defRPr>
            </a:lvl8pPr>
            <a:lvl9pPr algn="l">
              <a:defRPr sz="1425" b="0">
                <a:solidFill>
                  <a:srgbClr val="CFDBD6"/>
                </a:solidFill>
                <a:latin typeface="Arial"/>
                <a:ea typeface="Arial"/>
                <a:cs typeface="Arial"/>
              </a:defRPr>
            </a:lvl9pPr>
          </a:lstStyle>
          <a:p xmlns:a="http://schemas.openxmlformats.org/drawingml/2006/main">
            <a:pPr algn="l">
              <a:defRPr sz="1425" b="0">
                <a:solidFill>
                  <a:srgbClr val="CFDBD6"/>
                </a:solidFill>
                <a:latin typeface="Arial"/>
                <a:ea typeface="Arial"/>
                <a:cs typeface="Arial"/>
              </a:defRPr>
            </a:pPr>
            <a:r>
              <a:rPr sz="1425" b="0">
                <a:solidFill>
                  <a:srgbClr val="CFDBD6"/>
                </a:solidFill>
                <a:latin typeface="Arial"/>
                <a:ea typeface="Arial"/>
                <a:cs typeface="Arial"/>
              </a:rPr>
              <a:t>Interactive app  ·  Reproducible sample  ·  Editable workbook  ·  Full project report</a:t>
            </a:r>
          </a:p>
        </p:txBody>
      </p:sp>
      <p:sp>
        <p:nvSpPr>
          <p:cNvPr id="4" name="">
            <a:extLst xmlns:a="http://schemas.openxmlformats.org/drawingml/2006/main">
              <a:ext uri="{FF2B5EF4-FFF2-40B4-BE49-F238E27FC236}">
                <a16:creationId xmlns:a16="http://schemas.microsoft.com/office/drawing/2014/main" id="{D12564CE-DB68-4511-BC52-F250DCD5D4F5}"/>
              </a:ext>
            </a:extLst>
          </p:cNvPr>
          <p:cNvSpPr>
            <a:spLocks xmlns:a="http://schemas.openxmlformats.org/drawingml/2006/main" noGrp="1"/>
          </p:cNvSpPr>
          <p:nvPr/>
        </p:nvSpPr>
        <p:spPr>
          <a:xfrm xmlns:a="http://schemas.openxmlformats.org/drawingml/2006/main">
            <a:off x="685800" y="3067050"/>
            <a:ext cx="10810875" cy="0"/>
          </a:xfrm>
          <a:prstGeom xmlns:a="http://schemas.openxmlformats.org/drawingml/2006/main" prst="line">
            <a:avLst/>
          </a:prstGeom>
          <a:noFill xmlns:a="http://schemas.openxmlformats.org/drawingml/2006/main"/>
          <a:ln xmlns:a="http://schemas.openxmlformats.org/drawingml/2006/main" w="9525">
            <a:solidFill>
              <a:srgbClr val="45615A"/>
            </a:solidFill>
            <a:prstDash val="solid"/>
          </a:ln>
        </p:spPr>
      </p:sp>
      <p:sp>
        <p:nvSpPr>
          <p:cNvPr id="5" name="refs-heading">
            <a:extLst xmlns:a="http://schemas.openxmlformats.org/drawingml/2006/main">
              <a:ext uri="{FF2B5EF4-FFF2-40B4-BE49-F238E27FC236}">
                <a16:creationId xmlns:a16="http://schemas.microsoft.com/office/drawing/2014/main" id="{EA7689E0-CBF6-46CA-8582-C5E864756F6F}"/>
              </a:ext>
            </a:extLst>
          </p:cNvPr>
          <p:cNvSpPr>
            <a:spLocks xmlns:a="http://schemas.openxmlformats.org/drawingml/2006/main" noGrp="1"/>
          </p:cNvSpPr>
          <p:nvPr/>
        </p:nvSpPr>
        <p:spPr>
          <a:xfrm xmlns:a="http://schemas.openxmlformats.org/drawingml/2006/main">
            <a:off x="685800" y="33718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D7EBA5"/>
                </a:solidFill>
                <a:latin typeface="Arial"/>
                <a:ea typeface="Arial"/>
                <a:cs typeface="Arial"/>
              </a:defRPr>
            </a:defPPr>
            <a:lvl1pPr algn="l">
              <a:defRPr sz="975" b="1">
                <a:solidFill>
                  <a:srgbClr val="D7EBA5"/>
                </a:solidFill>
                <a:latin typeface="Arial"/>
                <a:ea typeface="Arial"/>
                <a:cs typeface="Arial"/>
              </a:defRPr>
            </a:lvl1pPr>
            <a:lvl2pPr algn="l">
              <a:defRPr sz="975" b="1">
                <a:solidFill>
                  <a:srgbClr val="D7EBA5"/>
                </a:solidFill>
                <a:latin typeface="Arial"/>
                <a:ea typeface="Arial"/>
                <a:cs typeface="Arial"/>
              </a:defRPr>
            </a:lvl2pPr>
            <a:lvl3pPr algn="l">
              <a:defRPr sz="975" b="1">
                <a:solidFill>
                  <a:srgbClr val="D7EBA5"/>
                </a:solidFill>
                <a:latin typeface="Arial"/>
                <a:ea typeface="Arial"/>
                <a:cs typeface="Arial"/>
              </a:defRPr>
            </a:lvl3pPr>
            <a:lvl4pPr algn="l">
              <a:defRPr sz="975" b="1">
                <a:solidFill>
                  <a:srgbClr val="D7EBA5"/>
                </a:solidFill>
                <a:latin typeface="Arial"/>
                <a:ea typeface="Arial"/>
                <a:cs typeface="Arial"/>
              </a:defRPr>
            </a:lvl4pPr>
            <a:lvl5pPr algn="l">
              <a:defRPr sz="975" b="1">
                <a:solidFill>
                  <a:srgbClr val="D7EBA5"/>
                </a:solidFill>
                <a:latin typeface="Arial"/>
                <a:ea typeface="Arial"/>
                <a:cs typeface="Arial"/>
              </a:defRPr>
            </a:lvl5pPr>
            <a:lvl6pPr algn="l">
              <a:defRPr sz="975" b="1">
                <a:solidFill>
                  <a:srgbClr val="D7EBA5"/>
                </a:solidFill>
                <a:latin typeface="Arial"/>
                <a:ea typeface="Arial"/>
                <a:cs typeface="Arial"/>
              </a:defRPr>
            </a:lvl6pPr>
            <a:lvl7pPr algn="l">
              <a:defRPr sz="975" b="1">
                <a:solidFill>
                  <a:srgbClr val="D7EBA5"/>
                </a:solidFill>
                <a:latin typeface="Arial"/>
                <a:ea typeface="Arial"/>
                <a:cs typeface="Arial"/>
              </a:defRPr>
            </a:lvl7pPr>
            <a:lvl8pPr algn="l">
              <a:defRPr sz="975" b="1">
                <a:solidFill>
                  <a:srgbClr val="D7EBA5"/>
                </a:solidFill>
                <a:latin typeface="Arial"/>
                <a:ea typeface="Arial"/>
                <a:cs typeface="Arial"/>
              </a:defRPr>
            </a:lvl8pPr>
            <a:lvl9pPr algn="l">
              <a:defRPr sz="975" b="1">
                <a:solidFill>
                  <a:srgbClr val="D7EBA5"/>
                </a:solidFill>
                <a:latin typeface="Arial"/>
                <a:ea typeface="Arial"/>
                <a:cs typeface="Arial"/>
              </a:defRPr>
            </a:lvl9pPr>
          </a:lstStyle>
          <a:p xmlns:a="http://schemas.openxmlformats.org/drawingml/2006/main">
            <a:pPr algn="l">
              <a:defRPr sz="975" b="1">
                <a:solidFill>
                  <a:srgbClr val="D7EBA5"/>
                </a:solidFill>
                <a:latin typeface="Arial"/>
                <a:ea typeface="Arial"/>
                <a:cs typeface="Arial"/>
              </a:defRPr>
            </a:pPr>
            <a:r>
              <a:rPr sz="975" b="1">
                <a:solidFill>
                  <a:srgbClr val="D7EBA5"/>
                </a:solidFill>
                <a:latin typeface="Arial"/>
                <a:ea typeface="Arial"/>
                <a:cs typeface="Arial"/>
              </a:rPr>
              <a:t>SELECTED REFERENCES</a:t>
            </a:r>
          </a:p>
        </p:txBody>
      </p:sp>
      <p:sp>
        <p:nvSpPr>
          <p:cNvPr id="6" name="ref-one">
            <a:extLst xmlns:a="http://schemas.openxmlformats.org/drawingml/2006/main">
              <a:ext uri="{FF2B5EF4-FFF2-40B4-BE49-F238E27FC236}">
                <a16:creationId xmlns:a16="http://schemas.microsoft.com/office/drawing/2014/main" id="{851356F0-3A57-4064-B62E-0E8D5E0AB684}"/>
              </a:ext>
            </a:extLst>
          </p:cNvPr>
          <p:cNvSpPr>
            <a:spLocks xmlns:a="http://schemas.openxmlformats.org/drawingml/2006/main" noGrp="1"/>
          </p:cNvSpPr>
          <p:nvPr/>
        </p:nvSpPr>
        <p:spPr>
          <a:xfrm xmlns:a="http://schemas.openxmlformats.org/drawingml/2006/main">
            <a:off x="685800" y="3743325"/>
            <a:ext cx="7524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FFFFFF"/>
                </a:solidFill>
                <a:latin typeface="Arial"/>
                <a:ea typeface="Arial"/>
                <a:cs typeface="Arial"/>
              </a:defRPr>
            </a:defPPr>
            <a:lvl1pPr algn="l">
              <a:defRPr sz="1200" b="0">
                <a:solidFill>
                  <a:srgbClr val="FFFFFF"/>
                </a:solidFill>
                <a:latin typeface="Arial"/>
                <a:ea typeface="Arial"/>
                <a:cs typeface="Arial"/>
              </a:defRPr>
            </a:lvl1pPr>
            <a:lvl2pPr algn="l">
              <a:defRPr sz="1200" b="0">
                <a:solidFill>
                  <a:srgbClr val="FFFFFF"/>
                </a:solidFill>
                <a:latin typeface="Arial"/>
                <a:ea typeface="Arial"/>
                <a:cs typeface="Arial"/>
              </a:defRPr>
            </a:lvl2pPr>
            <a:lvl3pPr algn="l">
              <a:defRPr sz="1200" b="0">
                <a:solidFill>
                  <a:srgbClr val="FFFFFF"/>
                </a:solidFill>
                <a:latin typeface="Arial"/>
                <a:ea typeface="Arial"/>
                <a:cs typeface="Arial"/>
              </a:defRPr>
            </a:lvl3pPr>
            <a:lvl4pPr algn="l">
              <a:defRPr sz="1200" b="0">
                <a:solidFill>
                  <a:srgbClr val="FFFFFF"/>
                </a:solidFill>
                <a:latin typeface="Arial"/>
                <a:ea typeface="Arial"/>
                <a:cs typeface="Arial"/>
              </a:defRPr>
            </a:lvl4pPr>
            <a:lvl5pPr algn="l">
              <a:defRPr sz="1200" b="0">
                <a:solidFill>
                  <a:srgbClr val="FFFFFF"/>
                </a:solidFill>
                <a:latin typeface="Arial"/>
                <a:ea typeface="Arial"/>
                <a:cs typeface="Arial"/>
              </a:defRPr>
            </a:lvl5pPr>
            <a:lvl6pPr algn="l">
              <a:defRPr sz="1200" b="0">
                <a:solidFill>
                  <a:srgbClr val="FFFFFF"/>
                </a:solidFill>
                <a:latin typeface="Arial"/>
                <a:ea typeface="Arial"/>
                <a:cs typeface="Arial"/>
              </a:defRPr>
            </a:lvl6pPr>
            <a:lvl7pPr algn="l">
              <a:defRPr sz="1200" b="0">
                <a:solidFill>
                  <a:srgbClr val="FFFFFF"/>
                </a:solidFill>
                <a:latin typeface="Arial"/>
                <a:ea typeface="Arial"/>
                <a:cs typeface="Arial"/>
              </a:defRPr>
            </a:lvl7pPr>
            <a:lvl8pPr algn="l">
              <a:defRPr sz="1200" b="0">
                <a:solidFill>
                  <a:srgbClr val="FFFFFF"/>
                </a:solidFill>
                <a:latin typeface="Arial"/>
                <a:ea typeface="Arial"/>
                <a:cs typeface="Arial"/>
              </a:defRPr>
            </a:lvl8pPr>
            <a:lvl9pPr algn="l">
              <a:defRPr sz="1200" b="0">
                <a:solidFill>
                  <a:srgbClr val="FFFFFF"/>
                </a:solidFill>
                <a:latin typeface="Arial"/>
                <a:ea typeface="Arial"/>
                <a:cs typeface="Arial"/>
              </a:defRPr>
            </a:lvl9pPr>
          </a:lstStyle>
          <a:p xmlns:a="http://schemas.openxmlformats.org/drawingml/2006/main">
            <a:pPr algn="l">
              <a:defRPr sz="1200" b="0">
                <a:solidFill>
                  <a:srgbClr val="FFFFFF"/>
                </a:solidFill>
                <a:latin typeface="Arial"/>
                <a:ea typeface="Arial"/>
                <a:cs typeface="Arial"/>
              </a:defRPr>
            </a:pPr>
            <a:r>
              <a:rPr sz="1200" b="0">
                <a:solidFill>
                  <a:srgbClr val="FFFFFF"/>
                </a:solidFill>
                <a:latin typeface="Arial"/>
                <a:ea typeface="Arial"/>
                <a:cs typeface="Arial"/>
              </a:rPr>
              <a:t>[1] Agrawal, Imieliński &amp; Swami (1993). Mining Association Rules Between Sets of Items in Large Databases. ACM SIGMOD. doi:10.1145/170035.170072</a:t>
            </a:r>
          </a:p>
        </p:txBody>
      </p:sp>
      <p:sp>
        <p:nvSpPr>
          <p:cNvPr id="7" name="ref-two">
            <a:extLst xmlns:a="http://schemas.openxmlformats.org/drawingml/2006/main">
              <a:ext uri="{FF2B5EF4-FFF2-40B4-BE49-F238E27FC236}">
                <a16:creationId xmlns:a16="http://schemas.microsoft.com/office/drawing/2014/main" id="{5E9FFF70-60FC-4DC6-A301-B6D599DCBFBE}"/>
              </a:ext>
            </a:extLst>
          </p:cNvPr>
          <p:cNvSpPr>
            <a:spLocks xmlns:a="http://schemas.openxmlformats.org/drawingml/2006/main" noGrp="1"/>
          </p:cNvSpPr>
          <p:nvPr/>
        </p:nvSpPr>
        <p:spPr>
          <a:xfrm xmlns:a="http://schemas.openxmlformats.org/drawingml/2006/main">
            <a:off x="685800" y="4467225"/>
            <a:ext cx="7524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FFFFFF"/>
                </a:solidFill>
                <a:latin typeface="Arial"/>
                <a:ea typeface="Arial"/>
                <a:cs typeface="Arial"/>
              </a:defRPr>
            </a:defPPr>
            <a:lvl1pPr algn="l">
              <a:defRPr sz="1200" b="0">
                <a:solidFill>
                  <a:srgbClr val="FFFFFF"/>
                </a:solidFill>
                <a:latin typeface="Arial"/>
                <a:ea typeface="Arial"/>
                <a:cs typeface="Arial"/>
              </a:defRPr>
            </a:lvl1pPr>
            <a:lvl2pPr algn="l">
              <a:defRPr sz="1200" b="0">
                <a:solidFill>
                  <a:srgbClr val="FFFFFF"/>
                </a:solidFill>
                <a:latin typeface="Arial"/>
                <a:ea typeface="Arial"/>
                <a:cs typeface="Arial"/>
              </a:defRPr>
            </a:lvl2pPr>
            <a:lvl3pPr algn="l">
              <a:defRPr sz="1200" b="0">
                <a:solidFill>
                  <a:srgbClr val="FFFFFF"/>
                </a:solidFill>
                <a:latin typeface="Arial"/>
                <a:ea typeface="Arial"/>
                <a:cs typeface="Arial"/>
              </a:defRPr>
            </a:lvl3pPr>
            <a:lvl4pPr algn="l">
              <a:defRPr sz="1200" b="0">
                <a:solidFill>
                  <a:srgbClr val="FFFFFF"/>
                </a:solidFill>
                <a:latin typeface="Arial"/>
                <a:ea typeface="Arial"/>
                <a:cs typeface="Arial"/>
              </a:defRPr>
            </a:lvl4pPr>
            <a:lvl5pPr algn="l">
              <a:defRPr sz="1200" b="0">
                <a:solidFill>
                  <a:srgbClr val="FFFFFF"/>
                </a:solidFill>
                <a:latin typeface="Arial"/>
                <a:ea typeface="Arial"/>
                <a:cs typeface="Arial"/>
              </a:defRPr>
            </a:lvl5pPr>
            <a:lvl6pPr algn="l">
              <a:defRPr sz="1200" b="0">
                <a:solidFill>
                  <a:srgbClr val="FFFFFF"/>
                </a:solidFill>
                <a:latin typeface="Arial"/>
                <a:ea typeface="Arial"/>
                <a:cs typeface="Arial"/>
              </a:defRPr>
            </a:lvl6pPr>
            <a:lvl7pPr algn="l">
              <a:defRPr sz="1200" b="0">
                <a:solidFill>
                  <a:srgbClr val="FFFFFF"/>
                </a:solidFill>
                <a:latin typeface="Arial"/>
                <a:ea typeface="Arial"/>
                <a:cs typeface="Arial"/>
              </a:defRPr>
            </a:lvl7pPr>
            <a:lvl8pPr algn="l">
              <a:defRPr sz="1200" b="0">
                <a:solidFill>
                  <a:srgbClr val="FFFFFF"/>
                </a:solidFill>
                <a:latin typeface="Arial"/>
                <a:ea typeface="Arial"/>
                <a:cs typeface="Arial"/>
              </a:defRPr>
            </a:lvl8pPr>
            <a:lvl9pPr algn="l">
              <a:defRPr sz="1200" b="0">
                <a:solidFill>
                  <a:srgbClr val="FFFFFF"/>
                </a:solidFill>
                <a:latin typeface="Arial"/>
                <a:ea typeface="Arial"/>
                <a:cs typeface="Arial"/>
              </a:defRPr>
            </a:lvl9pPr>
          </a:lstStyle>
          <a:p xmlns:a="http://schemas.openxmlformats.org/drawingml/2006/main">
            <a:pPr algn="l">
              <a:defRPr sz="1200" b="0">
                <a:solidFill>
                  <a:srgbClr val="FFFFFF"/>
                </a:solidFill>
                <a:latin typeface="Arial"/>
                <a:ea typeface="Arial"/>
                <a:cs typeface="Arial"/>
              </a:defRPr>
            </a:pPr>
            <a:r>
              <a:rPr sz="1200" b="0">
                <a:solidFill>
                  <a:srgbClr val="FFFFFF"/>
                </a:solidFill>
                <a:latin typeface="Arial"/>
                <a:ea typeface="Arial"/>
                <a:cs typeface="Arial"/>
              </a:rPr>
              <a:t>[2] Fader, Hardie &amp; Lee (2005). RFM and CLV: Using Iso-Value Curves for Customer Base Analysis. Journal of Marketing Research, 42(4), 415–430. doi:10.1509/jmkr.2005.42.4.415</a:t>
            </a:r>
          </a:p>
        </p:txBody>
      </p:sp>
      <p:sp>
        <p:nvSpPr>
          <p:cNvPr id="8" name="close-meta">
            <a:extLst xmlns:a="http://schemas.openxmlformats.org/drawingml/2006/main">
              <a:ext uri="{FF2B5EF4-FFF2-40B4-BE49-F238E27FC236}">
                <a16:creationId xmlns:a16="http://schemas.microsoft.com/office/drawing/2014/main" id="{4C036CF5-29BC-4C7E-BD4B-B91A0E0C0BA1}"/>
              </a:ext>
            </a:extLst>
          </p:cNvPr>
          <p:cNvSpPr>
            <a:spLocks xmlns:a="http://schemas.openxmlformats.org/drawingml/2006/main" noGrp="1"/>
          </p:cNvSpPr>
          <p:nvPr/>
        </p:nvSpPr>
        <p:spPr>
          <a:xfrm xmlns:a="http://schemas.openxmlformats.org/drawingml/2006/main">
            <a:off x="685800" y="5505450"/>
            <a:ext cx="7905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B5C8C1"/>
                </a:solidFill>
                <a:latin typeface="Arial"/>
                <a:ea typeface="Arial"/>
                <a:cs typeface="Arial"/>
              </a:defRPr>
            </a:defPPr>
            <a:lvl1pPr algn="l">
              <a:defRPr sz="1125" b="0">
                <a:solidFill>
                  <a:srgbClr val="B5C8C1"/>
                </a:solidFill>
                <a:latin typeface="Arial"/>
                <a:ea typeface="Arial"/>
                <a:cs typeface="Arial"/>
              </a:defRPr>
            </a:lvl1pPr>
            <a:lvl2pPr algn="l">
              <a:defRPr sz="1125" b="0">
                <a:solidFill>
                  <a:srgbClr val="B5C8C1"/>
                </a:solidFill>
                <a:latin typeface="Arial"/>
                <a:ea typeface="Arial"/>
                <a:cs typeface="Arial"/>
              </a:defRPr>
            </a:lvl2pPr>
            <a:lvl3pPr algn="l">
              <a:defRPr sz="1125" b="0">
                <a:solidFill>
                  <a:srgbClr val="B5C8C1"/>
                </a:solidFill>
                <a:latin typeface="Arial"/>
                <a:ea typeface="Arial"/>
                <a:cs typeface="Arial"/>
              </a:defRPr>
            </a:lvl3pPr>
            <a:lvl4pPr algn="l">
              <a:defRPr sz="1125" b="0">
                <a:solidFill>
                  <a:srgbClr val="B5C8C1"/>
                </a:solidFill>
                <a:latin typeface="Arial"/>
                <a:ea typeface="Arial"/>
                <a:cs typeface="Arial"/>
              </a:defRPr>
            </a:lvl4pPr>
            <a:lvl5pPr algn="l">
              <a:defRPr sz="1125" b="0">
                <a:solidFill>
                  <a:srgbClr val="B5C8C1"/>
                </a:solidFill>
                <a:latin typeface="Arial"/>
                <a:ea typeface="Arial"/>
                <a:cs typeface="Arial"/>
              </a:defRPr>
            </a:lvl5pPr>
            <a:lvl6pPr algn="l">
              <a:defRPr sz="1125" b="0">
                <a:solidFill>
                  <a:srgbClr val="B5C8C1"/>
                </a:solidFill>
                <a:latin typeface="Arial"/>
                <a:ea typeface="Arial"/>
                <a:cs typeface="Arial"/>
              </a:defRPr>
            </a:lvl6pPr>
            <a:lvl7pPr algn="l">
              <a:defRPr sz="1125" b="0">
                <a:solidFill>
                  <a:srgbClr val="B5C8C1"/>
                </a:solidFill>
                <a:latin typeface="Arial"/>
                <a:ea typeface="Arial"/>
                <a:cs typeface="Arial"/>
              </a:defRPr>
            </a:lvl7pPr>
            <a:lvl8pPr algn="l">
              <a:defRPr sz="1125" b="0">
                <a:solidFill>
                  <a:srgbClr val="B5C8C1"/>
                </a:solidFill>
                <a:latin typeface="Arial"/>
                <a:ea typeface="Arial"/>
                <a:cs typeface="Arial"/>
              </a:defRPr>
            </a:lvl8pPr>
            <a:lvl9pPr algn="l">
              <a:defRPr sz="1125" b="0">
                <a:solidFill>
                  <a:srgbClr val="B5C8C1"/>
                </a:solidFill>
                <a:latin typeface="Arial"/>
                <a:ea typeface="Arial"/>
                <a:cs typeface="Arial"/>
              </a:defRPr>
            </a:lvl9pPr>
          </a:lstStyle>
          <a:p xmlns:a="http://schemas.openxmlformats.org/drawingml/2006/main">
            <a:pPr algn="l">
              <a:defRPr sz="1125" b="0">
                <a:solidFill>
                  <a:srgbClr val="B5C8C1"/>
                </a:solidFill>
                <a:latin typeface="Arial"/>
                <a:ea typeface="Arial"/>
                <a:cs typeface="Arial"/>
              </a:defRPr>
            </a:pPr>
            <a:r>
              <a:rPr sz="1125" b="0">
                <a:solidFill>
                  <a:srgbClr val="B5C8C1"/>
                </a:solidFill>
                <a:latin typeface="Arial"/>
                <a:ea typeface="Arial"/>
                <a:cs typeface="Arial"/>
              </a:rPr>
              <a:t>Replace the student and institution placeholders before submission.</a:t>
            </a:r>
          </a:p>
        </p:txBody>
      </p:sp>
      <p:sp>
        <p:nvSpPr>
          <p:cNvPr id="9" name="">
            <a:extLst xmlns:a="http://schemas.openxmlformats.org/drawingml/2006/main">
              <a:ext uri="{FF2B5EF4-FFF2-40B4-BE49-F238E27FC236}">
                <a16:creationId xmlns:a16="http://schemas.microsoft.com/office/drawing/2014/main" id="{535AB8F2-201D-4EFC-BA89-0998CC5835C2}"/>
              </a:ext>
            </a:extLst>
          </p:cNvPr>
          <p:cNvSpPr>
            <a:spLocks xmlns:a="http://schemas.openxmlformats.org/drawingml/2006/main" noGrp="1"/>
          </p:cNvSpPr>
          <p:nvPr/>
        </p:nvSpPr>
        <p:spPr>
          <a:xfrm xmlns:a="http://schemas.openxmlformats.org/drawingml/2006/main">
            <a:off x="685800" y="6019800"/>
            <a:ext cx="10820400" cy="0"/>
          </a:xfrm>
          <a:prstGeom xmlns:a="http://schemas.openxmlformats.org/drawingml/2006/main" prst="line">
            <a:avLst/>
          </a:prstGeom>
          <a:noFill xmlns:a="http://schemas.openxmlformats.org/drawingml/2006/main"/>
          <a:ln xmlns:a="http://schemas.openxmlformats.org/drawingml/2006/main" w="9525">
            <a:solidFill>
              <a:srgbClr val="45615A"/>
            </a:solidFill>
            <a:prstDash val="solid"/>
          </a:ln>
        </p:spPr>
      </p:sp>
      <p:sp>
        <p:nvSpPr>
          <p:cNvPr id="10" name="close-page">
            <a:extLst xmlns:a="http://schemas.openxmlformats.org/drawingml/2006/main">
              <a:ext uri="{FF2B5EF4-FFF2-40B4-BE49-F238E27FC236}">
                <a16:creationId xmlns:a16="http://schemas.microsoft.com/office/drawing/2014/main" id="{C929B206-D656-4E3B-BBE7-B9FEB77C0D75}"/>
              </a:ext>
            </a:extLst>
          </p:cNvPr>
          <p:cNvSpPr>
            <a:spLocks xmlns:a="http://schemas.openxmlformats.org/drawingml/2006/main" noGrp="1"/>
          </p:cNvSpPr>
          <p:nvPr/>
        </p:nvSpPr>
        <p:spPr>
          <a:xfrm xmlns:a="http://schemas.openxmlformats.org/drawingml/2006/main">
            <a:off x="11144250" y="618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B5C8C1"/>
                </a:solidFill>
                <a:latin typeface="Arial"/>
                <a:ea typeface="Arial"/>
                <a:cs typeface="Arial"/>
              </a:defRPr>
            </a:defPPr>
            <a:lvl1pPr algn="r">
              <a:defRPr sz="900" b="1">
                <a:solidFill>
                  <a:srgbClr val="B5C8C1"/>
                </a:solidFill>
                <a:latin typeface="Arial"/>
                <a:ea typeface="Arial"/>
                <a:cs typeface="Arial"/>
              </a:defRPr>
            </a:lvl1pPr>
            <a:lvl2pPr algn="r">
              <a:defRPr sz="900" b="1">
                <a:solidFill>
                  <a:srgbClr val="B5C8C1"/>
                </a:solidFill>
                <a:latin typeface="Arial"/>
                <a:ea typeface="Arial"/>
                <a:cs typeface="Arial"/>
              </a:defRPr>
            </a:lvl2pPr>
            <a:lvl3pPr algn="r">
              <a:defRPr sz="900" b="1">
                <a:solidFill>
                  <a:srgbClr val="B5C8C1"/>
                </a:solidFill>
                <a:latin typeface="Arial"/>
                <a:ea typeface="Arial"/>
                <a:cs typeface="Arial"/>
              </a:defRPr>
            </a:lvl3pPr>
            <a:lvl4pPr algn="r">
              <a:defRPr sz="900" b="1">
                <a:solidFill>
                  <a:srgbClr val="B5C8C1"/>
                </a:solidFill>
                <a:latin typeface="Arial"/>
                <a:ea typeface="Arial"/>
                <a:cs typeface="Arial"/>
              </a:defRPr>
            </a:lvl4pPr>
            <a:lvl5pPr algn="r">
              <a:defRPr sz="900" b="1">
                <a:solidFill>
                  <a:srgbClr val="B5C8C1"/>
                </a:solidFill>
                <a:latin typeface="Arial"/>
                <a:ea typeface="Arial"/>
                <a:cs typeface="Arial"/>
              </a:defRPr>
            </a:lvl5pPr>
            <a:lvl6pPr algn="r">
              <a:defRPr sz="900" b="1">
                <a:solidFill>
                  <a:srgbClr val="B5C8C1"/>
                </a:solidFill>
                <a:latin typeface="Arial"/>
                <a:ea typeface="Arial"/>
                <a:cs typeface="Arial"/>
              </a:defRPr>
            </a:lvl6pPr>
            <a:lvl7pPr algn="r">
              <a:defRPr sz="900" b="1">
                <a:solidFill>
                  <a:srgbClr val="B5C8C1"/>
                </a:solidFill>
                <a:latin typeface="Arial"/>
                <a:ea typeface="Arial"/>
                <a:cs typeface="Arial"/>
              </a:defRPr>
            </a:lvl7pPr>
            <a:lvl8pPr algn="r">
              <a:defRPr sz="900" b="1">
                <a:solidFill>
                  <a:srgbClr val="B5C8C1"/>
                </a:solidFill>
                <a:latin typeface="Arial"/>
                <a:ea typeface="Arial"/>
                <a:cs typeface="Arial"/>
              </a:defRPr>
            </a:lvl8pPr>
            <a:lvl9pPr algn="r">
              <a:defRPr sz="900" b="1">
                <a:solidFill>
                  <a:srgbClr val="B5C8C1"/>
                </a:solidFill>
                <a:latin typeface="Arial"/>
                <a:ea typeface="Arial"/>
                <a:cs typeface="Arial"/>
              </a:defRPr>
            </a:lvl9pPr>
          </a:lstStyle>
          <a:p xmlns:a="http://schemas.openxmlformats.org/drawingml/2006/main">
            <a:pPr algn="r">
              <a:defRPr sz="900" b="1">
                <a:solidFill>
                  <a:srgbClr val="B5C8C1"/>
                </a:solidFill>
                <a:latin typeface="Arial"/>
                <a:ea typeface="Arial"/>
                <a:cs typeface="Arial"/>
              </a:defRPr>
            </a:pPr>
            <a:r>
              <a:rPr sz="900" b="1">
                <a:solidFill>
                  <a:srgbClr val="B5C8C1"/>
                </a:solidFill>
                <a:latin typeface="Arial"/>
                <a:ea typeface="Arial"/>
                <a:cs typeface="Arial"/>
              </a:rPr>
              <a:t>12</a:t>
            </a:r>
          </a:p>
        </p:txBody>
      </p:sp>
    </p:spTree>
    <p:extLst>
      <p:ext uri="{BB962C8B-B14F-4D97-AF65-F5344CB8AC3E}">
        <p14:creationId xmlns:p14="http://schemas.microsoft.com/office/powerpoint/2010/main" val="2101696221"/>
      </p:ext>
    </p:extLst>
  </p:cSld>
</p:sld>
</file>

<file path=ppt/theme/theme1.xml><?xml version="1.0" encoding="utf-8"?>
<a:theme xmlns:a="http://schemas.openxmlformats.org/drawingml/2006/main" name="ChatGPT">
  <a:themeElements>
    <a:clrScheme name="CommerceLens">
      <a:dk1>
        <a:srgbClr val="000000"/>
      </a:dk1>
      <a:lt1>
        <a:srgbClr val="FFFFFF"/>
      </a:lt1>
      <a:dk2>
        <a:srgbClr val="153E39"/>
      </a:dk2>
      <a:lt2>
        <a:srgbClr val="E8EEEA"/>
      </a:lt2>
      <a:accent1>
        <a:srgbClr val="177F69"/>
      </a:accent1>
      <a:accent2>
        <a:srgbClr val="D7EBA5"/>
      </a:accent2>
      <a:accent3>
        <a:srgbClr val="E29A68"/>
      </a:accent3>
      <a:accent4>
        <a:srgbClr val="7295C6"/>
      </a:accent4>
      <a:accent5>
        <a:srgbClr val="9B82C8"/>
      </a:accent5>
      <a:accent6>
        <a:srgbClr val="A8C982"/>
      </a:accent6>
      <a:hlink>
        <a:srgbClr val="177F69"/>
      </a:hlink>
      <a:folHlink>
        <a:srgbClr val="6C7194"/>
      </a:folHlink>
    </a:clrScheme>
    <a:fontScheme name="">
      <a:majorFont>
        <a:latin typeface="Aptos"/>
        <a:ea typeface=""/>
        <a:cs typeface=""/>
      </a:majorFont>
      <a:minorFont>
        <a:latin typeface="Aptos"/>
        <a:ea typeface=""/>
        <a:cs typeface=""/>
      </a:minorFont>
    </a:fontScheme>
    <a:fmtScheme name="CommerceLen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2026-10-22T13:20:05.7750000Z</dcterms:created>
  <dcterms:modified xsi:type="dcterms:W3CDTF">2026-10-22T13:20:05.7750000Z</dcterms:modified>
</coreProperties>
</file>